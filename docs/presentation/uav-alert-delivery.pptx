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0" r:id="rId4"/>
    <p:sldMasterId id="2147483681" r:id="rId5"/>
  </p:sldMasterIdLst>
  <p:notesMasterIdLst>
    <p:notesMasterId r:id="rId6"/>
  </p:notesMasterIdLst>
  <p:sldIdLst>
    <p:sldId id="256" r:id="rId7"/>
    <p:sldId id="258" r:id="rId9"/>
    <p:sldId id="259" r:id="rId10"/>
    <p:sldId id="260" r:id="rId11"/>
    <p:sldId id="263" r:id="rId14"/>
    <p:sldId id="310" r:id="rId91"/>
    <p:sldId id="264" r:id="rId15"/>
    <p:sldId id="266" r:id="rId17"/>
    <p:sldId id="307" r:id="rId88"/>
    <p:sldId id="311" r:id="rId92"/>
    <p:sldId id="262" r:id="rId13"/>
    <p:sldId id="308" r:id="rId89"/>
    <p:sldId id="278" r:id="rId29"/>
    <p:sldId id="280" r:id="rId31"/>
    <p:sldId id="313" r:id="rId94"/>
    <p:sldId id="309" r:id="rId90"/>
    <p:sldId id="269" r:id="rId20"/>
    <p:sldId id="282" r:id="rId33"/>
    <p:sldId id="268" r:id="rId19"/>
    <p:sldId id="275" r:id="rId26"/>
    <p:sldId id="312" r:id="rId93"/>
    <p:sldId id="279" r:id="rId30"/>
    <p:sldId id="285" r:id="rId36"/>
  </p:sldIdLst>
  <p:sldSz cy="5143500" cx="9144000"/>
  <p:notesSz cx="6858000" cy="9144000"/>
  <p:embeddedFontLst>
    <p:embeddedFont>
      <p:font typeface="IBM Plex Mono Medium"/>
      <p:regular r:id="rId58"/>
      <p:bold r:id="rId59"/>
      <p:italic r:id="rId60"/>
      <p:boldItalic r:id="rId61"/>
    </p:embeddedFont>
    <p:embeddedFont>
      <p:font typeface="Roboto Medium"/>
      <p:regular r:id="rId66"/>
      <p:bold r:id="rId67"/>
      <p:italic r:id="rId68"/>
      <p:boldItalic r:id="rId69"/>
    </p:embeddedFont>
    <p:embeddedFont>
      <p:font typeface="Amatic SC"/>
      <p:regular r:id="rId70"/>
      <p:bold r:id="rId71"/>
    </p:embeddedFont>
    <p:embeddedFont>
      <p:font typeface="Source Code Pro"/>
      <p:regular r:id="rId76"/>
      <p:bold r:id="rId77"/>
      <p:italic r:id="rId78"/>
      <p:boldItalic r:id="rId79"/>
    </p:embeddedFont>
    <p:embeddedFont>
      <p:font typeface="IBM Plex Mono"/>
      <p:regular r:id="rId84"/>
      <p:bold r:id="rId85"/>
      <p:italic r:id="rId86"/>
      <p:boldItalic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D878CF6-9ED4-40B7-9E80-8D88FA82EDE6}">
  <a:tblStyle styleId="{7D878CF6-9ED4-40B7-9E80-8D88FA82EDE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3" Type="http://schemas.openxmlformats.org/officeDocument/2006/relationships/slide" Target="slides/slide11.xml"/><Relationship Id="rId14" Type="http://schemas.openxmlformats.org/officeDocument/2006/relationships/slide" Target="slides/slide5.xml"/><Relationship Id="rId15" Type="http://schemas.openxmlformats.org/officeDocument/2006/relationships/slide" Target="slides/slide7.xml"/><Relationship Id="rId17" Type="http://schemas.openxmlformats.org/officeDocument/2006/relationships/slide" Target="slides/slide8.xml"/><Relationship Id="rId19" Type="http://schemas.openxmlformats.org/officeDocument/2006/relationships/slide" Target="slides/slide19.xml"/><Relationship Id="rId20" Type="http://schemas.openxmlformats.org/officeDocument/2006/relationships/slide" Target="slides/slide17.xml"/><Relationship Id="rId26" Type="http://schemas.openxmlformats.org/officeDocument/2006/relationships/slide" Target="slides/slide20.xml"/><Relationship Id="rId29" Type="http://schemas.openxmlformats.org/officeDocument/2006/relationships/slide" Target="slides/slide13.xml"/><Relationship Id="rId30" Type="http://schemas.openxmlformats.org/officeDocument/2006/relationships/slide" Target="slides/slide22.xml"/><Relationship Id="rId31" Type="http://schemas.openxmlformats.org/officeDocument/2006/relationships/slide" Target="slides/slide14.xml"/><Relationship Id="rId33" Type="http://schemas.openxmlformats.org/officeDocument/2006/relationships/slide" Target="slides/slide18.xml"/><Relationship Id="rId36" Type="http://schemas.openxmlformats.org/officeDocument/2006/relationships/slide" Target="slides/slide23.xml"/><Relationship Id="rId58" Type="http://schemas.openxmlformats.org/officeDocument/2006/relationships/font" Target="fonts/IBMPlexMonoMedium-regular.fntdata"/><Relationship Id="rId59" Type="http://schemas.openxmlformats.org/officeDocument/2006/relationships/font" Target="fonts/IBMPlexMonoMedium-bold.fntdata"/><Relationship Id="rId60" Type="http://schemas.openxmlformats.org/officeDocument/2006/relationships/font" Target="fonts/IBMPlexMonoMedium-italic.fntdata"/><Relationship Id="rId61" Type="http://schemas.openxmlformats.org/officeDocument/2006/relationships/font" Target="fonts/IBMPlexMonoMedium-boldItalic.fntdata"/><Relationship Id="rId66" Type="http://schemas.openxmlformats.org/officeDocument/2006/relationships/font" Target="fonts/RobotoMedium-regular.fntdata"/><Relationship Id="rId67" Type="http://schemas.openxmlformats.org/officeDocument/2006/relationships/font" Target="fonts/RobotoMedium-bold.fntdata"/><Relationship Id="rId68" Type="http://schemas.openxmlformats.org/officeDocument/2006/relationships/font" Target="fonts/RobotoMedium-italic.fntdata"/><Relationship Id="rId69" Type="http://schemas.openxmlformats.org/officeDocument/2006/relationships/font" Target="fonts/RobotoMedium-boldItalic.fntdata"/><Relationship Id="rId70" Type="http://schemas.openxmlformats.org/officeDocument/2006/relationships/font" Target="fonts/AmaticSC-regular.fntdata"/><Relationship Id="rId71" Type="http://schemas.openxmlformats.org/officeDocument/2006/relationships/font" Target="fonts/AmaticSC-bold.fntdata"/><Relationship Id="rId76" Type="http://schemas.openxmlformats.org/officeDocument/2006/relationships/font" Target="fonts/SourceCodePro-regular.fntdata"/><Relationship Id="rId77" Type="http://schemas.openxmlformats.org/officeDocument/2006/relationships/font" Target="fonts/SourceCodePro-bold.fntdata"/><Relationship Id="rId78" Type="http://schemas.openxmlformats.org/officeDocument/2006/relationships/font" Target="fonts/SourceCodePro-italic.fntdata"/><Relationship Id="rId79" Type="http://schemas.openxmlformats.org/officeDocument/2006/relationships/font" Target="fonts/SourceCodePro-boldItalic.fntdata"/><Relationship Id="rId84" Type="http://schemas.openxmlformats.org/officeDocument/2006/relationships/font" Target="fonts/IBMPlexMono-regular.fntdata"/><Relationship Id="rId85" Type="http://schemas.openxmlformats.org/officeDocument/2006/relationships/font" Target="fonts/IBMPlexMono-bold.fntdata"/><Relationship Id="rId86" Type="http://schemas.openxmlformats.org/officeDocument/2006/relationships/font" Target="fonts/IBMPlexMono-italic.fntdata"/><Relationship Id="rId87" Type="http://schemas.openxmlformats.org/officeDocument/2006/relationships/font" Target="fonts/IBMPlexMono-boldItalic.fntdata"/><Relationship Id="rId88" Type="http://schemas.openxmlformats.org/officeDocument/2006/relationships/slide" Target="slides/slide9.xml"/><Relationship Id="rId89" Type="http://schemas.openxmlformats.org/officeDocument/2006/relationships/slide" Target="slides/slide12.xml"/><Relationship Id="rId90" Type="http://schemas.openxmlformats.org/officeDocument/2006/relationships/slide" Target="slides/slide16.xml"/><Relationship Id="rId91" Type="http://schemas.openxmlformats.org/officeDocument/2006/relationships/slide" Target="slides/slide6.xml"/><Relationship Id="rId92" Type="http://schemas.openxmlformats.org/officeDocument/2006/relationships/slide" Target="slides/slide10.xml"/><Relationship Id="rId93" Type="http://schemas.openxmlformats.org/officeDocument/2006/relationships/slide" Target="slides/slide21.xml"/><Relationship Id="rId94"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Wide</c:v>
                </c:pt>
              </c:strCache>
            </c:strRef>
          </c:tx>
          <c:spPr>
            <a:solidFill>
              <a:srgbClr val="0C0A9E"/>
            </a:solidFill>
          </c:spPr>
          <c:cat>
            <c:strRef>
              <c:f>Sheet1!$A$2:$A$7</c:f>
              <c:strCache>
                <c:ptCount val="6"/>
                <c:pt idx="0">
                  <c:v>NoUAV</c:v>
                </c:pt>
                <c:pt idx="1">
                  <c:v>FixedTour</c:v>
                </c:pt>
                <c:pt idx="2">
                  <c:v>SBS-Lex</c:v>
                </c:pt>
                <c:pt idx="3">
                  <c:v>Tran-IA</c:v>
                </c:pt>
                <c:pt idx="4">
                  <c:v>SBS</c:v>
                </c:pt>
                <c:pt idx="5">
                  <c:v>SBS-R</c:v>
                </c:pt>
              </c:strCache>
            </c:strRef>
          </c:cat>
          <c:val>
            <c:numRef>
              <c:f>Sheet1!$B$2:$B$7</c:f>
              <c:numCache>
                <c:formatCode>General</c:formatCode>
                <c:ptCount val="6"/>
                <c:pt idx="0">
                  <c:v>0.413</c:v>
                </c:pt>
                <c:pt idx="1">
                  <c:v>0.494</c:v>
                </c:pt>
                <c:pt idx="2">
                  <c:v>0.369</c:v>
                </c:pt>
                <c:pt idx="3">
                  <c:v>0.53</c:v>
                </c:pt>
                <c:pt idx="4">
                  <c:v>0.559</c:v>
                </c:pt>
                <c:pt idx="5">
                  <c:v>0.56</c:v>
                </c:pt>
              </c:numCache>
            </c:numRef>
          </c:val>
        </c:ser>
        <c:ser>
          <c:idx val="1"/>
          <c:order val="1"/>
          <c:tx>
            <c:strRef>
              <c:f>Sheet1!$C$1</c:f>
              <c:strCache>
                <c:ptCount val="1"/>
                <c:pt idx="0">
                  <c:v>Narrow</c:v>
                </c:pt>
              </c:strCache>
            </c:strRef>
          </c:tx>
          <c:spPr>
            <a:solidFill>
              <a:srgbClr val="EB9109"/>
            </a:solidFill>
          </c:spPr>
          <c:cat>
            <c:strRef>
              <c:f>Sheet1!$A$2:$A$7</c:f>
              <c:strCache>
                <c:ptCount val="6"/>
                <c:pt idx="0">
                  <c:v>NoUAV</c:v>
                </c:pt>
                <c:pt idx="1">
                  <c:v>FixedTour</c:v>
                </c:pt>
                <c:pt idx="2">
                  <c:v>SBS-Lex</c:v>
                </c:pt>
                <c:pt idx="3">
                  <c:v>Tran-IA</c:v>
                </c:pt>
                <c:pt idx="4">
                  <c:v>SBS</c:v>
                </c:pt>
                <c:pt idx="5">
                  <c:v>SBS-R</c:v>
                </c:pt>
              </c:strCache>
            </c:strRef>
          </c:cat>
          <c:val>
            <c:numRef>
              <c:f>Sheet1!$C$2:$C$7</c:f>
              <c:numCache>
                <c:formatCode>General</c:formatCode>
                <c:ptCount val="6"/>
                <c:pt idx="0">
                  <c:v>0.37</c:v>
                </c:pt>
                <c:pt idx="1">
                  <c:v>0.43</c:v>
                </c:pt>
                <c:pt idx="2">
                  <c:v>0.336</c:v>
                </c:pt>
                <c:pt idx="3">
                  <c:v>0.438</c:v>
                </c:pt>
                <c:pt idx="4">
                  <c:v>0.517</c:v>
                </c:pt>
                <c:pt idx="5">
                  <c:v>0.521</c:v>
                </c:pt>
              </c:numCache>
            </c:numRef>
          </c:val>
        </c:ser>
        <c:dLbls>
          <c:numFmt formatCode="0.00" sourceLinked="0"/>
          <c:txPr>
            <a:bodyPr/>
            <a:lstStyle/>
            <a:p>
              <a:pPr>
                <a:defRPr sz="700">
                  <a:solidFill>
                    <a:srgbClr val="1D1D1D"/>
                  </a:solidFill>
                  <a:latin typeface="Be Vietnam Pro"/>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txPr>
          <a:bodyPr/>
          <a:lstStyle/>
          <a:p>
            <a:pPr>
              <a:defRPr sz="800">
                <a:latin typeface="Be Vietnam Pro"/>
              </a:defRPr>
            </a:pPr>
          </a:p>
        </c:txPr>
        <c:crossAx val="-2113994440"/>
        <c:crosses val="autoZero"/>
        <c:auto val="1"/>
        <c:lblAlgn val="ctr"/>
        <c:lblOffset val="100"/>
        <c:noMultiLvlLbl val="0"/>
      </c:catAx>
      <c:valAx>
        <c:axId val="-2113994440"/>
        <c:scaling>
          <c:max val="0.65"/>
          <c:min val="0.0"/>
        </c:scaling>
        <c:delete val="0"/>
        <c:axPos val="l"/>
        <c:majorGridlines>
          <c:spPr>
            <a:ln>
              <a:solidFill>
                <a:srgbClr val="DDDDEE"/>
              </a:solidFill>
            </a:ln>
          </c:spPr>
        </c:majorGridlines>
        <c:majorTickMark val="out"/>
        <c:minorTickMark val="none"/>
        <c:tickLblPos val="nextTo"/>
        <c:spPr>
          <a:ln>
            <a:noFill/>
          </a:ln>
        </c:spPr>
        <c:txPr>
          <a:bodyPr/>
          <a:lstStyle/>
          <a:p>
            <a:pPr>
              <a:defRPr sz="800">
                <a:latin typeface="Be Vietnam Pro"/>
              </a:defRPr>
            </a:pPr>
          </a:p>
        </c:txPr>
        <c:crossAx val="-2068027336"/>
        <c:crosses val="autoZero"/>
      </c:valAx>
    </c:plotArea>
    <c:legend>
      <c:legendPos val="t"/>
      <c:overlay val="0"/>
      <c:txPr>
        <a:bodyPr/>
        <a:lstStyle/>
        <a:p>
          <a:pPr>
            <a:defRPr sz="900">
              <a:latin typeface="Be Vietnam Pro"/>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6" name="Shape 1426"/>
        <p:cNvGrpSpPr/>
        <p:nvPr/>
      </p:nvGrpSpPr>
      <p:grpSpPr>
        <a:xfrm>
          <a:off x="0" y="0"/>
          <a:ext cx="0" cy="0"/>
          <a:chOff x="0" y="0"/>
          <a:chExt cx="0" cy="0"/>
        </a:xfrm>
      </p:grpSpPr>
      <p:sp>
        <p:nvSpPr>
          <p:cNvPr id="1427" name="Google Shape;1427;gd1bf8d60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8" name="Google Shape;1428;gd1bf8d60a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Giới thiệu đề tài: tối ưu đồng thời trajectory của UAV, relay path của từng alert và bandwidth để tối đa tỷ lệ alert tới rescue center đúng hạn. Bài phát triển từ paper của Huang et al. (Sensors 2025).</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2" name="Shape 1462"/>
        <p:cNvGrpSpPr/>
        <p:nvPr/>
      </p:nvGrpSpPr>
      <p:grpSpPr>
        <a:xfrm>
          <a:off x="0" y="0"/>
          <a:ext cx="0" cy="0"/>
          <a:chOff x="0" y="0"/>
          <a:chExt cx="0" cy="0"/>
        </a:xfrm>
      </p:grpSpPr>
      <p:sp>
        <p:nvSpPr>
          <p:cNvPr id="1463" name="Google Shape;1463;g24e5c2c9e45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4" name="Google Shape;1464;g24e5c2c9e45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Bốn phần chính của bài thuyết trình.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9" name="Shape 1479"/>
        <p:cNvGrpSpPr/>
        <p:nvPr/>
      </p:nvGrpSpPr>
      <p:grpSpPr>
        <a:xfrm>
          <a:off x="0" y="0"/>
          <a:ext cx="0" cy="0"/>
          <a:chOff x="0" y="0"/>
          <a:chExt cx="0" cy="0"/>
        </a:xfrm>
      </p:grpSpPr>
      <p:sp>
        <p:nvSpPr>
          <p:cNvPr id="1480" name="Google Shape;1480;g24e6b4d5c3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81" name="Google Shape;1481;g24e6b4d5c3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Phần 1: so sánh bài toán của paper gốc với bài toán nhóm đặt ra.</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24ed99bf1a4_0_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8" name="Google Shape;1528;g24ed99bf1a4_0_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Slide quan trọng nhất. Bên trái: paper gốc, UAV là relay hai chiều cho các cặp user, tối đa rate nhỏ nhất. Bên phải: bài của nhóm, alert phát ra trong damage zone phải tới rescue center trước deadline, đi qua UAV (thả xuống drop node u) hoặc qua ground relay v, trong khi một số relay đã mất backhaul. Bài toán thực tế hơn vì: có deadline cho từng alert, có mạng mặt đất còn sống với capacity hữu hạn, và UAV phải chọn vừa trajectory vừa đường đi cho từng alert.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0" name="Shape 1630"/>
        <p:cNvGrpSpPr/>
        <p:nvPr/>
      </p:nvGrpSpPr>
      <p:grpSpPr>
        <a:xfrm>
          <a:off x="0" y="0"/>
          <a:ext cx="0" cy="0"/>
          <a:chOff x="0" y="0"/>
          <a:chExt cx="0" cy="0"/>
        </a:xfrm>
      </p:grpSpPr>
      <p:sp>
        <p:nvSpPr>
          <p:cNvPr id="1631" name="Google Shape;1631;g24ed99bf1a4_0_3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2" name="Google Shape;1632;g24ed99bf1a4_0_3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NP-hardness cho thấy cần heuristic. LP bound cho phép đo khoảng cách còn lại tới tối ưu của bất kỳ plan nào; độ chặt của bound được kiểm tra bằng MILP trên instance nhỏ.</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24e6b4d5c31_0_1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4" name="Google Shape;1664;g24e6b4d5c31_0_1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Ba thách thức khiến các thiết kế dạng rate-based như paper gốc không chuyển thẳng sang bài toán gửi alert: mục tiêu đếm alert đúng hạn (rời rạc), backhaul hữu hạn của mạng mặt đất, và kênh PrLoS ngẫu nhiên.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g24ed99bf1a4_0_4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0" name="Google Shape;1730;g24ed99bf1a4_0_4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Những gì nhóm giữ lại từ Huang et al.: mô hình kênh PrLoS và tham số, UAV là DF relay có buffer với ràng buộc causality, mô hình di chuyển, và ý tưởng chia bài toán thành ba khối tối ưu luân phiên.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24ed99bf1a4_0_7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7" name="Google Shape;1757;g24ed99bf1a4_0_7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Sáu thay đổi chính so với paper gốc. Hàng trên: thay đổi bài toán. Hàng dưới: thay đổi phương pháp và cách đánh giá.</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g24ed99bf1a4_0_1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4" name="Google Shape;1854;g24ed99bf1a4_0_1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Khác biệt cùng dấu trên cả mười topology, p-value sau Holm correction là nhỏ nhất có thể với 10 topology.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2" name="Shape 1912"/>
        <p:cNvGrpSpPr/>
        <p:nvPr/>
      </p:nvGrpSpPr>
      <p:grpSpPr>
        <a:xfrm>
          <a:off x="0" y="0"/>
          <a:ext cx="0" cy="0"/>
          <a:chOff x="0" y="0"/>
          <a:chExt cx="0" cy="0"/>
        </a:xfrm>
      </p:grpSpPr>
      <p:sp>
        <p:nvSpPr>
          <p:cNvPr id="1913" name="Google Shape;1913;g24ed99bf1a4_0_13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4" name="Google Shape;1914;g24ed99bf1a4_0_13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Thiết lập thực nghiệm. Mỗi phương pháp lập plan một lần, đánh giá trên 30 channel realization với common random numbers; so sánh paired theo topology, Holm correction.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Path block: từ path hiện tại sinh 4 loại lân cận, mỗi lần đổi 1 alert, thứ tự alert ngẫu nhiên nghiêng về alert gấp. Trajectory block: chọn đoạn theo độ ưu tiên = số realization link bị nghẽn × size/(deadline − release), dịch về phía ground point; với xác suất 0.1 thử thêm một tour catalogue để giữ bước nhảy lớn. Mọi lân cận đều khả thi và được chấm bằng EDF simulation.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Phần 3: thuật toán đề xuất.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Tóm tắt khác biệt theo từng khía cạnh. Cột tô tím là phần của nhóm.</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Phần 2: phát biểu bài toán và hai kết quả lý thuyết.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Plan gồm trajectory, chọn path và bandwidth. Mục tiêu so sánh theo thứ tự từ điển: trước hết tỷ lệ alert đúng hạn, sau đó connectivity, cuối cùng là phần dữ liệu còn thiếu. Kỳ vọng lấy trên các channel realization.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8" name="Shape 2118"/>
        <p:cNvGrpSpPr/>
        <p:nvPr/>
      </p:nvGrpSpPr>
      <p:grpSpPr>
        <a:xfrm>
          <a:off x="0" y="0"/>
          <a:ext cx="0" cy="0"/>
          <a:chOff x="0" y="0"/>
          <a:chExt cx="0" cy="0"/>
        </a:xfrm>
      </p:grpSpPr>
      <p:sp>
        <p:nvSpPr>
          <p:cNvPr id="2119" name="Google Shape;2119;g24ef22aa1ac_0_5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20" name="Google Shape;2120;g24ef22aa1ac_0_5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Δ so với SBS-R đầy đủ. Gain đến từ chọn path và trajectory đồng thời, trên sampled realizations. Khi EDF đã chia bandwidth theo backlog thì weight và repair gần như không thêm gì. Quét toàn bộ catalogue tour mỗi vòng (thiết kế cũ) chỉ hơn local trajectory +0.006, CI chứa 0, trong khi tốn tới 90 thay vì khoảng 12 evaluation mỗi vòng.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Phần 4: kết quả thực nghiệm.</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Tran-IA là thuật toán inner approximation của Tran et al., được điều chỉnh sang mô hình của nhóm. SBS tốt hơn và lập plan nhanh hơn, nhưng khác biệt chưa significant sau Holm. Case study RescueNet đặt source tại các tòa nhà hư hại thật và cho cùng thứ hạng.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5" name="Shape 2195"/>
        <p:cNvGrpSpPr/>
        <p:nvPr/>
      </p:nvGrpSpPr>
      <p:grpSpPr>
        <a:xfrm>
          <a:off x="0" y="0"/>
          <a:ext cx="0" cy="0"/>
          <a:chOff x="0" y="0"/>
          <a:chExt cx="0" cy="0"/>
        </a:xfrm>
      </p:grpSpPr>
      <p:sp>
        <p:nvSpPr>
          <p:cNvPr id="2196" name="Google Shape;2196;g24ef22aa1ac_0_10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7" name="Google Shape;2197;g24ef22aa1ac_0_10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Thử nghiệm sơ bộ trên 6 scenario: hướng dẫn từ LP không chuyển được sang EDF scheduler. Local search được chấm bằng chính simulator, đặc biệt trên các realization lấy mẫu, cho kết quả tốt hơn FixedTour (0.410).</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3" name="Shape 2213"/>
        <p:cNvGrpSpPr/>
        <p:nvPr/>
      </p:nvGrpSpPr>
      <p:grpSpPr>
        <a:xfrm>
          <a:off x="0" y="0"/>
          <a:ext cx="0" cy="0"/>
          <a:chOff x="0" y="0"/>
          <a:chExt cx="0" cy="0"/>
        </a:xfrm>
      </p:grpSpPr>
      <p:sp>
        <p:nvSpPr>
          <p:cNvPr id="2214" name="Google Shape;2214;g24ef22aa1ac_0_1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15" name="Google Shape;2215;g24ef22aa1ac_0_1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Tóm tắt đóng góp và hạn chế.</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g24ef22aa1ac_0_12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4" name="Google Shape;2224;g24ef22aa1ac_0_1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Khởi tạo từ plan FixedTour với mọi weight bằng 1. Mỗi round chạy ba block; SBS-R thêm bước repair. Path và trajectory là local search: mỗi block sinh lân cận từ plan hiện tại (đọc ledger để biết link nào đang nghẽn) chứ không đổi qua lại một tập phương án tính sẵn. Bandwidth thực tế chia theo weight giữa các link đang có dữ liệu, nên plan không dùng thông tin tương lai.</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g24ef22aa1ac_0_1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9" name="Google Shape;2299;g24ef22aa1ac_0_1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SBS và SBS-R tốt nhất ở cả hai family. SBS-R gần như bằng SBS: repair không thêm gain. So với phiên bản trước (đổi qua lại 3 path và 90 tour tính sẵn), local search tăng nhẹ: SBS 0.551 → 0.559, SBS-R 0.553 → 0.560 (Wide). SBS-Lex dùng cùng search nhưng objective kiểu max-min, thấp hơn cả FixedTour.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7" name="Shape 2407"/>
        <p:cNvGrpSpPr/>
        <p:nvPr/>
      </p:nvGrpSpPr>
      <p:grpSpPr>
        <a:xfrm>
          <a:off x="0" y="0"/>
          <a:ext cx="0" cy="0"/>
          <a:chOff x="0" y="0"/>
          <a:chExt cx="0" cy="0"/>
        </a:xfrm>
      </p:grpSpPr>
      <p:sp>
        <p:nvSpPr>
          <p:cNvPr id="2408" name="Google Shape;2408;g24ef22aa1ac_0_17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9" name="Google Shape;2409;g24ef22aa1ac_0_17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Cảm ơn và mời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hyperlink" Target="https://bit.ly/3A1uf1Q" TargetMode="External"/><Relationship Id="rId4" Type="http://schemas.openxmlformats.org/officeDocument/2006/relationships/hyperlink" Target="http://bit.ly/2TtBDfr" TargetMode="Externa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8" name="Shape 8"/>
        <p:cNvGrpSpPr/>
        <p:nvPr/>
      </p:nvGrpSpPr>
      <p:grpSpPr>
        <a:xfrm>
          <a:off x="0" y="0"/>
          <a:ext cx="0" cy="0"/>
          <a:chOff x="0" y="0"/>
          <a:chExt cx="0" cy="0"/>
        </a:xfrm>
      </p:grpSpPr>
      <p:grpSp>
        <p:nvGrpSpPr>
          <p:cNvPr id="9" name="Google Shape;9;p2"/>
          <p:cNvGrpSpPr/>
          <p:nvPr/>
        </p:nvGrpSpPr>
        <p:grpSpPr>
          <a:xfrm>
            <a:off x="-3255180" y="-2900775"/>
            <a:ext cx="10039930" cy="6871129"/>
            <a:chOff x="-3102780" y="-2727750"/>
            <a:chExt cx="10039930" cy="6871129"/>
          </a:xfrm>
        </p:grpSpPr>
        <p:grpSp>
          <p:nvGrpSpPr>
            <p:cNvPr id="10" name="Google Shape;10;p2"/>
            <p:cNvGrpSpPr/>
            <p:nvPr/>
          </p:nvGrpSpPr>
          <p:grpSpPr>
            <a:xfrm rot="-7778255">
              <a:off x="-2414440" y="-1445047"/>
              <a:ext cx="5355679" cy="4305724"/>
              <a:chOff x="7103825" y="-713112"/>
              <a:chExt cx="3785226" cy="3043150"/>
            </a:xfrm>
          </p:grpSpPr>
          <p:sp>
            <p:nvSpPr>
              <p:cNvPr id="11" name="Google Shape;11;p2"/>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 name="Google Shape;12;p2"/>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sp>
          <p:nvSpPr>
            <p:cNvPr id="13" name="Google Shape;13;p2"/>
            <p:cNvSpPr/>
            <p:nvPr/>
          </p:nvSpPr>
          <p:spPr>
            <a:xfrm>
              <a:off x="-289323" y="-166742"/>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2700000">
              <a:off x="917817" y="-2200499"/>
              <a:ext cx="3153371" cy="5119296"/>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a:off x="-201475" y="-361175"/>
              <a:ext cx="7138625" cy="819350"/>
            </a:xfrm>
            <a:custGeom>
              <a:rect b="b" l="l" r="r" t="t"/>
              <a:pathLst>
                <a:path extrusionOk="0" h="32774" w="285545">
                  <a:moveTo>
                    <a:pt x="0" y="32774"/>
                  </a:moveTo>
                  <a:lnTo>
                    <a:pt x="188861" y="32774"/>
                  </a:lnTo>
                  <a:lnTo>
                    <a:pt x="221636" y="0"/>
                  </a:lnTo>
                  <a:lnTo>
                    <a:pt x="285545" y="0"/>
                  </a:lnTo>
                </a:path>
              </a:pathLst>
            </a:custGeom>
            <a:noFill/>
            <a:ln cap="flat" cmpd="sng" w="9525">
              <a:solidFill>
                <a:schemeClr val="dk2"/>
              </a:solidFill>
              <a:prstDash val="solid"/>
              <a:round/>
              <a:headEnd len="med" w="med" type="none"/>
              <a:tailEnd len="med" w="med" type="none"/>
            </a:ln>
          </p:spPr>
        </p:sp>
        <p:sp>
          <p:nvSpPr>
            <p:cNvPr id="16" name="Google Shape;16;p2"/>
            <p:cNvSpPr/>
            <p:nvPr/>
          </p:nvSpPr>
          <p:spPr>
            <a:xfrm rot="5400000">
              <a:off x="1110859" y="-1245788"/>
              <a:ext cx="577450" cy="3045475"/>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2"/>
            <p:cNvSpPr/>
            <p:nvPr/>
          </p:nvSpPr>
          <p:spPr>
            <a:xfrm rot="5400000">
              <a:off x="654013" y="-781254"/>
              <a:ext cx="687411" cy="2731351"/>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 name="Google Shape;18;p2"/>
            <p:cNvGrpSpPr/>
            <p:nvPr/>
          </p:nvGrpSpPr>
          <p:grpSpPr>
            <a:xfrm flipH="1">
              <a:off x="4446909" y="391151"/>
              <a:ext cx="134044" cy="134013"/>
              <a:chOff x="1101075" y="2142375"/>
              <a:chExt cx="439200" cy="439100"/>
            </a:xfrm>
          </p:grpSpPr>
          <p:sp>
            <p:nvSpPr>
              <p:cNvPr id="19" name="Google Shape;19;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 name="Google Shape;20;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 name="Google Shape;21;p2"/>
            <p:cNvGrpSpPr/>
            <p:nvPr/>
          </p:nvGrpSpPr>
          <p:grpSpPr>
            <a:xfrm flipH="1">
              <a:off x="1373609" y="694563"/>
              <a:ext cx="134044" cy="134013"/>
              <a:chOff x="1101075" y="2142375"/>
              <a:chExt cx="439200" cy="439100"/>
            </a:xfrm>
          </p:grpSpPr>
          <p:sp>
            <p:nvSpPr>
              <p:cNvPr id="22" name="Google Shape;22;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 name="Google Shape;24;p2"/>
            <p:cNvGrpSpPr/>
            <p:nvPr/>
          </p:nvGrpSpPr>
          <p:grpSpPr>
            <a:xfrm flipH="1">
              <a:off x="1086834" y="957463"/>
              <a:ext cx="134044" cy="134013"/>
              <a:chOff x="1101075" y="2142375"/>
              <a:chExt cx="439200" cy="439100"/>
            </a:xfrm>
          </p:grpSpPr>
          <p:sp>
            <p:nvSpPr>
              <p:cNvPr id="25" name="Google Shape;25;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 name="Google Shape;27;p2"/>
            <p:cNvGrpSpPr/>
            <p:nvPr/>
          </p:nvGrpSpPr>
          <p:grpSpPr>
            <a:xfrm flipH="1">
              <a:off x="277709" y="957463"/>
              <a:ext cx="134044" cy="134013"/>
              <a:chOff x="1101075" y="2142375"/>
              <a:chExt cx="439200" cy="439100"/>
            </a:xfrm>
          </p:grpSpPr>
          <p:sp>
            <p:nvSpPr>
              <p:cNvPr id="28" name="Google Shape;28;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 name="Google Shape;30;p2"/>
            <p:cNvGrpSpPr/>
            <p:nvPr/>
          </p:nvGrpSpPr>
          <p:grpSpPr>
            <a:xfrm flipH="1">
              <a:off x="277709" y="640813"/>
              <a:ext cx="134044" cy="134013"/>
              <a:chOff x="1101075" y="2142375"/>
              <a:chExt cx="439200" cy="439100"/>
            </a:xfrm>
          </p:grpSpPr>
          <p:sp>
            <p:nvSpPr>
              <p:cNvPr id="31" name="Google Shape;31;p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3" name="Google Shape;33;p2"/>
          <p:cNvGrpSpPr/>
          <p:nvPr/>
        </p:nvGrpSpPr>
        <p:grpSpPr>
          <a:xfrm>
            <a:off x="6385735" y="3039700"/>
            <a:ext cx="3920501" cy="3213899"/>
            <a:chOff x="6309535" y="2842975"/>
            <a:chExt cx="3920501" cy="3213899"/>
          </a:xfrm>
        </p:grpSpPr>
        <p:pic>
          <p:nvPicPr>
            <p:cNvPr id="34" name="Google Shape;34;p2"/>
            <p:cNvPicPr preferRelativeResize="0"/>
            <p:nvPr/>
          </p:nvPicPr>
          <p:blipFill rotWithShape="1">
            <a:blip r:embed="rId3">
              <a:alphaModFix/>
            </a:blip>
            <a:srcRect b="26177" l="16960" r="7121" t="24719"/>
            <a:stretch/>
          </p:blipFill>
          <p:spPr>
            <a:xfrm>
              <a:off x="6309535" y="3064650"/>
              <a:ext cx="3920501" cy="2992224"/>
            </a:xfrm>
            <a:prstGeom prst="rect">
              <a:avLst/>
            </a:prstGeom>
            <a:noFill/>
            <a:ln>
              <a:noFill/>
            </a:ln>
          </p:spPr>
        </p:pic>
        <p:sp>
          <p:nvSpPr>
            <p:cNvPr id="35" name="Google Shape;35;p2"/>
            <p:cNvSpPr/>
            <p:nvPr/>
          </p:nvSpPr>
          <p:spPr>
            <a:xfrm rot="10800000">
              <a:off x="7535449" y="2941132"/>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rot="10800000">
              <a:off x="7694795" y="2941747"/>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 name="Google Shape;37;p2"/>
            <p:cNvGrpSpPr/>
            <p:nvPr/>
          </p:nvGrpSpPr>
          <p:grpSpPr>
            <a:xfrm>
              <a:off x="7280400" y="3719575"/>
              <a:ext cx="582050" cy="582425"/>
              <a:chOff x="959750" y="3039275"/>
              <a:chExt cx="582050" cy="582425"/>
            </a:xfrm>
          </p:grpSpPr>
          <p:sp>
            <p:nvSpPr>
              <p:cNvPr id="38" name="Google Shape;38;p2"/>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2"/>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2"/>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2"/>
            <p:cNvSpPr/>
            <p:nvPr/>
          </p:nvSpPr>
          <p:spPr>
            <a:xfrm>
              <a:off x="8430775" y="2842975"/>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6" name="Google Shape;46;p2"/>
            <p:cNvGrpSpPr/>
            <p:nvPr/>
          </p:nvGrpSpPr>
          <p:grpSpPr>
            <a:xfrm>
              <a:off x="8337812" y="3492483"/>
              <a:ext cx="699928" cy="1651024"/>
              <a:chOff x="8337812" y="3492483"/>
              <a:chExt cx="699928" cy="1651024"/>
            </a:xfrm>
          </p:grpSpPr>
          <p:sp>
            <p:nvSpPr>
              <p:cNvPr id="47" name="Google Shape;47;p2"/>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2"/>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0" name="Google Shape;50;p2"/>
            <p:cNvGrpSpPr/>
            <p:nvPr/>
          </p:nvGrpSpPr>
          <p:grpSpPr>
            <a:xfrm>
              <a:off x="7945225" y="4302000"/>
              <a:ext cx="904666" cy="726121"/>
              <a:chOff x="7945225" y="4302000"/>
              <a:chExt cx="904666" cy="726121"/>
            </a:xfrm>
          </p:grpSpPr>
          <p:sp>
            <p:nvSpPr>
              <p:cNvPr id="51" name="Google Shape;51;p2"/>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 name="Google Shape;52;p2"/>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 name="Google Shape;53;p2"/>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54" name="Google Shape;54;p2"/>
          <p:cNvSpPr txBox="1"/>
          <p:nvPr>
            <p:ph type="ctrTitle"/>
          </p:nvPr>
        </p:nvSpPr>
        <p:spPr>
          <a:xfrm>
            <a:off x="1096850" y="816324"/>
            <a:ext cx="6974700" cy="2326500"/>
          </a:xfrm>
          <a:prstGeom prst="rect">
            <a:avLst/>
          </a:prstGeom>
        </p:spPr>
        <p:txBody>
          <a:bodyPr anchorCtr="0" anchor="b" bIns="91425" lIns="91425" spcFirstLastPara="1" rIns="91425" wrap="square" tIns="91425">
            <a:noAutofit/>
          </a:bodyPr>
          <a:lstStyle>
            <a:lvl1pPr lvl="0">
              <a:lnSpc>
                <a:spcPct val="115000"/>
              </a:lnSpc>
              <a:spcBef>
                <a:spcPts val="0"/>
              </a:spcBef>
              <a:spcAft>
                <a:spcPts val="0"/>
              </a:spcAft>
              <a:buClr>
                <a:srgbClr val="191919"/>
              </a:buClr>
              <a:buSzPts val="5200"/>
              <a:buNone/>
              <a:defRPr sz="45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p:txBody>
      </p:sp>
      <p:sp>
        <p:nvSpPr>
          <p:cNvPr id="55" name="Google Shape;55;p2"/>
          <p:cNvSpPr txBox="1"/>
          <p:nvPr>
            <p:ph idx="1" type="subTitle"/>
          </p:nvPr>
        </p:nvSpPr>
        <p:spPr>
          <a:xfrm>
            <a:off x="1096850" y="3456250"/>
            <a:ext cx="4882500" cy="4758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sz="16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grpSp>
        <p:nvGrpSpPr>
          <p:cNvPr id="56" name="Google Shape;56;p2"/>
          <p:cNvGrpSpPr/>
          <p:nvPr/>
        </p:nvGrpSpPr>
        <p:grpSpPr>
          <a:xfrm>
            <a:off x="-309885" y="3617406"/>
            <a:ext cx="1448824" cy="2238804"/>
            <a:chOff x="-309885" y="3617406"/>
            <a:chExt cx="1448824" cy="2238804"/>
          </a:xfrm>
        </p:grpSpPr>
        <p:grpSp>
          <p:nvGrpSpPr>
            <p:cNvPr id="57" name="Google Shape;57;p2"/>
            <p:cNvGrpSpPr/>
            <p:nvPr/>
          </p:nvGrpSpPr>
          <p:grpSpPr>
            <a:xfrm>
              <a:off x="-277007" y="3870159"/>
              <a:ext cx="981772" cy="1986051"/>
              <a:chOff x="-293545" y="3454371"/>
              <a:chExt cx="981772" cy="1986051"/>
            </a:xfrm>
          </p:grpSpPr>
          <p:sp>
            <p:nvSpPr>
              <p:cNvPr id="58" name="Google Shape;58;p2"/>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2"/>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 name="Google Shape;60;p2"/>
            <p:cNvGrpSpPr/>
            <p:nvPr/>
          </p:nvGrpSpPr>
          <p:grpSpPr>
            <a:xfrm>
              <a:off x="363249" y="4906873"/>
              <a:ext cx="699940" cy="478601"/>
              <a:chOff x="39722" y="4349021"/>
              <a:chExt cx="1061964" cy="726143"/>
            </a:xfrm>
          </p:grpSpPr>
          <p:grpSp>
            <p:nvGrpSpPr>
              <p:cNvPr id="61" name="Google Shape;61;p2"/>
              <p:cNvGrpSpPr/>
              <p:nvPr/>
            </p:nvGrpSpPr>
            <p:grpSpPr>
              <a:xfrm rot="2700000">
                <a:off x="140502" y="4460924"/>
                <a:ext cx="524584" cy="502337"/>
                <a:chOff x="1189791" y="-1767331"/>
                <a:chExt cx="904284" cy="865933"/>
              </a:xfrm>
            </p:grpSpPr>
            <p:sp>
              <p:nvSpPr>
                <p:cNvPr id="62" name="Google Shape;62;p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 name="Google Shape;63;p2"/>
                <p:cNvGrpSpPr/>
                <p:nvPr/>
              </p:nvGrpSpPr>
              <p:grpSpPr>
                <a:xfrm>
                  <a:off x="1232795" y="-1740829"/>
                  <a:ext cx="717621" cy="717392"/>
                  <a:chOff x="1483457" y="3953671"/>
                  <a:chExt cx="717621" cy="717392"/>
                </a:xfrm>
              </p:grpSpPr>
              <p:sp>
                <p:nvSpPr>
                  <p:cNvPr id="64" name="Google Shape;64;p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9" name="Google Shape;69;p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0" name="Google Shape;70;p2"/>
            <p:cNvGrpSpPr/>
            <p:nvPr/>
          </p:nvGrpSpPr>
          <p:grpSpPr>
            <a:xfrm rot="-5400000">
              <a:off x="-461873" y="3769393"/>
              <a:ext cx="1351491" cy="1047516"/>
              <a:chOff x="-2460210" y="2758493"/>
              <a:chExt cx="1351491" cy="1047516"/>
            </a:xfrm>
          </p:grpSpPr>
          <p:sp>
            <p:nvSpPr>
              <p:cNvPr id="71" name="Google Shape;71;p2"/>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2"/>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2"/>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2"/>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 name="Google Shape;75;p2"/>
            <p:cNvGrpSpPr/>
            <p:nvPr/>
          </p:nvGrpSpPr>
          <p:grpSpPr>
            <a:xfrm>
              <a:off x="438999" y="4567398"/>
              <a:ext cx="699940" cy="478601"/>
              <a:chOff x="39722" y="4349021"/>
              <a:chExt cx="1061964" cy="726143"/>
            </a:xfrm>
          </p:grpSpPr>
          <p:grpSp>
            <p:nvGrpSpPr>
              <p:cNvPr id="76" name="Google Shape;76;p2"/>
              <p:cNvGrpSpPr/>
              <p:nvPr/>
            </p:nvGrpSpPr>
            <p:grpSpPr>
              <a:xfrm rot="2700000">
                <a:off x="140502" y="4460924"/>
                <a:ext cx="524584" cy="502337"/>
                <a:chOff x="1189791" y="-1767331"/>
                <a:chExt cx="904284" cy="865933"/>
              </a:xfrm>
            </p:grpSpPr>
            <p:sp>
              <p:nvSpPr>
                <p:cNvPr id="77" name="Google Shape;77;p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8" name="Google Shape;78;p2"/>
                <p:cNvGrpSpPr/>
                <p:nvPr/>
              </p:nvGrpSpPr>
              <p:grpSpPr>
                <a:xfrm>
                  <a:off x="1232795" y="-1740829"/>
                  <a:ext cx="717621" cy="717392"/>
                  <a:chOff x="1483457" y="3953671"/>
                  <a:chExt cx="717621" cy="717392"/>
                </a:xfrm>
              </p:grpSpPr>
              <p:sp>
                <p:nvSpPr>
                  <p:cNvPr id="79" name="Google Shape;79;p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4" name="Google Shape;84;p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 name="Google Shape;85;p2"/>
            <p:cNvGrpSpPr/>
            <p:nvPr/>
          </p:nvGrpSpPr>
          <p:grpSpPr>
            <a:xfrm>
              <a:off x="-65076" y="4623886"/>
              <a:ext cx="699940" cy="478601"/>
              <a:chOff x="39722" y="4349021"/>
              <a:chExt cx="1061964" cy="726143"/>
            </a:xfrm>
          </p:grpSpPr>
          <p:grpSp>
            <p:nvGrpSpPr>
              <p:cNvPr id="86" name="Google Shape;86;p2"/>
              <p:cNvGrpSpPr/>
              <p:nvPr/>
            </p:nvGrpSpPr>
            <p:grpSpPr>
              <a:xfrm rot="2700000">
                <a:off x="140502" y="4460924"/>
                <a:ext cx="524584" cy="502337"/>
                <a:chOff x="1189791" y="-1767331"/>
                <a:chExt cx="904284" cy="865933"/>
              </a:xfrm>
            </p:grpSpPr>
            <p:sp>
              <p:nvSpPr>
                <p:cNvPr id="87" name="Google Shape;87;p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8" name="Google Shape;88;p2"/>
                <p:cNvGrpSpPr/>
                <p:nvPr/>
              </p:nvGrpSpPr>
              <p:grpSpPr>
                <a:xfrm>
                  <a:off x="1232795" y="-1740829"/>
                  <a:ext cx="717621" cy="717392"/>
                  <a:chOff x="1483457" y="3953671"/>
                  <a:chExt cx="717621" cy="717392"/>
                </a:xfrm>
              </p:grpSpPr>
              <p:sp>
                <p:nvSpPr>
                  <p:cNvPr id="89" name="Google Shape;89;p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4" name="Google Shape;94;p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5" name="Shape 95"/>
        <p:cNvGrpSpPr/>
        <p:nvPr/>
      </p:nvGrpSpPr>
      <p:grpSpPr>
        <a:xfrm>
          <a:off x="0" y="0"/>
          <a:ext cx="0" cy="0"/>
          <a:chOff x="0" y="0"/>
          <a:chExt cx="0" cy="0"/>
        </a:xfrm>
      </p:grpSpPr>
      <p:sp>
        <p:nvSpPr>
          <p:cNvPr id="96" name="Google Shape;96;p3"/>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97" name="Google Shape;97;p3"/>
          <p:cNvSpPr txBox="1"/>
          <p:nvPr>
            <p:ph hasCustomPrompt="1" idx="2" type="title"/>
          </p:nvPr>
        </p:nvSpPr>
        <p:spPr>
          <a:xfrm>
            <a:off x="720000" y="1025725"/>
            <a:ext cx="1702500" cy="993600"/>
          </a:xfrm>
          <a:prstGeom prst="rect">
            <a:avLst/>
          </a:prstGeom>
        </p:spPr>
        <p:txBody>
          <a:bodyPr anchorCtr="0" anchor="ctr" bIns="91425" lIns="91425" spcFirstLastPara="1" rIns="91425" wrap="square" tIns="91425">
            <a:noAutofit/>
          </a:bodyPr>
          <a:lstStyle>
            <a:lvl1pPr lvl="0" rtl="0">
              <a:spcBef>
                <a:spcPts val="0"/>
              </a:spcBef>
              <a:spcAft>
                <a:spcPts val="0"/>
              </a:spcAft>
              <a:buSzPts val="6000"/>
              <a:buNone/>
              <a:defRPr sz="6200">
                <a:latin typeface="Be Vietnam Pro"/>
                <a:ea typeface="Be Vietnam Pro"/>
                <a:cs typeface="Be Vietnam Pro"/>
                <a:sym typeface="Be Vietnam Pro"/>
              </a:defRPr>
            </a:lvl1pPr>
            <a:lvl2pPr lvl="1" rtl="0" algn="ctr">
              <a:spcBef>
                <a:spcPts val="0"/>
              </a:spcBef>
              <a:spcAft>
                <a:spcPts val="0"/>
              </a:spcAft>
              <a:buSzPts val="6000"/>
              <a:buNone/>
              <a:defRPr sz="6000"/>
            </a:lvl2pPr>
            <a:lvl3pPr lvl="2" rtl="0" algn="ctr">
              <a:spcBef>
                <a:spcPts val="0"/>
              </a:spcBef>
              <a:spcAft>
                <a:spcPts val="0"/>
              </a:spcAft>
              <a:buSzPts val="6000"/>
              <a:buNone/>
              <a:defRPr sz="6000"/>
            </a:lvl3pPr>
            <a:lvl4pPr lvl="3" rtl="0" algn="ctr">
              <a:spcBef>
                <a:spcPts val="0"/>
              </a:spcBef>
              <a:spcAft>
                <a:spcPts val="0"/>
              </a:spcAft>
              <a:buSzPts val="6000"/>
              <a:buNone/>
              <a:defRPr sz="6000"/>
            </a:lvl4pPr>
            <a:lvl5pPr lvl="4" rtl="0" algn="ctr">
              <a:spcBef>
                <a:spcPts val="0"/>
              </a:spcBef>
              <a:spcAft>
                <a:spcPts val="0"/>
              </a:spcAft>
              <a:buSzPts val="6000"/>
              <a:buNone/>
              <a:defRPr sz="6000"/>
            </a:lvl5pPr>
            <a:lvl6pPr lvl="5" rtl="0" algn="ctr">
              <a:spcBef>
                <a:spcPts val="0"/>
              </a:spcBef>
              <a:spcAft>
                <a:spcPts val="0"/>
              </a:spcAft>
              <a:buSzPts val="6000"/>
              <a:buNone/>
              <a:defRPr sz="6000"/>
            </a:lvl6pPr>
            <a:lvl7pPr lvl="6" rtl="0" algn="ctr">
              <a:spcBef>
                <a:spcPts val="0"/>
              </a:spcBef>
              <a:spcAft>
                <a:spcPts val="0"/>
              </a:spcAft>
              <a:buSzPts val="6000"/>
              <a:buNone/>
              <a:defRPr sz="6000"/>
            </a:lvl7pPr>
            <a:lvl8pPr lvl="7" rtl="0" algn="ctr">
              <a:spcBef>
                <a:spcPts val="0"/>
              </a:spcBef>
              <a:spcAft>
                <a:spcPts val="0"/>
              </a:spcAft>
              <a:buSzPts val="6000"/>
              <a:buNone/>
              <a:defRPr sz="6000"/>
            </a:lvl8pPr>
            <a:lvl9pPr lvl="8" rtl="0" algn="ctr">
              <a:spcBef>
                <a:spcPts val="0"/>
              </a:spcBef>
              <a:spcAft>
                <a:spcPts val="0"/>
              </a:spcAft>
              <a:buSzPts val="6000"/>
              <a:buNone/>
              <a:defRPr sz="6000"/>
            </a:lvl9pPr>
          </a:lstStyle>
          <a:p>
            <a:r>
              <a:t>xx%</a:t>
            </a:r>
          </a:p>
        </p:txBody>
      </p:sp>
      <p:sp>
        <p:nvSpPr>
          <p:cNvPr id="98" name="Google Shape;98;p3"/>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99" name="Google Shape;99;p3"/>
          <p:cNvGrpSpPr/>
          <p:nvPr/>
        </p:nvGrpSpPr>
        <p:grpSpPr>
          <a:xfrm>
            <a:off x="-539206" y="-1717975"/>
            <a:ext cx="4397193" cy="4171657"/>
            <a:chOff x="-494406" y="-1584825"/>
            <a:chExt cx="4397193" cy="4171657"/>
          </a:xfrm>
        </p:grpSpPr>
        <p:grpSp>
          <p:nvGrpSpPr>
            <p:cNvPr id="100" name="Google Shape;100;p3"/>
            <p:cNvGrpSpPr/>
            <p:nvPr/>
          </p:nvGrpSpPr>
          <p:grpSpPr>
            <a:xfrm>
              <a:off x="-494406" y="-252396"/>
              <a:ext cx="1741563" cy="1288563"/>
              <a:chOff x="-494406" y="-252396"/>
              <a:chExt cx="1741563" cy="1288563"/>
            </a:xfrm>
          </p:grpSpPr>
          <p:sp>
            <p:nvSpPr>
              <p:cNvPr id="101" name="Google Shape;101;p3"/>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3"/>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 name="Google Shape;103;p3"/>
            <p:cNvGrpSpPr/>
            <p:nvPr/>
          </p:nvGrpSpPr>
          <p:grpSpPr>
            <a:xfrm>
              <a:off x="245875" y="-51824"/>
              <a:ext cx="208200" cy="1824700"/>
              <a:chOff x="1040050" y="3812126"/>
              <a:chExt cx="208200" cy="1824700"/>
            </a:xfrm>
          </p:grpSpPr>
          <p:sp>
            <p:nvSpPr>
              <p:cNvPr id="104" name="Google Shape;104;p3"/>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3"/>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6" name="Google Shape;106;p3"/>
            <p:cNvGrpSpPr/>
            <p:nvPr/>
          </p:nvGrpSpPr>
          <p:grpSpPr>
            <a:xfrm>
              <a:off x="441574" y="-36652"/>
              <a:ext cx="699940" cy="478601"/>
              <a:chOff x="39722" y="4349021"/>
              <a:chExt cx="1061964" cy="726143"/>
            </a:xfrm>
          </p:grpSpPr>
          <p:grpSp>
            <p:nvGrpSpPr>
              <p:cNvPr id="107" name="Google Shape;107;p3"/>
              <p:cNvGrpSpPr/>
              <p:nvPr/>
            </p:nvGrpSpPr>
            <p:grpSpPr>
              <a:xfrm rot="2700000">
                <a:off x="140502" y="4460924"/>
                <a:ext cx="524584" cy="502337"/>
                <a:chOff x="1189791" y="-1767331"/>
                <a:chExt cx="904284" cy="865933"/>
              </a:xfrm>
            </p:grpSpPr>
            <p:sp>
              <p:nvSpPr>
                <p:cNvPr id="108" name="Google Shape;108;p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 name="Google Shape;109;p3"/>
                <p:cNvGrpSpPr/>
                <p:nvPr/>
              </p:nvGrpSpPr>
              <p:grpSpPr>
                <a:xfrm>
                  <a:off x="1232795" y="-1740829"/>
                  <a:ext cx="717621" cy="717392"/>
                  <a:chOff x="1483457" y="3953671"/>
                  <a:chExt cx="717621" cy="717392"/>
                </a:xfrm>
              </p:grpSpPr>
              <p:sp>
                <p:nvSpPr>
                  <p:cNvPr id="110" name="Google Shape;110;p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15" name="Google Shape;115;p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 name="Google Shape;116;p3"/>
            <p:cNvGrpSpPr/>
            <p:nvPr/>
          </p:nvGrpSpPr>
          <p:grpSpPr>
            <a:xfrm>
              <a:off x="955673" y="11"/>
              <a:ext cx="592576" cy="405260"/>
              <a:chOff x="39722" y="4349021"/>
              <a:chExt cx="1061964" cy="726143"/>
            </a:xfrm>
          </p:grpSpPr>
          <p:grpSp>
            <p:nvGrpSpPr>
              <p:cNvPr id="117" name="Google Shape;117;p3"/>
              <p:cNvGrpSpPr/>
              <p:nvPr/>
            </p:nvGrpSpPr>
            <p:grpSpPr>
              <a:xfrm rot="2700000">
                <a:off x="140502" y="4460924"/>
                <a:ext cx="524584" cy="502337"/>
                <a:chOff x="1189791" y="-1767331"/>
                <a:chExt cx="904284" cy="865933"/>
              </a:xfrm>
            </p:grpSpPr>
            <p:sp>
              <p:nvSpPr>
                <p:cNvPr id="118" name="Google Shape;118;p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9" name="Google Shape;119;p3"/>
                <p:cNvGrpSpPr/>
                <p:nvPr/>
              </p:nvGrpSpPr>
              <p:grpSpPr>
                <a:xfrm>
                  <a:off x="1232795" y="-1740829"/>
                  <a:ext cx="717621" cy="717392"/>
                  <a:chOff x="1483457" y="3953671"/>
                  <a:chExt cx="717621" cy="717392"/>
                </a:xfrm>
              </p:grpSpPr>
              <p:sp>
                <p:nvSpPr>
                  <p:cNvPr id="120" name="Google Shape;120;p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5" name="Google Shape;125;p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6" name="Google Shape;126;p3"/>
            <p:cNvGrpSpPr/>
            <p:nvPr/>
          </p:nvGrpSpPr>
          <p:grpSpPr>
            <a:xfrm>
              <a:off x="-1" y="621223"/>
              <a:ext cx="699940" cy="478601"/>
              <a:chOff x="39722" y="4349021"/>
              <a:chExt cx="1061964" cy="726143"/>
            </a:xfrm>
          </p:grpSpPr>
          <p:grpSp>
            <p:nvGrpSpPr>
              <p:cNvPr id="127" name="Google Shape;127;p3"/>
              <p:cNvGrpSpPr/>
              <p:nvPr/>
            </p:nvGrpSpPr>
            <p:grpSpPr>
              <a:xfrm rot="2700000">
                <a:off x="140502" y="4460924"/>
                <a:ext cx="524584" cy="502337"/>
                <a:chOff x="1189791" y="-1767331"/>
                <a:chExt cx="904284" cy="865933"/>
              </a:xfrm>
            </p:grpSpPr>
            <p:sp>
              <p:nvSpPr>
                <p:cNvPr id="128" name="Google Shape;128;p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 name="Google Shape;129;p3"/>
                <p:cNvGrpSpPr/>
                <p:nvPr/>
              </p:nvGrpSpPr>
              <p:grpSpPr>
                <a:xfrm>
                  <a:off x="1232795" y="-1740829"/>
                  <a:ext cx="717621" cy="717392"/>
                  <a:chOff x="1483457" y="3953671"/>
                  <a:chExt cx="717621" cy="717392"/>
                </a:xfrm>
              </p:grpSpPr>
              <p:sp>
                <p:nvSpPr>
                  <p:cNvPr id="130" name="Google Shape;130;p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5" name="Google Shape;135;p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 name="Google Shape;136;p3"/>
            <p:cNvGrpSpPr/>
            <p:nvPr/>
          </p:nvGrpSpPr>
          <p:grpSpPr>
            <a:xfrm rot="-8100000">
              <a:off x="540898" y="-1172741"/>
              <a:ext cx="2552124" cy="3347490"/>
              <a:chOff x="2976325" y="908175"/>
              <a:chExt cx="4028179" cy="5283555"/>
            </a:xfrm>
          </p:grpSpPr>
          <p:sp>
            <p:nvSpPr>
              <p:cNvPr id="137" name="Google Shape;137;p3"/>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3"/>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3"/>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0" name="Shape 140"/>
        <p:cNvGrpSpPr/>
        <p:nvPr/>
      </p:nvGrpSpPr>
      <p:grpSpPr>
        <a:xfrm>
          <a:off x="0" y="0"/>
          <a:ext cx="0" cy="0"/>
          <a:chOff x="0" y="0"/>
          <a:chExt cx="0" cy="0"/>
        </a:xfrm>
      </p:grpSpPr>
      <p:sp>
        <p:nvSpPr>
          <p:cNvPr id="141" name="Google Shape;141;p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42" name="Google Shape;142;p4"/>
          <p:cNvSpPr txBox="1"/>
          <p:nvPr>
            <p:ph idx="1" type="body"/>
          </p:nvPr>
        </p:nvSpPr>
        <p:spPr>
          <a:xfrm>
            <a:off x="720000" y="1139551"/>
            <a:ext cx="7704000" cy="411300"/>
          </a:xfrm>
          <a:prstGeom prst="rect">
            <a:avLst/>
          </a:prstGeom>
        </p:spPr>
        <p:txBody>
          <a:bodyPr anchorCtr="0" anchor="t" bIns="91425" lIns="91425" spcFirstLastPara="1" rIns="91425" wrap="square" tIns="91425">
            <a:noAutofit/>
          </a:bodyPr>
          <a:lstStyle>
            <a:lvl1pPr indent="-317500" lvl="0" marL="457200" rtl="0">
              <a:lnSpc>
                <a:spcPct val="100000"/>
              </a:lnSpc>
              <a:spcBef>
                <a:spcPts val="0"/>
              </a:spcBef>
              <a:spcAft>
                <a:spcPts val="0"/>
              </a:spcAft>
              <a:buClr>
                <a:srgbClr val="434343"/>
              </a:buClr>
              <a:buSzPts val="1400"/>
              <a:buAutoNum type="arabicPeriod"/>
              <a:defRPr>
                <a:solidFill>
                  <a:srgbClr val="191919"/>
                </a:solidFill>
              </a:defRPr>
            </a:lvl1pPr>
            <a:lvl2pPr indent="-317500" lvl="1" marL="914400" rtl="0">
              <a:lnSpc>
                <a:spcPct val="115000"/>
              </a:lnSpc>
              <a:spcBef>
                <a:spcPts val="0"/>
              </a:spcBef>
              <a:spcAft>
                <a:spcPts val="0"/>
              </a:spcAft>
              <a:buClr>
                <a:srgbClr val="434343"/>
              </a:buClr>
              <a:buSzPts val="1400"/>
              <a:buFont typeface="Roboto Condensed Light"/>
              <a:buAutoNum type="alphaLcPeriod"/>
              <a:defRPr>
                <a:solidFill>
                  <a:srgbClr val="434343"/>
                </a:solidFill>
              </a:defRPr>
            </a:lvl2pPr>
            <a:lvl3pPr indent="-317500" lvl="2" marL="1371600" rtl="0">
              <a:lnSpc>
                <a:spcPct val="115000"/>
              </a:lnSpc>
              <a:spcBef>
                <a:spcPts val="0"/>
              </a:spcBef>
              <a:spcAft>
                <a:spcPts val="0"/>
              </a:spcAft>
              <a:buClr>
                <a:srgbClr val="434343"/>
              </a:buClr>
              <a:buSzPts val="1400"/>
              <a:buFont typeface="Roboto Condensed Light"/>
              <a:buAutoNum type="romanLcPeriod"/>
              <a:defRPr>
                <a:solidFill>
                  <a:srgbClr val="434343"/>
                </a:solidFill>
              </a:defRPr>
            </a:lvl3pPr>
            <a:lvl4pPr indent="-317500" lvl="3" marL="1828800" rtl="0">
              <a:lnSpc>
                <a:spcPct val="115000"/>
              </a:lnSpc>
              <a:spcBef>
                <a:spcPts val="0"/>
              </a:spcBef>
              <a:spcAft>
                <a:spcPts val="0"/>
              </a:spcAft>
              <a:buClr>
                <a:srgbClr val="434343"/>
              </a:buClr>
              <a:buSzPts val="1400"/>
              <a:buFont typeface="Roboto Condensed Light"/>
              <a:buAutoNum type="arabicPeriod"/>
              <a:defRPr>
                <a:solidFill>
                  <a:srgbClr val="434343"/>
                </a:solidFill>
              </a:defRPr>
            </a:lvl4pPr>
            <a:lvl5pPr indent="-317500" lvl="4" marL="2286000" rtl="0">
              <a:lnSpc>
                <a:spcPct val="115000"/>
              </a:lnSpc>
              <a:spcBef>
                <a:spcPts val="0"/>
              </a:spcBef>
              <a:spcAft>
                <a:spcPts val="0"/>
              </a:spcAft>
              <a:buClr>
                <a:srgbClr val="434343"/>
              </a:buClr>
              <a:buSzPts val="1400"/>
              <a:buFont typeface="Roboto Condensed Light"/>
              <a:buAutoNum type="alphaLcPeriod"/>
              <a:defRPr>
                <a:solidFill>
                  <a:srgbClr val="434343"/>
                </a:solidFill>
              </a:defRPr>
            </a:lvl5pPr>
            <a:lvl6pPr indent="-317500" lvl="5" marL="2743200" rtl="0">
              <a:lnSpc>
                <a:spcPct val="115000"/>
              </a:lnSpc>
              <a:spcBef>
                <a:spcPts val="0"/>
              </a:spcBef>
              <a:spcAft>
                <a:spcPts val="0"/>
              </a:spcAft>
              <a:buClr>
                <a:srgbClr val="434343"/>
              </a:buClr>
              <a:buSzPts val="1400"/>
              <a:buFont typeface="Roboto Condensed Light"/>
              <a:buAutoNum type="romanLcPeriod"/>
              <a:defRPr>
                <a:solidFill>
                  <a:srgbClr val="434343"/>
                </a:solidFill>
              </a:defRPr>
            </a:lvl6pPr>
            <a:lvl7pPr indent="-317500" lvl="6" marL="3200400" rtl="0">
              <a:lnSpc>
                <a:spcPct val="115000"/>
              </a:lnSpc>
              <a:spcBef>
                <a:spcPts val="0"/>
              </a:spcBef>
              <a:spcAft>
                <a:spcPts val="0"/>
              </a:spcAft>
              <a:buClr>
                <a:srgbClr val="434343"/>
              </a:buClr>
              <a:buSzPts val="1400"/>
              <a:buFont typeface="Roboto Condensed Light"/>
              <a:buAutoNum type="arabicPeriod"/>
              <a:defRPr>
                <a:solidFill>
                  <a:srgbClr val="434343"/>
                </a:solidFill>
              </a:defRPr>
            </a:lvl7pPr>
            <a:lvl8pPr indent="-317500" lvl="7" marL="3657600" rtl="0">
              <a:lnSpc>
                <a:spcPct val="115000"/>
              </a:lnSpc>
              <a:spcBef>
                <a:spcPts val="0"/>
              </a:spcBef>
              <a:spcAft>
                <a:spcPts val="0"/>
              </a:spcAft>
              <a:buClr>
                <a:srgbClr val="434343"/>
              </a:buClr>
              <a:buSzPts val="1400"/>
              <a:buFont typeface="Roboto Condensed Light"/>
              <a:buAutoNum type="alphaLcPeriod"/>
              <a:defRPr>
                <a:solidFill>
                  <a:srgbClr val="434343"/>
                </a:solidFill>
              </a:defRPr>
            </a:lvl8pPr>
            <a:lvl9pPr indent="-317500" lvl="8" marL="4114800" rtl="0">
              <a:lnSpc>
                <a:spcPct val="115000"/>
              </a:lnSpc>
              <a:spcBef>
                <a:spcPts val="0"/>
              </a:spcBef>
              <a:spcAft>
                <a:spcPts val="0"/>
              </a:spcAft>
              <a:buClr>
                <a:srgbClr val="434343"/>
              </a:buClr>
              <a:buSzPts val="1400"/>
              <a:buFont typeface="Roboto Condensed Light"/>
              <a:buAutoNum type="romanLcPeriod"/>
              <a:defRPr>
                <a:solidFill>
                  <a:srgbClr val="434343"/>
                </a:solidFill>
              </a:defRPr>
            </a:lvl9pPr>
          </a:lstStyle>
          <a:p/>
        </p:txBody>
      </p:sp>
      <p:grpSp>
        <p:nvGrpSpPr>
          <p:cNvPr id="143" name="Google Shape;143;p4"/>
          <p:cNvGrpSpPr/>
          <p:nvPr/>
        </p:nvGrpSpPr>
        <p:grpSpPr>
          <a:xfrm>
            <a:off x="7365150" y="-1147799"/>
            <a:ext cx="3733124" cy="6537004"/>
            <a:chOff x="7212750" y="-1147799"/>
            <a:chExt cx="3733124" cy="6537004"/>
          </a:xfrm>
        </p:grpSpPr>
        <p:pic>
          <p:nvPicPr>
            <p:cNvPr id="144" name="Google Shape;144;p4"/>
            <p:cNvPicPr preferRelativeResize="0"/>
            <p:nvPr/>
          </p:nvPicPr>
          <p:blipFill rotWithShape="1">
            <a:blip r:embed="rId2">
              <a:alphaModFix/>
            </a:blip>
            <a:srcRect b="26177" l="16960" r="7121" t="24719"/>
            <a:stretch/>
          </p:blipFill>
          <p:spPr>
            <a:xfrm>
              <a:off x="7212750" y="-1147799"/>
              <a:ext cx="3733124" cy="2849200"/>
            </a:xfrm>
            <a:prstGeom prst="rect">
              <a:avLst/>
            </a:prstGeom>
            <a:noFill/>
            <a:ln>
              <a:noFill/>
            </a:ln>
          </p:spPr>
        </p:pic>
        <p:grpSp>
          <p:nvGrpSpPr>
            <p:cNvPr id="145" name="Google Shape;145;p4"/>
            <p:cNvGrpSpPr/>
            <p:nvPr/>
          </p:nvGrpSpPr>
          <p:grpSpPr>
            <a:xfrm>
              <a:off x="7392021" y="539499"/>
              <a:ext cx="1518472" cy="3030657"/>
              <a:chOff x="7785196" y="342199"/>
              <a:chExt cx="1518472" cy="3030657"/>
            </a:xfrm>
          </p:grpSpPr>
          <p:sp>
            <p:nvSpPr>
              <p:cNvPr id="146" name="Google Shape;146;p4"/>
              <p:cNvSpPr/>
              <p:nvPr/>
            </p:nvSpPr>
            <p:spPr>
              <a:xfrm rot="10800000">
                <a:off x="7882621" y="5394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
              <p:cNvSpPr/>
              <p:nvPr/>
            </p:nvSpPr>
            <p:spPr>
              <a:xfrm rot="10800000">
                <a:off x="7785196" y="3421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8" name="Google Shape;148;p4"/>
            <p:cNvSpPr/>
            <p:nvPr/>
          </p:nvSpPr>
          <p:spPr>
            <a:xfrm rot="5400000">
              <a:off x="8098189" y="-87718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9" name="Google Shape;149;p4"/>
            <p:cNvGrpSpPr/>
            <p:nvPr/>
          </p:nvGrpSpPr>
          <p:grpSpPr>
            <a:xfrm>
              <a:off x="7740801" y="270000"/>
              <a:ext cx="3153315" cy="5119205"/>
              <a:chOff x="7740801" y="270000"/>
              <a:chExt cx="3153315" cy="5119205"/>
            </a:xfrm>
          </p:grpSpPr>
          <p:sp>
            <p:nvSpPr>
              <p:cNvPr id="150" name="Google Shape;150;p4"/>
              <p:cNvSpPr/>
              <p:nvPr/>
            </p:nvSpPr>
            <p:spPr>
              <a:xfrm>
                <a:off x="7740801" y="27000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51" name="Google Shape;151;p4"/>
              <p:cNvGrpSpPr/>
              <p:nvPr/>
            </p:nvGrpSpPr>
            <p:grpSpPr>
              <a:xfrm>
                <a:off x="8192886" y="4736397"/>
                <a:ext cx="134004" cy="134004"/>
                <a:chOff x="8356813" y="1074288"/>
                <a:chExt cx="351900" cy="351900"/>
              </a:xfrm>
            </p:grpSpPr>
            <p:sp>
              <p:nvSpPr>
                <p:cNvPr id="152" name="Google Shape;152;p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4" name="Google Shape;154;p4"/>
              <p:cNvGrpSpPr/>
              <p:nvPr/>
            </p:nvGrpSpPr>
            <p:grpSpPr>
              <a:xfrm>
                <a:off x="8788211" y="3794722"/>
                <a:ext cx="134004" cy="134004"/>
                <a:chOff x="8356813" y="1074288"/>
                <a:chExt cx="351900" cy="351900"/>
              </a:xfrm>
            </p:grpSpPr>
            <p:sp>
              <p:nvSpPr>
                <p:cNvPr id="155" name="Google Shape;155;p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7" name="Google Shape;157;p4"/>
              <p:cNvGrpSpPr/>
              <p:nvPr/>
            </p:nvGrpSpPr>
            <p:grpSpPr>
              <a:xfrm>
                <a:off x="8654186" y="2424672"/>
                <a:ext cx="134004" cy="134004"/>
                <a:chOff x="8356813" y="1074288"/>
                <a:chExt cx="351900" cy="351900"/>
              </a:xfrm>
            </p:grpSpPr>
            <p:sp>
              <p:nvSpPr>
                <p:cNvPr id="158" name="Google Shape;158;p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60" name="Google Shape;160;p4"/>
          <p:cNvGrpSpPr/>
          <p:nvPr/>
        </p:nvGrpSpPr>
        <p:grpSpPr>
          <a:xfrm rot="-2529045">
            <a:off x="105741" y="3680210"/>
            <a:ext cx="591691" cy="2260270"/>
            <a:chOff x="-132364" y="1829399"/>
            <a:chExt cx="591677" cy="2260214"/>
          </a:xfrm>
        </p:grpSpPr>
        <p:sp>
          <p:nvSpPr>
            <p:cNvPr id="161" name="Google Shape;161;p4"/>
            <p:cNvSpPr/>
            <p:nvPr/>
          </p:nvSpPr>
          <p:spPr>
            <a:xfrm rot="10800000">
              <a:off x="62461" y="1829399"/>
              <a:ext cx="396852" cy="2260214"/>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4"/>
            <p:cNvSpPr/>
            <p:nvPr/>
          </p:nvSpPr>
          <p:spPr>
            <a:xfrm rot="10800000">
              <a:off x="-132364" y="1829399"/>
              <a:ext cx="396852" cy="2260214"/>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3" name="Google Shape;163;p4"/>
          <p:cNvGrpSpPr/>
          <p:nvPr/>
        </p:nvGrpSpPr>
        <p:grpSpPr>
          <a:xfrm>
            <a:off x="-520148" y="-573164"/>
            <a:ext cx="1502291" cy="2806842"/>
            <a:chOff x="-367748" y="-573164"/>
            <a:chExt cx="1502291" cy="2806842"/>
          </a:xfrm>
        </p:grpSpPr>
        <p:grpSp>
          <p:nvGrpSpPr>
            <p:cNvPr id="164" name="Google Shape;164;p4"/>
            <p:cNvGrpSpPr/>
            <p:nvPr/>
          </p:nvGrpSpPr>
          <p:grpSpPr>
            <a:xfrm rot="10800000">
              <a:off x="-191449" y="1507557"/>
              <a:ext cx="904666" cy="726121"/>
              <a:chOff x="7945225" y="4302000"/>
              <a:chExt cx="904666" cy="726121"/>
            </a:xfrm>
          </p:grpSpPr>
          <p:sp>
            <p:nvSpPr>
              <p:cNvPr id="165" name="Google Shape;165;p4"/>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4"/>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4"/>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8" name="Google Shape;168;p4"/>
            <p:cNvSpPr/>
            <p:nvPr/>
          </p:nvSpPr>
          <p:spPr>
            <a:xfrm>
              <a:off x="152767" y="-57254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4"/>
            <p:cNvSpPr/>
            <p:nvPr/>
          </p:nvSpPr>
          <p:spPr>
            <a:xfrm>
              <a:off x="-6579" y="-573164"/>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70" name="Google Shape;170;p4"/>
            <p:cNvGrpSpPr/>
            <p:nvPr/>
          </p:nvGrpSpPr>
          <p:grpSpPr>
            <a:xfrm rot="10800000">
              <a:off x="-367748" y="-467133"/>
              <a:ext cx="699928" cy="1651024"/>
              <a:chOff x="8337812" y="3492483"/>
              <a:chExt cx="699928" cy="1651024"/>
            </a:xfrm>
          </p:grpSpPr>
          <p:sp>
            <p:nvSpPr>
              <p:cNvPr id="171" name="Google Shape;171;p4"/>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4"/>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4"/>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74" name="Shape 174"/>
        <p:cNvGrpSpPr/>
        <p:nvPr/>
      </p:nvGrpSpPr>
      <p:grpSpPr>
        <a:xfrm>
          <a:off x="0" y="0"/>
          <a:ext cx="0" cy="0"/>
          <a:chOff x="0" y="0"/>
          <a:chExt cx="0" cy="0"/>
        </a:xfrm>
      </p:grpSpPr>
      <p:sp>
        <p:nvSpPr>
          <p:cNvPr id="175" name="Google Shape;175;p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6" name="Google Shape;176;p5"/>
          <p:cNvSpPr txBox="1"/>
          <p:nvPr>
            <p:ph idx="1" type="subTitle"/>
          </p:nvPr>
        </p:nvSpPr>
        <p:spPr>
          <a:xfrm>
            <a:off x="4999903" y="2372500"/>
            <a:ext cx="2340300" cy="1320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77" name="Google Shape;177;p5"/>
          <p:cNvSpPr txBox="1"/>
          <p:nvPr>
            <p:ph idx="2" type="subTitle"/>
          </p:nvPr>
        </p:nvSpPr>
        <p:spPr>
          <a:xfrm>
            <a:off x="1803800" y="2372500"/>
            <a:ext cx="2340300" cy="1320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78" name="Google Shape;178;p5"/>
          <p:cNvSpPr txBox="1"/>
          <p:nvPr>
            <p:ph idx="3" type="subTitle"/>
          </p:nvPr>
        </p:nvSpPr>
        <p:spPr>
          <a:xfrm>
            <a:off x="4999908" y="2048488"/>
            <a:ext cx="23403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79" name="Google Shape;179;p5"/>
          <p:cNvSpPr txBox="1"/>
          <p:nvPr>
            <p:ph idx="4" type="subTitle"/>
          </p:nvPr>
        </p:nvSpPr>
        <p:spPr>
          <a:xfrm>
            <a:off x="1803800" y="2048488"/>
            <a:ext cx="23403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80" name="Google Shape;180;p5"/>
          <p:cNvGrpSpPr/>
          <p:nvPr/>
        </p:nvGrpSpPr>
        <p:grpSpPr>
          <a:xfrm>
            <a:off x="7579113" y="-890399"/>
            <a:ext cx="2898275" cy="3032950"/>
            <a:chOff x="7198113" y="-890399"/>
            <a:chExt cx="2898275" cy="3032950"/>
          </a:xfrm>
        </p:grpSpPr>
        <p:pic>
          <p:nvPicPr>
            <p:cNvPr id="181" name="Google Shape;181;p5"/>
            <p:cNvPicPr preferRelativeResize="0"/>
            <p:nvPr/>
          </p:nvPicPr>
          <p:blipFill rotWithShape="1">
            <a:blip r:embed="rId2">
              <a:alphaModFix/>
            </a:blip>
            <a:srcRect b="26177" l="16960" r="7121" t="24719"/>
            <a:stretch/>
          </p:blipFill>
          <p:spPr>
            <a:xfrm rot="-5400000">
              <a:off x="7130775" y="-823062"/>
              <a:ext cx="3032950" cy="2898275"/>
            </a:xfrm>
            <a:prstGeom prst="rect">
              <a:avLst/>
            </a:prstGeom>
            <a:noFill/>
            <a:ln>
              <a:noFill/>
            </a:ln>
          </p:spPr>
        </p:pic>
        <p:grpSp>
          <p:nvGrpSpPr>
            <p:cNvPr id="182" name="Google Shape;182;p5"/>
            <p:cNvGrpSpPr/>
            <p:nvPr/>
          </p:nvGrpSpPr>
          <p:grpSpPr>
            <a:xfrm>
              <a:off x="8319318" y="-249682"/>
              <a:ext cx="1460040" cy="1171886"/>
              <a:chOff x="7945225" y="4302000"/>
              <a:chExt cx="904666" cy="726121"/>
            </a:xfrm>
          </p:grpSpPr>
          <p:sp>
            <p:nvSpPr>
              <p:cNvPr id="183" name="Google Shape;183;p5"/>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5"/>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5"/>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86" name="Google Shape;186;p5"/>
          <p:cNvGrpSpPr/>
          <p:nvPr/>
        </p:nvGrpSpPr>
        <p:grpSpPr>
          <a:xfrm>
            <a:off x="-613920" y="3693606"/>
            <a:ext cx="2048057" cy="2238804"/>
            <a:chOff x="-461520" y="3617406"/>
            <a:chExt cx="2048057" cy="2238804"/>
          </a:xfrm>
        </p:grpSpPr>
        <p:grpSp>
          <p:nvGrpSpPr>
            <p:cNvPr id="187" name="Google Shape;187;p5"/>
            <p:cNvGrpSpPr/>
            <p:nvPr/>
          </p:nvGrpSpPr>
          <p:grpSpPr>
            <a:xfrm>
              <a:off x="-461520" y="3617406"/>
              <a:ext cx="1916534" cy="2238804"/>
              <a:chOff x="-461520" y="3617406"/>
              <a:chExt cx="1916534" cy="2238804"/>
            </a:xfrm>
          </p:grpSpPr>
          <p:grpSp>
            <p:nvGrpSpPr>
              <p:cNvPr id="188" name="Google Shape;188;p5"/>
              <p:cNvGrpSpPr/>
              <p:nvPr/>
            </p:nvGrpSpPr>
            <p:grpSpPr>
              <a:xfrm flipH="1">
                <a:off x="-461520" y="4010132"/>
                <a:ext cx="1916534" cy="1538287"/>
                <a:chOff x="7945225" y="4302000"/>
                <a:chExt cx="904666" cy="726121"/>
              </a:xfrm>
            </p:grpSpPr>
            <p:sp>
              <p:nvSpPr>
                <p:cNvPr id="189" name="Google Shape;189;p5"/>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5"/>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5"/>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 name="Google Shape;192;p5"/>
              <p:cNvGrpSpPr/>
              <p:nvPr/>
            </p:nvGrpSpPr>
            <p:grpSpPr>
              <a:xfrm>
                <a:off x="-309885" y="3617406"/>
                <a:ext cx="1448824" cy="2238804"/>
                <a:chOff x="-309885" y="3617406"/>
                <a:chExt cx="1448824" cy="2238804"/>
              </a:xfrm>
            </p:grpSpPr>
            <p:grpSp>
              <p:nvGrpSpPr>
                <p:cNvPr id="193" name="Google Shape;193;p5"/>
                <p:cNvGrpSpPr/>
                <p:nvPr/>
              </p:nvGrpSpPr>
              <p:grpSpPr>
                <a:xfrm>
                  <a:off x="-277007" y="3870159"/>
                  <a:ext cx="981772" cy="1986051"/>
                  <a:chOff x="-293545" y="3454371"/>
                  <a:chExt cx="981772" cy="1986051"/>
                </a:xfrm>
              </p:grpSpPr>
              <p:sp>
                <p:nvSpPr>
                  <p:cNvPr id="194" name="Google Shape;194;p5"/>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5"/>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6" name="Google Shape;196;p5"/>
                <p:cNvGrpSpPr/>
                <p:nvPr/>
              </p:nvGrpSpPr>
              <p:grpSpPr>
                <a:xfrm>
                  <a:off x="363249" y="4906873"/>
                  <a:ext cx="699940" cy="478601"/>
                  <a:chOff x="39722" y="4349021"/>
                  <a:chExt cx="1061964" cy="726143"/>
                </a:xfrm>
              </p:grpSpPr>
              <p:grpSp>
                <p:nvGrpSpPr>
                  <p:cNvPr id="197" name="Google Shape;197;p5"/>
                  <p:cNvGrpSpPr/>
                  <p:nvPr/>
                </p:nvGrpSpPr>
                <p:grpSpPr>
                  <a:xfrm rot="2700000">
                    <a:off x="140502" y="4460924"/>
                    <a:ext cx="524584" cy="502337"/>
                    <a:chOff x="1189791" y="-1767331"/>
                    <a:chExt cx="904284" cy="865933"/>
                  </a:xfrm>
                </p:grpSpPr>
                <p:sp>
                  <p:nvSpPr>
                    <p:cNvPr id="198" name="Google Shape;198;p5"/>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9" name="Google Shape;199;p5"/>
                    <p:cNvGrpSpPr/>
                    <p:nvPr/>
                  </p:nvGrpSpPr>
                  <p:grpSpPr>
                    <a:xfrm>
                      <a:off x="1232795" y="-1740829"/>
                      <a:ext cx="717621" cy="717392"/>
                      <a:chOff x="1483457" y="3953671"/>
                      <a:chExt cx="717621" cy="717392"/>
                    </a:xfrm>
                  </p:grpSpPr>
                  <p:sp>
                    <p:nvSpPr>
                      <p:cNvPr id="200" name="Google Shape;200;p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05" name="Google Shape;205;p5"/>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06" name="Google Shape;206;p5"/>
                <p:cNvGrpSpPr/>
                <p:nvPr/>
              </p:nvGrpSpPr>
              <p:grpSpPr>
                <a:xfrm rot="-5400000">
                  <a:off x="-461873" y="3769393"/>
                  <a:ext cx="1351491" cy="1047516"/>
                  <a:chOff x="-2460210" y="2758493"/>
                  <a:chExt cx="1351491" cy="1047516"/>
                </a:xfrm>
              </p:grpSpPr>
              <p:sp>
                <p:nvSpPr>
                  <p:cNvPr id="207" name="Google Shape;207;p5"/>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5"/>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5"/>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5"/>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rgbClr val="9900FF">
                          <a:alpha val="46667"/>
                          <a:alpha val="46820"/>
                        </a:srgbClr>
                      </a:gs>
                      <a:gs pos="100000">
                        <a:srgbClr val="FFFFFF">
                          <a:alpha val="0"/>
                          <a:alpha val="4682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11" name="Google Shape;211;p5"/>
                <p:cNvGrpSpPr/>
                <p:nvPr/>
              </p:nvGrpSpPr>
              <p:grpSpPr>
                <a:xfrm>
                  <a:off x="438999" y="4567398"/>
                  <a:ext cx="699940" cy="478601"/>
                  <a:chOff x="39722" y="4349021"/>
                  <a:chExt cx="1061964" cy="726143"/>
                </a:xfrm>
              </p:grpSpPr>
              <p:grpSp>
                <p:nvGrpSpPr>
                  <p:cNvPr id="212" name="Google Shape;212;p5"/>
                  <p:cNvGrpSpPr/>
                  <p:nvPr/>
                </p:nvGrpSpPr>
                <p:grpSpPr>
                  <a:xfrm rot="2700000">
                    <a:off x="140502" y="4460924"/>
                    <a:ext cx="524584" cy="502337"/>
                    <a:chOff x="1189791" y="-1767331"/>
                    <a:chExt cx="904284" cy="865933"/>
                  </a:xfrm>
                </p:grpSpPr>
                <p:sp>
                  <p:nvSpPr>
                    <p:cNvPr id="213" name="Google Shape;213;p5"/>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14" name="Google Shape;214;p5"/>
                    <p:cNvGrpSpPr/>
                    <p:nvPr/>
                  </p:nvGrpSpPr>
                  <p:grpSpPr>
                    <a:xfrm>
                      <a:off x="1232795" y="-1740829"/>
                      <a:ext cx="717621" cy="717392"/>
                      <a:chOff x="1483457" y="3953671"/>
                      <a:chExt cx="717621" cy="717392"/>
                    </a:xfrm>
                  </p:grpSpPr>
                  <p:sp>
                    <p:nvSpPr>
                      <p:cNvPr id="215" name="Google Shape;215;p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20" name="Google Shape;220;p5"/>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1" name="Google Shape;221;p5"/>
                <p:cNvGrpSpPr/>
                <p:nvPr/>
              </p:nvGrpSpPr>
              <p:grpSpPr>
                <a:xfrm>
                  <a:off x="-65076" y="4623886"/>
                  <a:ext cx="699940" cy="478601"/>
                  <a:chOff x="39722" y="4349021"/>
                  <a:chExt cx="1061964" cy="726143"/>
                </a:xfrm>
              </p:grpSpPr>
              <p:grpSp>
                <p:nvGrpSpPr>
                  <p:cNvPr id="222" name="Google Shape;222;p5"/>
                  <p:cNvGrpSpPr/>
                  <p:nvPr/>
                </p:nvGrpSpPr>
                <p:grpSpPr>
                  <a:xfrm rot="2700000">
                    <a:off x="140502" y="4460924"/>
                    <a:ext cx="524584" cy="502337"/>
                    <a:chOff x="1189791" y="-1767331"/>
                    <a:chExt cx="904284" cy="865933"/>
                  </a:xfrm>
                </p:grpSpPr>
                <p:sp>
                  <p:nvSpPr>
                    <p:cNvPr id="223" name="Google Shape;223;p5"/>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4" name="Google Shape;224;p5"/>
                    <p:cNvGrpSpPr/>
                    <p:nvPr/>
                  </p:nvGrpSpPr>
                  <p:grpSpPr>
                    <a:xfrm>
                      <a:off x="1232795" y="-1740829"/>
                      <a:ext cx="717621" cy="717392"/>
                      <a:chOff x="1483457" y="3953671"/>
                      <a:chExt cx="717621" cy="717392"/>
                    </a:xfrm>
                  </p:grpSpPr>
                  <p:sp>
                    <p:nvSpPr>
                      <p:cNvPr id="225" name="Google Shape;225;p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30" name="Google Shape;230;p5"/>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231" name="Google Shape;231;p5"/>
            <p:cNvGrpSpPr/>
            <p:nvPr/>
          </p:nvGrpSpPr>
          <p:grpSpPr>
            <a:xfrm rot="5400000">
              <a:off x="1147388" y="4839000"/>
              <a:ext cx="439200" cy="439100"/>
              <a:chOff x="1101075" y="2142375"/>
              <a:chExt cx="439200" cy="439100"/>
            </a:xfrm>
          </p:grpSpPr>
          <p:sp>
            <p:nvSpPr>
              <p:cNvPr id="232" name="Google Shape;232;p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34" name="Google Shape;234;p5"/>
          <p:cNvGrpSpPr/>
          <p:nvPr/>
        </p:nvGrpSpPr>
        <p:grpSpPr>
          <a:xfrm>
            <a:off x="-2352525" y="-402069"/>
            <a:ext cx="5307515" cy="2438355"/>
            <a:chOff x="-2276325" y="-249669"/>
            <a:chExt cx="5307515" cy="2438355"/>
          </a:xfrm>
        </p:grpSpPr>
        <p:grpSp>
          <p:nvGrpSpPr>
            <p:cNvPr id="235" name="Google Shape;235;p5"/>
            <p:cNvGrpSpPr/>
            <p:nvPr/>
          </p:nvGrpSpPr>
          <p:grpSpPr>
            <a:xfrm rot="10800000">
              <a:off x="-1297788" y="-249669"/>
              <a:ext cx="2601921" cy="2438355"/>
              <a:chOff x="7340128" y="2866613"/>
              <a:chExt cx="2439225" cy="2438355"/>
            </a:xfrm>
          </p:grpSpPr>
          <p:sp>
            <p:nvSpPr>
              <p:cNvPr id="236" name="Google Shape;236;p5"/>
              <p:cNvSpPr/>
              <p:nvPr/>
            </p:nvSpPr>
            <p:spPr>
              <a:xfrm flipH="1" rot="2700000">
                <a:off x="8012290" y="2875755"/>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5"/>
              <p:cNvSpPr/>
              <p:nvPr/>
            </p:nvSpPr>
            <p:spPr>
              <a:xfrm flipH="1" rot="2700000">
                <a:off x="8125398" y="2987994"/>
                <a:ext cx="981794" cy="230783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8" name="Google Shape;238;p5"/>
            <p:cNvSpPr/>
            <p:nvPr/>
          </p:nvSpPr>
          <p:spPr>
            <a:xfrm rot="-5400000">
              <a:off x="1755111" y="-89601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39" name="Google Shape;239;p5"/>
            <p:cNvGrpSpPr/>
            <p:nvPr/>
          </p:nvGrpSpPr>
          <p:grpSpPr>
            <a:xfrm>
              <a:off x="-2276325" y="245976"/>
              <a:ext cx="4558967" cy="134100"/>
              <a:chOff x="796100" y="3019701"/>
              <a:chExt cx="4558967" cy="134100"/>
            </a:xfrm>
          </p:grpSpPr>
          <p:sp>
            <p:nvSpPr>
              <p:cNvPr id="240" name="Google Shape;240;p5"/>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41" name="Google Shape;241;p5"/>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242" name="Google Shape;242;p5"/>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43" name="Google Shape;243;p5"/>
          <p:cNvGrpSpPr/>
          <p:nvPr/>
        </p:nvGrpSpPr>
        <p:grpSpPr>
          <a:xfrm>
            <a:off x="6795100" y="3095213"/>
            <a:ext cx="4558967" cy="2438355"/>
            <a:chOff x="6490300" y="2866613"/>
            <a:chExt cx="4558967" cy="2438355"/>
          </a:xfrm>
        </p:grpSpPr>
        <p:grpSp>
          <p:nvGrpSpPr>
            <p:cNvPr id="244" name="Google Shape;244;p5"/>
            <p:cNvGrpSpPr/>
            <p:nvPr/>
          </p:nvGrpSpPr>
          <p:grpSpPr>
            <a:xfrm>
              <a:off x="7340128" y="2866613"/>
              <a:ext cx="2439225" cy="2438355"/>
              <a:chOff x="7340128" y="2866613"/>
              <a:chExt cx="2439225" cy="2438355"/>
            </a:xfrm>
          </p:grpSpPr>
          <p:sp>
            <p:nvSpPr>
              <p:cNvPr id="245" name="Google Shape;245;p5"/>
              <p:cNvSpPr/>
              <p:nvPr/>
            </p:nvSpPr>
            <p:spPr>
              <a:xfrm flipH="1" rot="2700000">
                <a:off x="8012290" y="2875755"/>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5"/>
              <p:cNvSpPr/>
              <p:nvPr/>
            </p:nvSpPr>
            <p:spPr>
              <a:xfrm flipH="1" rot="2700000">
                <a:off x="8125398" y="2987994"/>
                <a:ext cx="981794" cy="230783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7" name="Google Shape;247;p5"/>
            <p:cNvGrpSpPr/>
            <p:nvPr/>
          </p:nvGrpSpPr>
          <p:grpSpPr>
            <a:xfrm rot="10800000">
              <a:off x="6490300" y="4774026"/>
              <a:ext cx="4558967" cy="134100"/>
              <a:chOff x="796100" y="3019701"/>
              <a:chExt cx="4558967" cy="134100"/>
            </a:xfrm>
          </p:grpSpPr>
          <p:sp>
            <p:nvSpPr>
              <p:cNvPr id="248" name="Google Shape;248;p5"/>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49" name="Google Shape;249;p5"/>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250" name="Google Shape;250;p5"/>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1" name="Shape 251"/>
        <p:cNvGrpSpPr/>
        <p:nvPr/>
      </p:nvGrpSpPr>
      <p:grpSpPr>
        <a:xfrm>
          <a:off x="0" y="0"/>
          <a:ext cx="0" cy="0"/>
          <a:chOff x="0" y="0"/>
          <a:chExt cx="0" cy="0"/>
        </a:xfrm>
      </p:grpSpPr>
      <p:grpSp>
        <p:nvGrpSpPr>
          <p:cNvPr id="252" name="Google Shape;252;p6"/>
          <p:cNvGrpSpPr/>
          <p:nvPr/>
        </p:nvGrpSpPr>
        <p:grpSpPr>
          <a:xfrm rot="-8100000">
            <a:off x="-1629951" y="-1138306"/>
            <a:ext cx="3785189" cy="3043121"/>
            <a:chOff x="7103825" y="-713112"/>
            <a:chExt cx="3785226" cy="3043150"/>
          </a:xfrm>
        </p:grpSpPr>
        <p:sp>
          <p:nvSpPr>
            <p:cNvPr id="253" name="Google Shape;253;p6"/>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54" name="Google Shape;254;p6"/>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sp>
        <p:nvSpPr>
          <p:cNvPr id="255" name="Google Shape;255;p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256" name="Google Shape;256;p6"/>
          <p:cNvGrpSpPr/>
          <p:nvPr/>
        </p:nvGrpSpPr>
        <p:grpSpPr>
          <a:xfrm>
            <a:off x="8106279" y="-844413"/>
            <a:ext cx="1791132" cy="2767833"/>
            <a:chOff x="8030079" y="-844413"/>
            <a:chExt cx="1791132" cy="2767833"/>
          </a:xfrm>
        </p:grpSpPr>
        <p:grpSp>
          <p:nvGrpSpPr>
            <p:cNvPr id="257" name="Google Shape;257;p6"/>
            <p:cNvGrpSpPr/>
            <p:nvPr/>
          </p:nvGrpSpPr>
          <p:grpSpPr>
            <a:xfrm rot="10800000">
              <a:off x="8566799" y="-844413"/>
              <a:ext cx="1213764" cy="2455355"/>
              <a:chOff x="-293545" y="3454371"/>
              <a:chExt cx="981772" cy="1986051"/>
            </a:xfrm>
          </p:grpSpPr>
          <p:sp>
            <p:nvSpPr>
              <p:cNvPr id="258" name="Google Shape;258;p6"/>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6"/>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60" name="Google Shape;260;p6"/>
            <p:cNvGrpSpPr/>
            <p:nvPr/>
          </p:nvGrpSpPr>
          <p:grpSpPr>
            <a:xfrm rot="10800000">
              <a:off x="8123728" y="-262212"/>
              <a:ext cx="865288" cy="591661"/>
              <a:chOff x="39722" y="4349021"/>
              <a:chExt cx="1061964" cy="726143"/>
            </a:xfrm>
          </p:grpSpPr>
          <p:grpSp>
            <p:nvGrpSpPr>
              <p:cNvPr id="261" name="Google Shape;261;p6"/>
              <p:cNvGrpSpPr/>
              <p:nvPr/>
            </p:nvGrpSpPr>
            <p:grpSpPr>
              <a:xfrm rot="2700000">
                <a:off x="140502" y="4460924"/>
                <a:ext cx="524584" cy="502337"/>
                <a:chOff x="1189791" y="-1767331"/>
                <a:chExt cx="904284" cy="865933"/>
              </a:xfrm>
            </p:grpSpPr>
            <p:sp>
              <p:nvSpPr>
                <p:cNvPr id="262" name="Google Shape;262;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63" name="Google Shape;263;p6"/>
                <p:cNvGrpSpPr/>
                <p:nvPr/>
              </p:nvGrpSpPr>
              <p:grpSpPr>
                <a:xfrm>
                  <a:off x="1232795" y="-1740829"/>
                  <a:ext cx="717621" cy="717392"/>
                  <a:chOff x="1483457" y="3953671"/>
                  <a:chExt cx="717621" cy="717392"/>
                </a:xfrm>
              </p:grpSpPr>
              <p:sp>
                <p:nvSpPr>
                  <p:cNvPr id="264" name="Google Shape;264;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69" name="Google Shape;269;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0" name="Google Shape;270;p6"/>
            <p:cNvGrpSpPr/>
            <p:nvPr/>
          </p:nvGrpSpPr>
          <p:grpSpPr>
            <a:xfrm rot="5400000">
              <a:off x="8338264" y="440474"/>
              <a:ext cx="1670849" cy="1295044"/>
              <a:chOff x="-2460210" y="2758493"/>
              <a:chExt cx="1351491" cy="1047516"/>
            </a:xfrm>
          </p:grpSpPr>
          <p:sp>
            <p:nvSpPr>
              <p:cNvPr id="271" name="Google Shape;271;p6"/>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6"/>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6"/>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6"/>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75" name="Google Shape;275;p6"/>
            <p:cNvGrpSpPr/>
            <p:nvPr/>
          </p:nvGrpSpPr>
          <p:grpSpPr>
            <a:xfrm rot="10800000">
              <a:off x="8030079" y="157481"/>
              <a:ext cx="865288" cy="591661"/>
              <a:chOff x="39722" y="4349021"/>
              <a:chExt cx="1061964" cy="726143"/>
            </a:xfrm>
          </p:grpSpPr>
          <p:grpSp>
            <p:nvGrpSpPr>
              <p:cNvPr id="276" name="Google Shape;276;p6"/>
              <p:cNvGrpSpPr/>
              <p:nvPr/>
            </p:nvGrpSpPr>
            <p:grpSpPr>
              <a:xfrm rot="2700000">
                <a:off x="140502" y="4460924"/>
                <a:ext cx="524584" cy="502337"/>
                <a:chOff x="1189791" y="-1767331"/>
                <a:chExt cx="904284" cy="865933"/>
              </a:xfrm>
            </p:grpSpPr>
            <p:sp>
              <p:nvSpPr>
                <p:cNvPr id="277" name="Google Shape;277;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78" name="Google Shape;278;p6"/>
                <p:cNvGrpSpPr/>
                <p:nvPr/>
              </p:nvGrpSpPr>
              <p:grpSpPr>
                <a:xfrm>
                  <a:off x="1232795" y="-1740829"/>
                  <a:ext cx="717621" cy="717392"/>
                  <a:chOff x="1483457" y="3953671"/>
                  <a:chExt cx="717621" cy="717392"/>
                </a:xfrm>
              </p:grpSpPr>
              <p:sp>
                <p:nvSpPr>
                  <p:cNvPr id="279" name="Google Shape;279;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84" name="Google Shape;284;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85" name="Google Shape;285;p6"/>
            <p:cNvGrpSpPr/>
            <p:nvPr/>
          </p:nvGrpSpPr>
          <p:grpSpPr>
            <a:xfrm rot="10800000">
              <a:off x="8653266" y="87645"/>
              <a:ext cx="865288" cy="591661"/>
              <a:chOff x="39722" y="4349021"/>
              <a:chExt cx="1061964" cy="726143"/>
            </a:xfrm>
          </p:grpSpPr>
          <p:grpSp>
            <p:nvGrpSpPr>
              <p:cNvPr id="286" name="Google Shape;286;p6"/>
              <p:cNvGrpSpPr/>
              <p:nvPr/>
            </p:nvGrpSpPr>
            <p:grpSpPr>
              <a:xfrm rot="2700000">
                <a:off x="140502" y="4460924"/>
                <a:ext cx="524584" cy="502337"/>
                <a:chOff x="1189791" y="-1767331"/>
                <a:chExt cx="904284" cy="865933"/>
              </a:xfrm>
            </p:grpSpPr>
            <p:sp>
              <p:nvSpPr>
                <p:cNvPr id="287" name="Google Shape;287;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88" name="Google Shape;288;p6"/>
                <p:cNvGrpSpPr/>
                <p:nvPr/>
              </p:nvGrpSpPr>
              <p:grpSpPr>
                <a:xfrm>
                  <a:off x="1232795" y="-1740829"/>
                  <a:ext cx="717621" cy="717392"/>
                  <a:chOff x="1483457" y="3953671"/>
                  <a:chExt cx="717621" cy="717392"/>
                </a:xfrm>
              </p:grpSpPr>
              <p:sp>
                <p:nvSpPr>
                  <p:cNvPr id="289" name="Google Shape;289;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294" name="Google Shape;294;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295" name="Google Shape;295;p6"/>
          <p:cNvGrpSpPr/>
          <p:nvPr/>
        </p:nvGrpSpPr>
        <p:grpSpPr>
          <a:xfrm>
            <a:off x="-1499000" y="3182553"/>
            <a:ext cx="4558967" cy="3356863"/>
            <a:chOff x="-1422800" y="3106353"/>
            <a:chExt cx="4558967" cy="3356863"/>
          </a:xfrm>
        </p:grpSpPr>
        <p:grpSp>
          <p:nvGrpSpPr>
            <p:cNvPr id="296" name="Google Shape;296;p6"/>
            <p:cNvGrpSpPr/>
            <p:nvPr/>
          </p:nvGrpSpPr>
          <p:grpSpPr>
            <a:xfrm>
              <a:off x="-474664" y="3485331"/>
              <a:ext cx="1472068" cy="2977885"/>
              <a:chOff x="-293545" y="3454371"/>
              <a:chExt cx="981772" cy="1986051"/>
            </a:xfrm>
          </p:grpSpPr>
          <p:sp>
            <p:nvSpPr>
              <p:cNvPr id="297" name="Google Shape;297;p6"/>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6"/>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99" name="Google Shape;299;p6"/>
            <p:cNvGrpSpPr/>
            <p:nvPr/>
          </p:nvGrpSpPr>
          <p:grpSpPr>
            <a:xfrm>
              <a:off x="485337" y="5039978"/>
              <a:ext cx="1049539" cy="717647"/>
              <a:chOff x="39722" y="4349021"/>
              <a:chExt cx="1061964" cy="726143"/>
            </a:xfrm>
          </p:grpSpPr>
          <p:grpSp>
            <p:nvGrpSpPr>
              <p:cNvPr id="300" name="Google Shape;300;p6"/>
              <p:cNvGrpSpPr/>
              <p:nvPr/>
            </p:nvGrpSpPr>
            <p:grpSpPr>
              <a:xfrm rot="2700000">
                <a:off x="140502" y="4460924"/>
                <a:ext cx="524584" cy="502337"/>
                <a:chOff x="1189791" y="-1767331"/>
                <a:chExt cx="904284" cy="865933"/>
              </a:xfrm>
            </p:grpSpPr>
            <p:sp>
              <p:nvSpPr>
                <p:cNvPr id="301" name="Google Shape;301;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02" name="Google Shape;302;p6"/>
                <p:cNvGrpSpPr/>
                <p:nvPr/>
              </p:nvGrpSpPr>
              <p:grpSpPr>
                <a:xfrm>
                  <a:off x="1232795" y="-1740829"/>
                  <a:ext cx="717621" cy="717392"/>
                  <a:chOff x="1483457" y="3953671"/>
                  <a:chExt cx="717621" cy="717392"/>
                </a:xfrm>
              </p:grpSpPr>
              <p:sp>
                <p:nvSpPr>
                  <p:cNvPr id="303" name="Google Shape;303;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08" name="Google Shape;308;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09" name="Google Shape;309;p6"/>
            <p:cNvGrpSpPr/>
            <p:nvPr/>
          </p:nvGrpSpPr>
          <p:grpSpPr>
            <a:xfrm rot="5400000">
              <a:off x="-645364" y="3334243"/>
              <a:ext cx="2026426" cy="1570646"/>
              <a:chOff x="-2460210" y="2758493"/>
              <a:chExt cx="1351491" cy="1047516"/>
            </a:xfrm>
          </p:grpSpPr>
          <p:sp>
            <p:nvSpPr>
              <p:cNvPr id="310" name="Google Shape;310;p6"/>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6"/>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6"/>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6"/>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14" name="Google Shape;314;p6"/>
            <p:cNvGrpSpPr/>
            <p:nvPr/>
          </p:nvGrpSpPr>
          <p:grpSpPr>
            <a:xfrm>
              <a:off x="598917" y="4530969"/>
              <a:ext cx="1049539" cy="717647"/>
              <a:chOff x="39722" y="4349021"/>
              <a:chExt cx="1061964" cy="726143"/>
            </a:xfrm>
          </p:grpSpPr>
          <p:grpSp>
            <p:nvGrpSpPr>
              <p:cNvPr id="315" name="Google Shape;315;p6"/>
              <p:cNvGrpSpPr/>
              <p:nvPr/>
            </p:nvGrpSpPr>
            <p:grpSpPr>
              <a:xfrm rot="2700000">
                <a:off x="140502" y="4460924"/>
                <a:ext cx="524584" cy="502337"/>
                <a:chOff x="1189791" y="-1767331"/>
                <a:chExt cx="904284" cy="865933"/>
              </a:xfrm>
            </p:grpSpPr>
            <p:sp>
              <p:nvSpPr>
                <p:cNvPr id="316" name="Google Shape;316;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7" name="Google Shape;317;p6"/>
                <p:cNvGrpSpPr/>
                <p:nvPr/>
              </p:nvGrpSpPr>
              <p:grpSpPr>
                <a:xfrm>
                  <a:off x="1232795" y="-1740829"/>
                  <a:ext cx="717621" cy="717392"/>
                  <a:chOff x="1483457" y="3953671"/>
                  <a:chExt cx="717621" cy="717392"/>
                </a:xfrm>
              </p:grpSpPr>
              <p:sp>
                <p:nvSpPr>
                  <p:cNvPr id="318" name="Google Shape;318;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23" name="Google Shape;323;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24" name="Google Shape;324;p6"/>
            <p:cNvGrpSpPr/>
            <p:nvPr/>
          </p:nvGrpSpPr>
          <p:grpSpPr>
            <a:xfrm>
              <a:off x="-156893" y="4615667"/>
              <a:ext cx="1049539" cy="717647"/>
              <a:chOff x="39722" y="4349021"/>
              <a:chExt cx="1061964" cy="726143"/>
            </a:xfrm>
          </p:grpSpPr>
          <p:grpSp>
            <p:nvGrpSpPr>
              <p:cNvPr id="325" name="Google Shape;325;p6"/>
              <p:cNvGrpSpPr/>
              <p:nvPr/>
            </p:nvGrpSpPr>
            <p:grpSpPr>
              <a:xfrm rot="2700000">
                <a:off x="140502" y="4460924"/>
                <a:ext cx="524584" cy="502337"/>
                <a:chOff x="1189791" y="-1767331"/>
                <a:chExt cx="904284" cy="865933"/>
              </a:xfrm>
            </p:grpSpPr>
            <p:sp>
              <p:nvSpPr>
                <p:cNvPr id="326" name="Google Shape;326;p6"/>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27" name="Google Shape;327;p6"/>
                <p:cNvGrpSpPr/>
                <p:nvPr/>
              </p:nvGrpSpPr>
              <p:grpSpPr>
                <a:xfrm>
                  <a:off x="1232795" y="-1740829"/>
                  <a:ext cx="717621" cy="717392"/>
                  <a:chOff x="1483457" y="3953671"/>
                  <a:chExt cx="717621" cy="717392"/>
                </a:xfrm>
              </p:grpSpPr>
              <p:sp>
                <p:nvSpPr>
                  <p:cNvPr id="328" name="Google Shape;328;p6"/>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6"/>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6"/>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6"/>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6"/>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333" name="Google Shape;333;p6"/>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34" name="Google Shape;334;p6"/>
            <p:cNvGrpSpPr/>
            <p:nvPr/>
          </p:nvGrpSpPr>
          <p:grpSpPr>
            <a:xfrm>
              <a:off x="-1422800" y="4822751"/>
              <a:ext cx="4558967" cy="134100"/>
              <a:chOff x="796100" y="3019701"/>
              <a:chExt cx="4558967" cy="134100"/>
            </a:xfrm>
          </p:grpSpPr>
          <p:sp>
            <p:nvSpPr>
              <p:cNvPr id="335" name="Google Shape;335;p6"/>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36" name="Google Shape;336;p6"/>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337" name="Google Shape;337;p6"/>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38" name="Shape 338"/>
        <p:cNvGrpSpPr/>
        <p:nvPr/>
      </p:nvGrpSpPr>
      <p:grpSpPr>
        <a:xfrm>
          <a:off x="0" y="0"/>
          <a:ext cx="0" cy="0"/>
          <a:chOff x="0" y="0"/>
          <a:chExt cx="0" cy="0"/>
        </a:xfrm>
      </p:grpSpPr>
      <p:sp>
        <p:nvSpPr>
          <p:cNvPr id="339" name="Google Shape;339;p7"/>
          <p:cNvSpPr txBox="1"/>
          <p:nvPr>
            <p:ph idx="1" type="subTitle"/>
          </p:nvPr>
        </p:nvSpPr>
        <p:spPr>
          <a:xfrm>
            <a:off x="713225" y="1160775"/>
            <a:ext cx="7710900" cy="3455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AutoNum type="arabicPeriod"/>
              <a:defRPr sz="1400"/>
            </a:lvl1pPr>
            <a:lvl2pPr lvl="1" rtl="0">
              <a:lnSpc>
                <a:spcPct val="100000"/>
              </a:lnSpc>
              <a:spcBef>
                <a:spcPts val="0"/>
              </a:spcBef>
              <a:spcAft>
                <a:spcPts val="0"/>
              </a:spcAft>
              <a:buClr>
                <a:srgbClr val="999999"/>
              </a:buClr>
              <a:buSzPts val="800"/>
              <a:buFont typeface="Open Sans"/>
              <a:buAutoNum type="alphaLcPeriod"/>
              <a:defRPr/>
            </a:lvl2pPr>
            <a:lvl3pPr lvl="2" rtl="0">
              <a:lnSpc>
                <a:spcPct val="100000"/>
              </a:lnSpc>
              <a:spcBef>
                <a:spcPts val="0"/>
              </a:spcBef>
              <a:spcAft>
                <a:spcPts val="0"/>
              </a:spcAft>
              <a:buClr>
                <a:srgbClr val="999999"/>
              </a:buClr>
              <a:buSzPts val="800"/>
              <a:buFont typeface="Open Sans"/>
              <a:buAutoNum type="romanLcPeriod"/>
              <a:defRPr/>
            </a:lvl3pPr>
            <a:lvl4pPr lvl="3" rtl="0">
              <a:lnSpc>
                <a:spcPct val="100000"/>
              </a:lnSpc>
              <a:spcBef>
                <a:spcPts val="0"/>
              </a:spcBef>
              <a:spcAft>
                <a:spcPts val="0"/>
              </a:spcAft>
              <a:buClr>
                <a:srgbClr val="999999"/>
              </a:buClr>
              <a:buSzPts val="800"/>
              <a:buFont typeface="Open Sans"/>
              <a:buAutoNum type="arabicPeriod"/>
              <a:defRPr/>
            </a:lvl4pPr>
            <a:lvl5pPr lvl="4" rtl="0">
              <a:lnSpc>
                <a:spcPct val="100000"/>
              </a:lnSpc>
              <a:spcBef>
                <a:spcPts val="0"/>
              </a:spcBef>
              <a:spcAft>
                <a:spcPts val="0"/>
              </a:spcAft>
              <a:buClr>
                <a:srgbClr val="999999"/>
              </a:buClr>
              <a:buSzPts val="1200"/>
              <a:buFont typeface="Open Sans"/>
              <a:buAutoNum type="alphaLcPeriod"/>
              <a:defRPr/>
            </a:lvl5pPr>
            <a:lvl6pPr lvl="5" rtl="0">
              <a:lnSpc>
                <a:spcPct val="100000"/>
              </a:lnSpc>
              <a:spcBef>
                <a:spcPts val="0"/>
              </a:spcBef>
              <a:spcAft>
                <a:spcPts val="0"/>
              </a:spcAft>
              <a:buClr>
                <a:srgbClr val="999999"/>
              </a:buClr>
              <a:buSzPts val="1200"/>
              <a:buFont typeface="Open Sans"/>
              <a:buAutoNum type="romanLcPeriod"/>
              <a:defRPr/>
            </a:lvl6pPr>
            <a:lvl7pPr lvl="6" rtl="0">
              <a:lnSpc>
                <a:spcPct val="100000"/>
              </a:lnSpc>
              <a:spcBef>
                <a:spcPts val="0"/>
              </a:spcBef>
              <a:spcAft>
                <a:spcPts val="0"/>
              </a:spcAft>
              <a:buClr>
                <a:srgbClr val="999999"/>
              </a:buClr>
              <a:buSzPts val="700"/>
              <a:buFont typeface="Open Sans"/>
              <a:buAutoNum type="arabicPeriod"/>
              <a:defRPr/>
            </a:lvl7pPr>
            <a:lvl8pPr lvl="7" rtl="0">
              <a:lnSpc>
                <a:spcPct val="100000"/>
              </a:lnSpc>
              <a:spcBef>
                <a:spcPts val="0"/>
              </a:spcBef>
              <a:spcAft>
                <a:spcPts val="0"/>
              </a:spcAft>
              <a:buClr>
                <a:srgbClr val="999999"/>
              </a:buClr>
              <a:buSzPts val="700"/>
              <a:buFont typeface="Open Sans"/>
              <a:buAutoNum type="alphaLcPeriod"/>
              <a:defRPr/>
            </a:lvl8pPr>
            <a:lvl9pPr lvl="8" rtl="0">
              <a:lnSpc>
                <a:spcPct val="100000"/>
              </a:lnSpc>
              <a:spcBef>
                <a:spcPts val="0"/>
              </a:spcBef>
              <a:spcAft>
                <a:spcPts val="0"/>
              </a:spcAft>
              <a:buClr>
                <a:srgbClr val="999999"/>
              </a:buClr>
              <a:buSzPts val="600"/>
              <a:buFont typeface="Open Sans"/>
              <a:buAutoNum type="romanLcPeriod"/>
              <a:defRPr/>
            </a:lvl9pPr>
          </a:lstStyle>
          <a:p/>
        </p:txBody>
      </p:sp>
      <p:sp>
        <p:nvSpPr>
          <p:cNvPr id="340" name="Google Shape;340;p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341" name="Google Shape;341;p7"/>
          <p:cNvGrpSpPr/>
          <p:nvPr/>
        </p:nvGrpSpPr>
        <p:grpSpPr>
          <a:xfrm>
            <a:off x="8934675" y="3943438"/>
            <a:ext cx="439200" cy="439100"/>
            <a:chOff x="1101075" y="2142375"/>
            <a:chExt cx="439200" cy="439100"/>
          </a:xfrm>
        </p:grpSpPr>
        <p:sp>
          <p:nvSpPr>
            <p:cNvPr id="342" name="Google Shape;342;p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44" name="Google Shape;344;p7"/>
          <p:cNvGrpSpPr/>
          <p:nvPr/>
        </p:nvGrpSpPr>
        <p:grpSpPr>
          <a:xfrm>
            <a:off x="5481594" y="-3117615"/>
            <a:ext cx="5954334" cy="6142759"/>
            <a:chOff x="5329194" y="-2965215"/>
            <a:chExt cx="5954334" cy="6142759"/>
          </a:xfrm>
        </p:grpSpPr>
        <p:sp>
          <p:nvSpPr>
            <p:cNvPr id="345" name="Google Shape;345;p7"/>
            <p:cNvSpPr/>
            <p:nvPr/>
          </p:nvSpPr>
          <p:spPr>
            <a:xfrm rot="-2700000">
              <a:off x="6677338" y="-2306933"/>
              <a:ext cx="3153371" cy="5119296"/>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7"/>
            <p:cNvSpPr/>
            <p:nvPr/>
          </p:nvSpPr>
          <p:spPr>
            <a:xfrm rot="-2700000">
              <a:off x="6782013" y="-2600033"/>
              <a:ext cx="3153371" cy="5119296"/>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47" name="Google Shape;347;p7"/>
            <p:cNvGrpSpPr/>
            <p:nvPr/>
          </p:nvGrpSpPr>
          <p:grpSpPr>
            <a:xfrm rot="10800000">
              <a:off x="5710125" y="185651"/>
              <a:ext cx="4558967" cy="134100"/>
              <a:chOff x="796100" y="3019701"/>
              <a:chExt cx="4558967" cy="134100"/>
            </a:xfrm>
          </p:grpSpPr>
          <p:sp>
            <p:nvSpPr>
              <p:cNvPr id="348" name="Google Shape;348;p7"/>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349" name="Google Shape;349;p7"/>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350" name="Google Shape;350;p7"/>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51" name="Google Shape;351;p7"/>
          <p:cNvGrpSpPr/>
          <p:nvPr/>
        </p:nvGrpSpPr>
        <p:grpSpPr>
          <a:xfrm flipH="1">
            <a:off x="-503516" y="3986929"/>
            <a:ext cx="5249359" cy="2992224"/>
            <a:chOff x="-258616" y="3430829"/>
            <a:chExt cx="5249359" cy="2992224"/>
          </a:xfrm>
        </p:grpSpPr>
        <p:pic>
          <p:nvPicPr>
            <p:cNvPr id="352" name="Google Shape;352;p7"/>
            <p:cNvPicPr preferRelativeResize="0"/>
            <p:nvPr/>
          </p:nvPicPr>
          <p:blipFill rotWithShape="1">
            <a:blip r:embed="rId2">
              <a:alphaModFix/>
            </a:blip>
            <a:srcRect b="26177" l="16960" r="7121" t="24719"/>
            <a:stretch/>
          </p:blipFill>
          <p:spPr>
            <a:xfrm>
              <a:off x="1070243" y="3430829"/>
              <a:ext cx="3920501" cy="2992224"/>
            </a:xfrm>
            <a:prstGeom prst="rect">
              <a:avLst/>
            </a:prstGeom>
            <a:noFill/>
            <a:ln>
              <a:noFill/>
            </a:ln>
          </p:spPr>
        </p:pic>
        <p:sp>
          <p:nvSpPr>
            <p:cNvPr id="353" name="Google Shape;353;p7"/>
            <p:cNvSpPr/>
            <p:nvPr/>
          </p:nvSpPr>
          <p:spPr>
            <a:xfrm>
              <a:off x="363250" y="46677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7"/>
            <p:cNvSpPr/>
            <p:nvPr/>
          </p:nvSpPr>
          <p:spPr>
            <a:xfrm>
              <a:off x="941424" y="47243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7"/>
            <p:cNvSpPr/>
            <p:nvPr/>
          </p:nvSpPr>
          <p:spPr>
            <a:xfrm>
              <a:off x="820562" y="49581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7"/>
            <p:cNvSpPr/>
            <p:nvPr/>
          </p:nvSpPr>
          <p:spPr>
            <a:xfrm>
              <a:off x="1299000" y="4608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7"/>
            <p:cNvSpPr/>
            <p:nvPr/>
          </p:nvSpPr>
          <p:spPr>
            <a:xfrm rot="5400000">
              <a:off x="447539" y="31337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58" name="Google Shape;358;p7"/>
            <p:cNvGrpSpPr/>
            <p:nvPr/>
          </p:nvGrpSpPr>
          <p:grpSpPr>
            <a:xfrm>
              <a:off x="736485" y="4387072"/>
              <a:ext cx="161977" cy="161940"/>
              <a:chOff x="1101075" y="2142375"/>
              <a:chExt cx="439200" cy="439100"/>
            </a:xfrm>
          </p:grpSpPr>
          <p:sp>
            <p:nvSpPr>
              <p:cNvPr id="359" name="Google Shape;359;p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61" name="Google Shape;361;p7"/>
            <p:cNvGrpSpPr/>
            <p:nvPr/>
          </p:nvGrpSpPr>
          <p:grpSpPr>
            <a:xfrm rot="10800000">
              <a:off x="2118901" y="4805293"/>
              <a:ext cx="161977" cy="161940"/>
              <a:chOff x="1101075" y="2142375"/>
              <a:chExt cx="439200" cy="439100"/>
            </a:xfrm>
          </p:grpSpPr>
          <p:sp>
            <p:nvSpPr>
              <p:cNvPr id="362" name="Google Shape;362;p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64" name="Shape 364"/>
        <p:cNvGrpSpPr/>
        <p:nvPr/>
      </p:nvGrpSpPr>
      <p:grpSpPr>
        <a:xfrm>
          <a:off x="0" y="0"/>
          <a:ext cx="0" cy="0"/>
          <a:chOff x="0" y="0"/>
          <a:chExt cx="0" cy="0"/>
        </a:xfrm>
      </p:grpSpPr>
      <p:sp>
        <p:nvSpPr>
          <p:cNvPr id="365" name="Google Shape;365;p8"/>
          <p:cNvSpPr txBox="1"/>
          <p:nvPr>
            <p:ph type="title"/>
          </p:nvPr>
        </p:nvSpPr>
        <p:spPr>
          <a:xfrm>
            <a:off x="713225" y="2122600"/>
            <a:ext cx="7297500" cy="910200"/>
          </a:xfrm>
          <a:prstGeom prst="rect">
            <a:avLst/>
          </a:prstGeom>
        </p:spPr>
        <p:txBody>
          <a:bodyPr anchorCtr="0" anchor="ctr" bIns="91425" lIns="91425" spcFirstLastPara="1" rIns="91425" wrap="square" tIns="91425">
            <a:noAutofit/>
          </a:bodyPr>
          <a:lstStyle>
            <a:lvl1pPr lvl="0">
              <a:lnSpc>
                <a:spcPct val="80000"/>
              </a:lnSpc>
              <a:spcBef>
                <a:spcPts val="0"/>
              </a:spcBef>
              <a:spcAft>
                <a:spcPts val="0"/>
              </a:spcAft>
              <a:buSzPts val="48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grpSp>
        <p:nvGrpSpPr>
          <p:cNvPr id="366" name="Google Shape;366;p8"/>
          <p:cNvGrpSpPr/>
          <p:nvPr/>
        </p:nvGrpSpPr>
        <p:grpSpPr>
          <a:xfrm>
            <a:off x="6475811" y="-1541623"/>
            <a:ext cx="2583360" cy="2409685"/>
            <a:chOff x="6475811" y="-1541623"/>
            <a:chExt cx="2583360" cy="2409685"/>
          </a:xfrm>
        </p:grpSpPr>
        <p:grpSp>
          <p:nvGrpSpPr>
            <p:cNvPr id="367" name="Google Shape;367;p8"/>
            <p:cNvGrpSpPr/>
            <p:nvPr/>
          </p:nvGrpSpPr>
          <p:grpSpPr>
            <a:xfrm rot="-5400000">
              <a:off x="5879041" y="-944853"/>
              <a:ext cx="2133442" cy="939904"/>
              <a:chOff x="-149984" y="3754784"/>
              <a:chExt cx="2133442" cy="939904"/>
            </a:xfrm>
          </p:grpSpPr>
          <p:sp>
            <p:nvSpPr>
              <p:cNvPr id="368" name="Google Shape;368;p8"/>
              <p:cNvSpPr/>
              <p:nvPr/>
            </p:nvSpPr>
            <p:spPr>
              <a:xfrm rot="5400000">
                <a:off x="707379" y="3056155"/>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8"/>
              <p:cNvSpPr/>
              <p:nvPr/>
            </p:nvSpPr>
            <p:spPr>
              <a:xfrm rot="5400000">
                <a:off x="391825" y="3465468"/>
                <a:ext cx="687411" cy="1771028"/>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70" name="Google Shape;370;p8"/>
            <p:cNvSpPr/>
            <p:nvPr/>
          </p:nvSpPr>
          <p:spPr>
            <a:xfrm rot="5400000">
              <a:off x="7783092" y="-77047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8"/>
            <p:cNvSpPr/>
            <p:nvPr/>
          </p:nvSpPr>
          <p:spPr>
            <a:xfrm rot="5400000">
              <a:off x="7617537" y="-361157"/>
              <a:ext cx="687411" cy="1771028"/>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72" name="Google Shape;372;p8"/>
            <p:cNvGrpSpPr/>
            <p:nvPr/>
          </p:nvGrpSpPr>
          <p:grpSpPr>
            <a:xfrm>
              <a:off x="7741638" y="-258450"/>
              <a:ext cx="439200" cy="439100"/>
              <a:chOff x="1101075" y="2142375"/>
              <a:chExt cx="439200" cy="439100"/>
            </a:xfrm>
          </p:grpSpPr>
          <p:sp>
            <p:nvSpPr>
              <p:cNvPr id="373" name="Google Shape;373;p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75" name="Shape 375"/>
        <p:cNvGrpSpPr/>
        <p:nvPr/>
      </p:nvGrpSpPr>
      <p:grpSpPr>
        <a:xfrm>
          <a:off x="0" y="0"/>
          <a:ext cx="0" cy="0"/>
          <a:chOff x="0" y="0"/>
          <a:chExt cx="0" cy="0"/>
        </a:xfrm>
      </p:grpSpPr>
      <p:sp>
        <p:nvSpPr>
          <p:cNvPr id="376" name="Google Shape;376;p9"/>
          <p:cNvSpPr txBox="1"/>
          <p:nvPr>
            <p:ph type="title"/>
          </p:nvPr>
        </p:nvSpPr>
        <p:spPr>
          <a:xfrm>
            <a:off x="720000" y="479750"/>
            <a:ext cx="3145200" cy="18435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7" name="Google Shape;377;p9"/>
          <p:cNvSpPr txBox="1"/>
          <p:nvPr>
            <p:ph idx="1" type="subTitle"/>
          </p:nvPr>
        </p:nvSpPr>
        <p:spPr>
          <a:xfrm>
            <a:off x="720000" y="2359400"/>
            <a:ext cx="3145200" cy="2249400"/>
          </a:xfrm>
          <a:prstGeom prst="rect">
            <a:avLst/>
          </a:prstGeom>
        </p:spPr>
        <p:txBody>
          <a:bodyPr anchorCtr="0" anchor="t" bIns="91425" lIns="91425" spcFirstLastPara="1" rIns="91425" wrap="square" tIns="91425">
            <a:noAutofit/>
          </a:bodyPr>
          <a:lstStyle>
            <a:lvl1pPr lvl="0" rtl="0">
              <a:spcBef>
                <a:spcPts val="0"/>
              </a:spcBef>
              <a:spcAft>
                <a:spcPts val="0"/>
              </a:spcAft>
              <a:buSzPts val="800"/>
              <a:buFont typeface="Open Sans"/>
              <a:buChar char="●"/>
              <a:defRPr/>
            </a:lvl1pPr>
            <a:lvl2pPr lvl="1" rtl="0" algn="ctr">
              <a:lnSpc>
                <a:spcPct val="100000"/>
              </a:lnSpc>
              <a:spcBef>
                <a:spcPts val="0"/>
              </a:spcBef>
              <a:spcAft>
                <a:spcPts val="0"/>
              </a:spcAft>
              <a:buSzPts val="800"/>
              <a:buFont typeface="Open Sans"/>
              <a:buChar char="○"/>
              <a:defRPr/>
            </a:lvl2pPr>
            <a:lvl3pPr lvl="2" rtl="0" algn="ctr">
              <a:lnSpc>
                <a:spcPct val="100000"/>
              </a:lnSpc>
              <a:spcBef>
                <a:spcPts val="0"/>
              </a:spcBef>
              <a:spcAft>
                <a:spcPts val="0"/>
              </a:spcAft>
              <a:buSzPts val="800"/>
              <a:buFont typeface="Open Sans"/>
              <a:buChar char="■"/>
              <a:defRPr/>
            </a:lvl3pPr>
            <a:lvl4pPr lvl="3" rtl="0" algn="ctr">
              <a:lnSpc>
                <a:spcPct val="100000"/>
              </a:lnSpc>
              <a:spcBef>
                <a:spcPts val="0"/>
              </a:spcBef>
              <a:spcAft>
                <a:spcPts val="0"/>
              </a:spcAft>
              <a:buSzPts val="800"/>
              <a:buFont typeface="Open Sans"/>
              <a:buChar char="●"/>
              <a:defRPr/>
            </a:lvl4pPr>
            <a:lvl5pPr lvl="4" rtl="0" algn="ctr">
              <a:lnSpc>
                <a:spcPct val="100000"/>
              </a:lnSpc>
              <a:spcBef>
                <a:spcPts val="0"/>
              </a:spcBef>
              <a:spcAft>
                <a:spcPts val="0"/>
              </a:spcAft>
              <a:buSzPts val="1200"/>
              <a:buFont typeface="Open Sans"/>
              <a:buChar char="○"/>
              <a:defRPr/>
            </a:lvl5pPr>
            <a:lvl6pPr lvl="5" rtl="0" algn="ctr">
              <a:lnSpc>
                <a:spcPct val="100000"/>
              </a:lnSpc>
              <a:spcBef>
                <a:spcPts val="0"/>
              </a:spcBef>
              <a:spcAft>
                <a:spcPts val="0"/>
              </a:spcAft>
              <a:buSzPts val="1200"/>
              <a:buFont typeface="Open Sans"/>
              <a:buChar char="■"/>
              <a:defRPr/>
            </a:lvl6pPr>
            <a:lvl7pPr lvl="6" rtl="0" algn="ctr">
              <a:lnSpc>
                <a:spcPct val="100000"/>
              </a:lnSpc>
              <a:spcBef>
                <a:spcPts val="0"/>
              </a:spcBef>
              <a:spcAft>
                <a:spcPts val="0"/>
              </a:spcAft>
              <a:buSzPts val="700"/>
              <a:buFont typeface="Open Sans"/>
              <a:buChar char="●"/>
              <a:defRPr/>
            </a:lvl7pPr>
            <a:lvl8pPr lvl="7" rtl="0" algn="ctr">
              <a:lnSpc>
                <a:spcPct val="100000"/>
              </a:lnSpc>
              <a:spcBef>
                <a:spcPts val="0"/>
              </a:spcBef>
              <a:spcAft>
                <a:spcPts val="0"/>
              </a:spcAft>
              <a:buSzPts val="700"/>
              <a:buFont typeface="Open Sans"/>
              <a:buChar char="○"/>
              <a:defRPr/>
            </a:lvl8pPr>
            <a:lvl9pPr lvl="8" rtl="0" algn="ctr">
              <a:lnSpc>
                <a:spcPct val="100000"/>
              </a:lnSpc>
              <a:spcBef>
                <a:spcPts val="0"/>
              </a:spcBef>
              <a:spcAft>
                <a:spcPts val="0"/>
              </a:spcAft>
              <a:buSzPts val="600"/>
              <a:buFont typeface="Open Sans"/>
              <a:buChar char="■"/>
              <a:defRPr/>
            </a:lvl9pPr>
          </a:lstStyle>
          <a:p/>
        </p:txBody>
      </p:sp>
      <p:sp>
        <p:nvSpPr>
          <p:cNvPr id="378" name="Google Shape;378;p9"/>
          <p:cNvSpPr/>
          <p:nvPr>
            <p:ph idx="2" type="pic"/>
          </p:nvPr>
        </p:nvSpPr>
        <p:spPr>
          <a:xfrm>
            <a:off x="4135800" y="539500"/>
            <a:ext cx="4295100" cy="4069200"/>
          </a:xfrm>
          <a:prstGeom prst="snip1Rect">
            <a:avLst>
              <a:gd fmla="val 16667" name="adj"/>
            </a:avLst>
          </a:prstGeom>
          <a:noFill/>
          <a:ln>
            <a:noFill/>
          </a:ln>
        </p:spPr>
      </p:sp>
      <p:grpSp>
        <p:nvGrpSpPr>
          <p:cNvPr id="379" name="Google Shape;379;p9"/>
          <p:cNvGrpSpPr/>
          <p:nvPr/>
        </p:nvGrpSpPr>
        <p:grpSpPr>
          <a:xfrm>
            <a:off x="-2393465" y="-1635538"/>
            <a:ext cx="4710415" cy="5344655"/>
            <a:chOff x="-2317265" y="-1559338"/>
            <a:chExt cx="4710415" cy="5344655"/>
          </a:xfrm>
        </p:grpSpPr>
        <p:pic>
          <p:nvPicPr>
            <p:cNvPr id="380" name="Google Shape;380;p9"/>
            <p:cNvPicPr preferRelativeResize="0"/>
            <p:nvPr/>
          </p:nvPicPr>
          <p:blipFill rotWithShape="1">
            <a:blip r:embed="rId2">
              <a:alphaModFix/>
            </a:blip>
            <a:srcRect b="26177" l="16960" r="7121" t="24719"/>
            <a:stretch/>
          </p:blipFill>
          <p:spPr>
            <a:xfrm>
              <a:off x="-2317265" y="-1559338"/>
              <a:ext cx="3920501" cy="2992224"/>
            </a:xfrm>
            <a:prstGeom prst="rect">
              <a:avLst/>
            </a:prstGeom>
            <a:noFill/>
            <a:ln>
              <a:noFill/>
            </a:ln>
          </p:spPr>
        </p:pic>
        <p:grpSp>
          <p:nvGrpSpPr>
            <p:cNvPr id="381" name="Google Shape;381;p9"/>
            <p:cNvGrpSpPr/>
            <p:nvPr/>
          </p:nvGrpSpPr>
          <p:grpSpPr>
            <a:xfrm>
              <a:off x="-1322674" y="-1333888"/>
              <a:ext cx="3153315" cy="5119205"/>
              <a:chOff x="6643701" y="816087"/>
              <a:chExt cx="3153315" cy="5119205"/>
            </a:xfrm>
          </p:grpSpPr>
          <p:sp>
            <p:nvSpPr>
              <p:cNvPr id="382" name="Google Shape;382;p9"/>
              <p:cNvSpPr/>
              <p:nvPr/>
            </p:nvSpPr>
            <p:spPr>
              <a:xfrm>
                <a:off x="6643701" y="816087"/>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83" name="Google Shape;383;p9"/>
              <p:cNvGrpSpPr/>
              <p:nvPr/>
            </p:nvGrpSpPr>
            <p:grpSpPr>
              <a:xfrm>
                <a:off x="8671986" y="2443197"/>
                <a:ext cx="134004" cy="134004"/>
                <a:chOff x="8356813" y="1074288"/>
                <a:chExt cx="351900" cy="351900"/>
              </a:xfrm>
            </p:grpSpPr>
            <p:sp>
              <p:nvSpPr>
                <p:cNvPr id="384" name="Google Shape;384;p9"/>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6" name="Google Shape;386;p9"/>
              <p:cNvGrpSpPr/>
              <p:nvPr/>
            </p:nvGrpSpPr>
            <p:grpSpPr>
              <a:xfrm>
                <a:off x="7678536" y="3129397"/>
                <a:ext cx="134004" cy="134004"/>
                <a:chOff x="8356813" y="1074288"/>
                <a:chExt cx="351900" cy="351900"/>
              </a:xfrm>
            </p:grpSpPr>
            <p:sp>
              <p:nvSpPr>
                <p:cNvPr id="387" name="Google Shape;387;p9"/>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89" name="Google Shape;389;p9"/>
              <p:cNvGrpSpPr/>
              <p:nvPr/>
            </p:nvGrpSpPr>
            <p:grpSpPr>
              <a:xfrm>
                <a:off x="8062611" y="3503222"/>
                <a:ext cx="134004" cy="134004"/>
                <a:chOff x="8356813" y="1074288"/>
                <a:chExt cx="351900" cy="351900"/>
              </a:xfrm>
            </p:grpSpPr>
            <p:sp>
              <p:nvSpPr>
                <p:cNvPr id="390" name="Google Shape;390;p9"/>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9"/>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392" name="Google Shape;392;p9"/>
            <p:cNvGrpSpPr/>
            <p:nvPr/>
          </p:nvGrpSpPr>
          <p:grpSpPr>
            <a:xfrm>
              <a:off x="121568" y="-846844"/>
              <a:ext cx="88151" cy="2151709"/>
              <a:chOff x="3054755" y="4367024"/>
              <a:chExt cx="88142" cy="1137387"/>
            </a:xfrm>
          </p:grpSpPr>
          <p:sp>
            <p:nvSpPr>
              <p:cNvPr id="393" name="Google Shape;393;p9"/>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9"/>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395" name="Google Shape;395;p9"/>
            <p:cNvGrpSpPr/>
            <p:nvPr/>
          </p:nvGrpSpPr>
          <p:grpSpPr>
            <a:xfrm>
              <a:off x="361243" y="-718832"/>
              <a:ext cx="88151" cy="2151709"/>
              <a:chOff x="3054755" y="4367024"/>
              <a:chExt cx="88142" cy="1137387"/>
            </a:xfrm>
          </p:grpSpPr>
          <p:sp>
            <p:nvSpPr>
              <p:cNvPr id="396" name="Google Shape;396;p9"/>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p9"/>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8" name="Google Shape;398;p9"/>
            <p:cNvSpPr/>
            <p:nvPr/>
          </p:nvSpPr>
          <p:spPr>
            <a:xfrm rot="5400000">
              <a:off x="501466" y="-1277128"/>
              <a:ext cx="1031181" cy="275218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99" name="Google Shape;399;p9"/>
            <p:cNvGrpSpPr/>
            <p:nvPr/>
          </p:nvGrpSpPr>
          <p:grpSpPr>
            <a:xfrm>
              <a:off x="-175967" y="337269"/>
              <a:ext cx="480890" cy="481200"/>
              <a:chOff x="959750" y="3039275"/>
              <a:chExt cx="582050" cy="582425"/>
            </a:xfrm>
          </p:grpSpPr>
          <p:sp>
            <p:nvSpPr>
              <p:cNvPr id="400" name="Google Shape;400;p9"/>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9"/>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p9"/>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9"/>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9"/>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9"/>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9"/>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07" name="Google Shape;407;p9"/>
          <p:cNvGrpSpPr/>
          <p:nvPr/>
        </p:nvGrpSpPr>
        <p:grpSpPr>
          <a:xfrm>
            <a:off x="6719910" y="2898312"/>
            <a:ext cx="3920501" cy="3213899"/>
            <a:chOff x="6643710" y="2822113"/>
            <a:chExt cx="3920501" cy="3213899"/>
          </a:xfrm>
        </p:grpSpPr>
        <p:sp>
          <p:nvSpPr>
            <p:cNvPr id="408" name="Google Shape;408;p9"/>
            <p:cNvSpPr/>
            <p:nvPr/>
          </p:nvSpPr>
          <p:spPr>
            <a:xfrm>
              <a:off x="8764950" y="2822113"/>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9" name="Google Shape;409;p9"/>
            <p:cNvPicPr preferRelativeResize="0"/>
            <p:nvPr/>
          </p:nvPicPr>
          <p:blipFill rotWithShape="1">
            <a:blip r:embed="rId2">
              <a:alphaModFix/>
            </a:blip>
            <a:srcRect b="26177" l="16960" r="7121" t="24719"/>
            <a:stretch/>
          </p:blipFill>
          <p:spPr>
            <a:xfrm>
              <a:off x="6643710" y="3043787"/>
              <a:ext cx="3920501" cy="2992224"/>
            </a:xfrm>
            <a:prstGeom prst="rect">
              <a:avLst/>
            </a:prstGeom>
            <a:noFill/>
            <a:ln>
              <a:noFill/>
            </a:ln>
          </p:spPr>
        </p:pic>
        <p:grpSp>
          <p:nvGrpSpPr>
            <p:cNvPr id="410" name="Google Shape;410;p9"/>
            <p:cNvGrpSpPr/>
            <p:nvPr/>
          </p:nvGrpSpPr>
          <p:grpSpPr>
            <a:xfrm>
              <a:off x="8671987" y="3471620"/>
              <a:ext cx="699928" cy="1651024"/>
              <a:chOff x="8337812" y="3492483"/>
              <a:chExt cx="699928" cy="1651024"/>
            </a:xfrm>
          </p:grpSpPr>
          <p:sp>
            <p:nvSpPr>
              <p:cNvPr id="411" name="Google Shape;411;p9"/>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9"/>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9"/>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14" name="Google Shape;414;p9"/>
            <p:cNvGrpSpPr/>
            <p:nvPr/>
          </p:nvGrpSpPr>
          <p:grpSpPr>
            <a:xfrm>
              <a:off x="8279400" y="4281138"/>
              <a:ext cx="904666" cy="726121"/>
              <a:chOff x="7945225" y="4302000"/>
              <a:chExt cx="904666" cy="726121"/>
            </a:xfrm>
          </p:grpSpPr>
          <p:sp>
            <p:nvSpPr>
              <p:cNvPr id="415" name="Google Shape;415;p9"/>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9"/>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7" name="Google Shape;417;p9"/>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18" name="Google Shape;418;p9"/>
            <p:cNvSpPr/>
            <p:nvPr/>
          </p:nvSpPr>
          <p:spPr>
            <a:xfrm rot="10800000">
              <a:off x="7869624" y="292026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9"/>
            <p:cNvSpPr/>
            <p:nvPr/>
          </p:nvSpPr>
          <p:spPr>
            <a:xfrm rot="10800000">
              <a:off x="8028970" y="2920884"/>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20" name="Google Shape;420;p9"/>
          <p:cNvGrpSpPr/>
          <p:nvPr/>
        </p:nvGrpSpPr>
        <p:grpSpPr>
          <a:xfrm>
            <a:off x="-1953175" y="4816451"/>
            <a:ext cx="4558967" cy="134100"/>
            <a:chOff x="796100" y="3019701"/>
            <a:chExt cx="4558967" cy="134100"/>
          </a:xfrm>
        </p:grpSpPr>
        <p:sp>
          <p:nvSpPr>
            <p:cNvPr id="421" name="Google Shape;421;p9"/>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422" name="Google Shape;422;p9"/>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423" name="Google Shape;423;p9"/>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24" name="Shape 424"/>
        <p:cNvGrpSpPr/>
        <p:nvPr/>
      </p:nvGrpSpPr>
      <p:grpSpPr>
        <a:xfrm>
          <a:off x="0" y="0"/>
          <a:ext cx="0" cy="0"/>
          <a:chOff x="0" y="0"/>
          <a:chExt cx="0" cy="0"/>
        </a:xfrm>
      </p:grpSpPr>
      <p:sp>
        <p:nvSpPr>
          <p:cNvPr id="425" name="Google Shape;425;p10"/>
          <p:cNvSpPr/>
          <p:nvPr>
            <p:ph idx="2" type="pic"/>
          </p:nvPr>
        </p:nvSpPr>
        <p:spPr>
          <a:xfrm>
            <a:off x="0" y="0"/>
            <a:ext cx="9144000" cy="5143500"/>
          </a:xfrm>
          <a:prstGeom prst="rect">
            <a:avLst/>
          </a:prstGeom>
          <a:noFill/>
          <a:ln>
            <a:noFill/>
          </a:ln>
        </p:spPr>
      </p:sp>
      <p:sp>
        <p:nvSpPr>
          <p:cNvPr id="426" name="Google Shape;426;p10"/>
          <p:cNvSpPr txBox="1"/>
          <p:nvPr>
            <p:ph type="title"/>
          </p:nvPr>
        </p:nvSpPr>
        <p:spPr>
          <a:xfrm>
            <a:off x="720000" y="539500"/>
            <a:ext cx="3672000" cy="932700"/>
          </a:xfrm>
          <a:prstGeom prst="rect">
            <a:avLst/>
          </a:prstGeom>
          <a:solidFill>
            <a:schemeClr val="lt1"/>
          </a:solidFill>
        </p:spPr>
        <p:txBody>
          <a:bodyPr anchorCtr="0" anchor="t" bIns="91425" lIns="91425" spcFirstLastPara="1" rIns="91425" wrap="square" tIns="91425">
            <a:noAutofit/>
          </a:bodyPr>
          <a:lstStyle>
            <a:lvl1pPr lvl="0" rtl="0" algn="ctr">
              <a:spcBef>
                <a:spcPts val="0"/>
              </a:spcBef>
              <a:spcAft>
                <a:spcPts val="0"/>
              </a:spcAft>
              <a:buSzPts val="3000"/>
              <a:buNone/>
              <a:defRPr sz="2500"/>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27" name="Shape 427"/>
        <p:cNvGrpSpPr/>
        <p:nvPr/>
      </p:nvGrpSpPr>
      <p:grpSpPr>
        <a:xfrm>
          <a:off x="0" y="0"/>
          <a:ext cx="0" cy="0"/>
          <a:chOff x="0" y="0"/>
          <a:chExt cx="0" cy="0"/>
        </a:xfrm>
      </p:grpSpPr>
      <p:sp>
        <p:nvSpPr>
          <p:cNvPr id="428" name="Google Shape;428;p11"/>
          <p:cNvSpPr txBox="1"/>
          <p:nvPr>
            <p:ph hasCustomPrompt="1" type="title"/>
          </p:nvPr>
        </p:nvSpPr>
        <p:spPr>
          <a:xfrm>
            <a:off x="713225" y="1766475"/>
            <a:ext cx="6576000" cy="1036200"/>
          </a:xfrm>
          <a:prstGeom prst="rect">
            <a:avLst/>
          </a:prstGeom>
        </p:spPr>
        <p:txBody>
          <a:bodyPr anchorCtr="0" anchor="b" bIns="91425" lIns="91425" spcFirstLastPara="1" rIns="91425" wrap="square" tIns="91425">
            <a:noAutofit/>
          </a:bodyPr>
          <a:lstStyle>
            <a:lvl1pPr lvl="0">
              <a:spcBef>
                <a:spcPts val="0"/>
              </a:spcBef>
              <a:spcAft>
                <a:spcPts val="0"/>
              </a:spcAft>
              <a:buSzPts val="9600"/>
              <a:buFont typeface="Be Vietnam Pro"/>
              <a:buNone/>
              <a:defRPr sz="6000">
                <a:latin typeface="Be Vietnam Pro"/>
                <a:ea typeface="Be Vietnam Pro"/>
                <a:cs typeface="Be Vietnam Pro"/>
                <a:sym typeface="Be Vietnam Pro"/>
              </a:defRPr>
            </a:lvl1pPr>
            <a:lvl2pPr lvl="1" algn="ctr">
              <a:spcBef>
                <a:spcPts val="0"/>
              </a:spcBef>
              <a:spcAft>
                <a:spcPts val="0"/>
              </a:spcAft>
              <a:buSzPts val="9600"/>
              <a:buFont typeface="Be Vietnam Pro"/>
              <a:buNone/>
              <a:defRPr sz="9600">
                <a:latin typeface="Be Vietnam Pro"/>
                <a:ea typeface="Be Vietnam Pro"/>
                <a:cs typeface="Be Vietnam Pro"/>
                <a:sym typeface="Be Vietnam Pro"/>
              </a:defRPr>
            </a:lvl2pPr>
            <a:lvl3pPr lvl="2" algn="ctr">
              <a:spcBef>
                <a:spcPts val="0"/>
              </a:spcBef>
              <a:spcAft>
                <a:spcPts val="0"/>
              </a:spcAft>
              <a:buSzPts val="9600"/>
              <a:buFont typeface="Be Vietnam Pro"/>
              <a:buNone/>
              <a:defRPr sz="9600">
                <a:latin typeface="Be Vietnam Pro"/>
                <a:ea typeface="Be Vietnam Pro"/>
                <a:cs typeface="Be Vietnam Pro"/>
                <a:sym typeface="Be Vietnam Pro"/>
              </a:defRPr>
            </a:lvl3pPr>
            <a:lvl4pPr lvl="3" algn="ctr">
              <a:spcBef>
                <a:spcPts val="0"/>
              </a:spcBef>
              <a:spcAft>
                <a:spcPts val="0"/>
              </a:spcAft>
              <a:buSzPts val="9600"/>
              <a:buFont typeface="Be Vietnam Pro"/>
              <a:buNone/>
              <a:defRPr sz="9600">
                <a:latin typeface="Be Vietnam Pro"/>
                <a:ea typeface="Be Vietnam Pro"/>
                <a:cs typeface="Be Vietnam Pro"/>
                <a:sym typeface="Be Vietnam Pro"/>
              </a:defRPr>
            </a:lvl4pPr>
            <a:lvl5pPr lvl="4" algn="ctr">
              <a:spcBef>
                <a:spcPts val="0"/>
              </a:spcBef>
              <a:spcAft>
                <a:spcPts val="0"/>
              </a:spcAft>
              <a:buSzPts val="9600"/>
              <a:buFont typeface="Be Vietnam Pro"/>
              <a:buNone/>
              <a:defRPr sz="9600">
                <a:latin typeface="Be Vietnam Pro"/>
                <a:ea typeface="Be Vietnam Pro"/>
                <a:cs typeface="Be Vietnam Pro"/>
                <a:sym typeface="Be Vietnam Pro"/>
              </a:defRPr>
            </a:lvl5pPr>
            <a:lvl6pPr lvl="5" algn="ctr">
              <a:spcBef>
                <a:spcPts val="0"/>
              </a:spcBef>
              <a:spcAft>
                <a:spcPts val="0"/>
              </a:spcAft>
              <a:buSzPts val="9600"/>
              <a:buFont typeface="Be Vietnam Pro"/>
              <a:buNone/>
              <a:defRPr sz="9600">
                <a:latin typeface="Be Vietnam Pro"/>
                <a:ea typeface="Be Vietnam Pro"/>
                <a:cs typeface="Be Vietnam Pro"/>
                <a:sym typeface="Be Vietnam Pro"/>
              </a:defRPr>
            </a:lvl6pPr>
            <a:lvl7pPr lvl="6" algn="ctr">
              <a:spcBef>
                <a:spcPts val="0"/>
              </a:spcBef>
              <a:spcAft>
                <a:spcPts val="0"/>
              </a:spcAft>
              <a:buSzPts val="9600"/>
              <a:buFont typeface="Be Vietnam Pro"/>
              <a:buNone/>
              <a:defRPr sz="9600">
                <a:latin typeface="Be Vietnam Pro"/>
                <a:ea typeface="Be Vietnam Pro"/>
                <a:cs typeface="Be Vietnam Pro"/>
                <a:sym typeface="Be Vietnam Pro"/>
              </a:defRPr>
            </a:lvl7pPr>
            <a:lvl8pPr lvl="7" algn="ctr">
              <a:spcBef>
                <a:spcPts val="0"/>
              </a:spcBef>
              <a:spcAft>
                <a:spcPts val="0"/>
              </a:spcAft>
              <a:buSzPts val="9600"/>
              <a:buFont typeface="Be Vietnam Pro"/>
              <a:buNone/>
              <a:defRPr sz="9600">
                <a:latin typeface="Be Vietnam Pro"/>
                <a:ea typeface="Be Vietnam Pro"/>
                <a:cs typeface="Be Vietnam Pro"/>
                <a:sym typeface="Be Vietnam Pro"/>
              </a:defRPr>
            </a:lvl8pPr>
            <a:lvl9pPr lvl="8" algn="ctr">
              <a:spcBef>
                <a:spcPts val="0"/>
              </a:spcBef>
              <a:spcAft>
                <a:spcPts val="0"/>
              </a:spcAft>
              <a:buSzPts val="9600"/>
              <a:buFont typeface="Be Vietnam Pro"/>
              <a:buNone/>
              <a:defRPr sz="9600">
                <a:latin typeface="Be Vietnam Pro"/>
                <a:ea typeface="Be Vietnam Pro"/>
                <a:cs typeface="Be Vietnam Pro"/>
                <a:sym typeface="Be Vietnam Pro"/>
              </a:defRPr>
            </a:lvl9pPr>
          </a:lstStyle>
          <a:p>
            <a:r>
              <a:t>xx%</a:t>
            </a:r>
          </a:p>
        </p:txBody>
      </p:sp>
      <p:sp>
        <p:nvSpPr>
          <p:cNvPr id="429" name="Google Shape;429;p11"/>
          <p:cNvSpPr txBox="1"/>
          <p:nvPr>
            <p:ph idx="1" type="subTitle"/>
          </p:nvPr>
        </p:nvSpPr>
        <p:spPr>
          <a:xfrm>
            <a:off x="713225" y="3118375"/>
            <a:ext cx="6576000" cy="4971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SzPts val="1600"/>
              <a:buNone/>
              <a:defRPr sz="1600"/>
            </a:lvl1pPr>
            <a:lvl2pPr lvl="1" rtl="0" algn="ctr">
              <a:lnSpc>
                <a:spcPct val="100000"/>
              </a:lnSpc>
              <a:spcBef>
                <a:spcPts val="0"/>
              </a:spcBef>
              <a:spcAft>
                <a:spcPts val="0"/>
              </a:spcAft>
              <a:buSzPts val="1600"/>
              <a:buNone/>
              <a:defRPr sz="1600"/>
            </a:lvl2pPr>
            <a:lvl3pPr lvl="2" rtl="0" algn="ctr">
              <a:lnSpc>
                <a:spcPct val="100000"/>
              </a:lnSpc>
              <a:spcBef>
                <a:spcPts val="0"/>
              </a:spcBef>
              <a:spcAft>
                <a:spcPts val="0"/>
              </a:spcAft>
              <a:buSzPts val="1600"/>
              <a:buNone/>
              <a:defRPr sz="1600"/>
            </a:lvl3pPr>
            <a:lvl4pPr lvl="3" rtl="0" algn="ctr">
              <a:lnSpc>
                <a:spcPct val="100000"/>
              </a:lnSpc>
              <a:spcBef>
                <a:spcPts val="0"/>
              </a:spcBef>
              <a:spcAft>
                <a:spcPts val="0"/>
              </a:spcAft>
              <a:buSzPts val="1600"/>
              <a:buNone/>
              <a:defRPr sz="1600"/>
            </a:lvl4pPr>
            <a:lvl5pPr lvl="4" rtl="0" algn="ctr">
              <a:lnSpc>
                <a:spcPct val="100000"/>
              </a:lnSpc>
              <a:spcBef>
                <a:spcPts val="0"/>
              </a:spcBef>
              <a:spcAft>
                <a:spcPts val="0"/>
              </a:spcAft>
              <a:buSzPts val="1600"/>
              <a:buNone/>
              <a:defRPr sz="1600"/>
            </a:lvl5pPr>
            <a:lvl6pPr lvl="5" rtl="0" algn="ctr">
              <a:lnSpc>
                <a:spcPct val="100000"/>
              </a:lnSpc>
              <a:spcBef>
                <a:spcPts val="0"/>
              </a:spcBef>
              <a:spcAft>
                <a:spcPts val="0"/>
              </a:spcAft>
              <a:buSzPts val="1600"/>
              <a:buNone/>
              <a:defRPr sz="1600"/>
            </a:lvl6pPr>
            <a:lvl7pPr lvl="6" rtl="0" algn="ctr">
              <a:lnSpc>
                <a:spcPct val="100000"/>
              </a:lnSpc>
              <a:spcBef>
                <a:spcPts val="0"/>
              </a:spcBef>
              <a:spcAft>
                <a:spcPts val="0"/>
              </a:spcAft>
              <a:buSzPts val="1600"/>
              <a:buNone/>
              <a:defRPr sz="1600"/>
            </a:lvl7pPr>
            <a:lvl8pPr lvl="7" rtl="0" algn="ctr">
              <a:lnSpc>
                <a:spcPct val="100000"/>
              </a:lnSpc>
              <a:spcBef>
                <a:spcPts val="0"/>
              </a:spcBef>
              <a:spcAft>
                <a:spcPts val="0"/>
              </a:spcAft>
              <a:buSzPts val="1600"/>
              <a:buNone/>
              <a:defRPr sz="1600"/>
            </a:lvl8pPr>
            <a:lvl9pPr lvl="8" rtl="0" algn="ctr">
              <a:lnSpc>
                <a:spcPct val="100000"/>
              </a:lnSpc>
              <a:spcBef>
                <a:spcPts val="0"/>
              </a:spcBef>
              <a:spcAft>
                <a:spcPts val="0"/>
              </a:spcAft>
              <a:buSzPts val="1600"/>
              <a:buNone/>
              <a:defRPr sz="1600"/>
            </a:lvl9pPr>
          </a:lstStyle>
          <a:p/>
        </p:txBody>
      </p:sp>
      <p:grpSp>
        <p:nvGrpSpPr>
          <p:cNvPr id="430" name="Google Shape;430;p11"/>
          <p:cNvGrpSpPr/>
          <p:nvPr/>
        </p:nvGrpSpPr>
        <p:grpSpPr>
          <a:xfrm>
            <a:off x="-889904" y="4083136"/>
            <a:ext cx="4477057" cy="2336436"/>
            <a:chOff x="-889904" y="4006936"/>
            <a:chExt cx="4477057" cy="2336436"/>
          </a:xfrm>
        </p:grpSpPr>
        <p:grpSp>
          <p:nvGrpSpPr>
            <p:cNvPr id="431" name="Google Shape;431;p11"/>
            <p:cNvGrpSpPr/>
            <p:nvPr/>
          </p:nvGrpSpPr>
          <p:grpSpPr>
            <a:xfrm>
              <a:off x="-889904" y="4006936"/>
              <a:ext cx="4477057" cy="2336436"/>
              <a:chOff x="-900729" y="3974486"/>
              <a:chExt cx="4477057" cy="2336436"/>
            </a:xfrm>
          </p:grpSpPr>
          <p:sp>
            <p:nvSpPr>
              <p:cNvPr id="432" name="Google Shape;432;p11"/>
              <p:cNvSpPr/>
              <p:nvPr/>
            </p:nvSpPr>
            <p:spPr>
              <a:xfrm rot="-3600048">
                <a:off x="-675925" y="4363903"/>
                <a:ext cx="1798609" cy="1557602"/>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3" name="Google Shape;433;p11"/>
              <p:cNvSpPr/>
              <p:nvPr/>
            </p:nvSpPr>
            <p:spPr>
              <a:xfrm rot="-5400000">
                <a:off x="891329" y="3148090"/>
                <a:ext cx="1793675" cy="3576323"/>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434" name="Google Shape;434;p11"/>
              <p:cNvGrpSpPr/>
              <p:nvPr/>
            </p:nvGrpSpPr>
            <p:grpSpPr>
              <a:xfrm>
                <a:off x="63440" y="4608566"/>
                <a:ext cx="496803" cy="497084"/>
                <a:chOff x="3678700" y="407275"/>
                <a:chExt cx="708100" cy="708500"/>
              </a:xfrm>
            </p:grpSpPr>
            <p:sp>
              <p:nvSpPr>
                <p:cNvPr id="435" name="Google Shape;435;p1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p1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1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1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9" name="Google Shape;439;p1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0" name="Google Shape;440;p1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1" name="Google Shape;441;p1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42" name="Google Shape;442;p11"/>
              <p:cNvGrpSpPr/>
              <p:nvPr/>
            </p:nvGrpSpPr>
            <p:grpSpPr>
              <a:xfrm>
                <a:off x="464815" y="4608566"/>
                <a:ext cx="496803" cy="497084"/>
                <a:chOff x="3678700" y="407275"/>
                <a:chExt cx="708100" cy="708500"/>
              </a:xfrm>
            </p:grpSpPr>
            <p:sp>
              <p:nvSpPr>
                <p:cNvPr id="443" name="Google Shape;443;p1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1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1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6" name="Google Shape;446;p1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1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1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1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50" name="Google Shape;450;p11"/>
            <p:cNvGrpSpPr/>
            <p:nvPr/>
          </p:nvGrpSpPr>
          <p:grpSpPr>
            <a:xfrm rot="5400000">
              <a:off x="1017275" y="4934200"/>
              <a:ext cx="439200" cy="439100"/>
              <a:chOff x="1101075" y="2142375"/>
              <a:chExt cx="439200" cy="439100"/>
            </a:xfrm>
          </p:grpSpPr>
          <p:sp>
            <p:nvSpPr>
              <p:cNvPr id="451" name="Google Shape;451;p11"/>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11"/>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53" name="Google Shape;453;p11"/>
          <p:cNvGrpSpPr/>
          <p:nvPr/>
        </p:nvGrpSpPr>
        <p:grpSpPr>
          <a:xfrm>
            <a:off x="-2613417" y="-2882410"/>
            <a:ext cx="8164418" cy="6343459"/>
            <a:chOff x="-2613417" y="-2806210"/>
            <a:chExt cx="8164418" cy="6343459"/>
          </a:xfrm>
        </p:grpSpPr>
        <p:grpSp>
          <p:nvGrpSpPr>
            <p:cNvPr id="454" name="Google Shape;454;p11"/>
            <p:cNvGrpSpPr/>
            <p:nvPr/>
          </p:nvGrpSpPr>
          <p:grpSpPr>
            <a:xfrm>
              <a:off x="-191059" y="95963"/>
              <a:ext cx="1538562" cy="971589"/>
              <a:chOff x="-191059" y="95963"/>
              <a:chExt cx="1538562" cy="971589"/>
            </a:xfrm>
          </p:grpSpPr>
          <p:grpSp>
            <p:nvGrpSpPr>
              <p:cNvPr id="455" name="Google Shape;455;p11"/>
              <p:cNvGrpSpPr/>
              <p:nvPr/>
            </p:nvGrpSpPr>
            <p:grpSpPr>
              <a:xfrm>
                <a:off x="-191059" y="201619"/>
                <a:ext cx="904284" cy="865933"/>
                <a:chOff x="2038491" y="-937756"/>
                <a:chExt cx="904284" cy="865933"/>
              </a:xfrm>
            </p:grpSpPr>
            <p:grpSp>
              <p:nvGrpSpPr>
                <p:cNvPr id="456" name="Google Shape;456;p11"/>
                <p:cNvGrpSpPr/>
                <p:nvPr/>
              </p:nvGrpSpPr>
              <p:grpSpPr>
                <a:xfrm>
                  <a:off x="2096570" y="-863491"/>
                  <a:ext cx="717621" cy="717392"/>
                  <a:chOff x="1483457" y="3953671"/>
                  <a:chExt cx="717621" cy="717392"/>
                </a:xfrm>
              </p:grpSpPr>
              <p:sp>
                <p:nvSpPr>
                  <p:cNvPr id="457" name="Google Shape;457;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8" name="Google Shape;458;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1" name="Google Shape;461;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62" name="Google Shape;462;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63" name="Google Shape;463;p11"/>
              <p:cNvGrpSpPr/>
              <p:nvPr/>
            </p:nvGrpSpPr>
            <p:grpSpPr>
              <a:xfrm>
                <a:off x="584533" y="95963"/>
                <a:ext cx="473483" cy="453403"/>
                <a:chOff x="2038491" y="-937756"/>
                <a:chExt cx="904284" cy="865933"/>
              </a:xfrm>
            </p:grpSpPr>
            <p:grpSp>
              <p:nvGrpSpPr>
                <p:cNvPr id="464" name="Google Shape;464;p11"/>
                <p:cNvGrpSpPr/>
                <p:nvPr/>
              </p:nvGrpSpPr>
              <p:grpSpPr>
                <a:xfrm>
                  <a:off x="2096570" y="-863491"/>
                  <a:ext cx="717621" cy="717392"/>
                  <a:chOff x="1483457" y="3953671"/>
                  <a:chExt cx="717621" cy="717392"/>
                </a:xfrm>
              </p:grpSpPr>
              <p:sp>
                <p:nvSpPr>
                  <p:cNvPr id="465" name="Google Shape;465;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8" name="Google Shape;468;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0" name="Google Shape;470;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1" name="Google Shape;471;p11"/>
              <p:cNvGrpSpPr/>
              <p:nvPr/>
            </p:nvGrpSpPr>
            <p:grpSpPr>
              <a:xfrm>
                <a:off x="530445" y="481913"/>
                <a:ext cx="473483" cy="453403"/>
                <a:chOff x="2038491" y="-937756"/>
                <a:chExt cx="904284" cy="865933"/>
              </a:xfrm>
            </p:grpSpPr>
            <p:grpSp>
              <p:nvGrpSpPr>
                <p:cNvPr id="472" name="Google Shape;472;p11"/>
                <p:cNvGrpSpPr/>
                <p:nvPr/>
              </p:nvGrpSpPr>
              <p:grpSpPr>
                <a:xfrm>
                  <a:off x="2096570" y="-863491"/>
                  <a:ext cx="717621" cy="717392"/>
                  <a:chOff x="1483457" y="3953671"/>
                  <a:chExt cx="717621" cy="717392"/>
                </a:xfrm>
              </p:grpSpPr>
              <p:sp>
                <p:nvSpPr>
                  <p:cNvPr id="473" name="Google Shape;473;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7" name="Google Shape;477;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78" name="Google Shape;478;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479" name="Google Shape;479;p11"/>
              <p:cNvGrpSpPr/>
              <p:nvPr/>
            </p:nvGrpSpPr>
            <p:grpSpPr>
              <a:xfrm>
                <a:off x="874020" y="312788"/>
                <a:ext cx="473483" cy="453403"/>
                <a:chOff x="2038491" y="-937756"/>
                <a:chExt cx="904284" cy="865933"/>
              </a:xfrm>
            </p:grpSpPr>
            <p:grpSp>
              <p:nvGrpSpPr>
                <p:cNvPr id="480" name="Google Shape;480;p11"/>
                <p:cNvGrpSpPr/>
                <p:nvPr/>
              </p:nvGrpSpPr>
              <p:grpSpPr>
                <a:xfrm>
                  <a:off x="2096570" y="-863491"/>
                  <a:ext cx="717621" cy="717392"/>
                  <a:chOff x="1483457" y="3953671"/>
                  <a:chExt cx="717621" cy="717392"/>
                </a:xfrm>
              </p:grpSpPr>
              <p:sp>
                <p:nvSpPr>
                  <p:cNvPr id="481" name="Google Shape;481;p11"/>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11"/>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p11"/>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11"/>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11"/>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86" name="Google Shape;486;p11"/>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487" name="Google Shape;487;p11"/>
            <p:cNvGrpSpPr/>
            <p:nvPr/>
          </p:nvGrpSpPr>
          <p:grpSpPr>
            <a:xfrm rot="-7479050">
              <a:off x="-2051246" y="-1642948"/>
              <a:ext cx="4889863" cy="3931229"/>
              <a:chOff x="7103825" y="-713112"/>
              <a:chExt cx="3785226" cy="3043150"/>
            </a:xfrm>
          </p:grpSpPr>
          <p:sp>
            <p:nvSpPr>
              <p:cNvPr id="488" name="Google Shape;488;p11"/>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89" name="Google Shape;489;p11"/>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grpSp>
          <p:nvGrpSpPr>
            <p:cNvPr id="490" name="Google Shape;490;p11"/>
            <p:cNvGrpSpPr/>
            <p:nvPr/>
          </p:nvGrpSpPr>
          <p:grpSpPr>
            <a:xfrm>
              <a:off x="-640220" y="-2653973"/>
              <a:ext cx="6191222" cy="6191222"/>
              <a:chOff x="-640220" y="-2502423"/>
              <a:chExt cx="6191222" cy="6191222"/>
            </a:xfrm>
          </p:grpSpPr>
          <p:sp>
            <p:nvSpPr>
              <p:cNvPr id="491" name="Google Shape;491;p11"/>
              <p:cNvSpPr/>
              <p:nvPr/>
            </p:nvSpPr>
            <p:spPr>
              <a:xfrm rot="-8100000">
                <a:off x="452224" y="-1781500"/>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2" name="Google Shape;492;p11"/>
              <p:cNvSpPr/>
              <p:nvPr/>
            </p:nvSpPr>
            <p:spPr>
              <a:xfrm rot="-8100000">
                <a:off x="83608" y="-617740"/>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493" name="Shape 493"/>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BLANK_1_1_1_1_1_1">
    <p:spTree>
      <p:nvGrpSpPr>
        <p:cNvPr id="494" name="Shape 494"/>
        <p:cNvGrpSpPr/>
        <p:nvPr/>
      </p:nvGrpSpPr>
      <p:grpSpPr>
        <a:xfrm>
          <a:off x="0" y="0"/>
          <a:ext cx="0" cy="0"/>
          <a:chOff x="0" y="0"/>
          <a:chExt cx="0" cy="0"/>
        </a:xfrm>
      </p:grpSpPr>
      <p:sp>
        <p:nvSpPr>
          <p:cNvPr id="495" name="Google Shape;495;p1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496" name="Google Shape;496;p13"/>
          <p:cNvSpPr txBox="1"/>
          <p:nvPr>
            <p:ph idx="1" type="subTitle"/>
          </p:nvPr>
        </p:nvSpPr>
        <p:spPr>
          <a:xfrm>
            <a:off x="720000" y="2244725"/>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97" name="Google Shape;497;p13"/>
          <p:cNvSpPr txBox="1"/>
          <p:nvPr>
            <p:ph idx="2" type="subTitle"/>
          </p:nvPr>
        </p:nvSpPr>
        <p:spPr>
          <a:xfrm>
            <a:off x="4366700" y="2244725"/>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98" name="Google Shape;498;p13"/>
          <p:cNvSpPr txBox="1"/>
          <p:nvPr>
            <p:ph idx="3" type="subTitle"/>
          </p:nvPr>
        </p:nvSpPr>
        <p:spPr>
          <a:xfrm>
            <a:off x="720000" y="3940900"/>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499" name="Google Shape;499;p13"/>
          <p:cNvSpPr txBox="1"/>
          <p:nvPr>
            <p:ph idx="4" type="subTitle"/>
          </p:nvPr>
        </p:nvSpPr>
        <p:spPr>
          <a:xfrm>
            <a:off x="4366700" y="3940900"/>
            <a:ext cx="2661000" cy="6042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500" name="Google Shape;500;p13"/>
          <p:cNvSpPr txBox="1"/>
          <p:nvPr>
            <p:ph hasCustomPrompt="1" idx="5" type="title"/>
          </p:nvPr>
        </p:nvSpPr>
        <p:spPr>
          <a:xfrm>
            <a:off x="720003" y="1344775"/>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1" name="Google Shape;501;p13"/>
          <p:cNvSpPr txBox="1"/>
          <p:nvPr>
            <p:ph hasCustomPrompt="1" idx="6" type="title"/>
          </p:nvPr>
        </p:nvSpPr>
        <p:spPr>
          <a:xfrm>
            <a:off x="720003" y="3040971"/>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2" name="Google Shape;502;p13"/>
          <p:cNvSpPr txBox="1"/>
          <p:nvPr>
            <p:ph hasCustomPrompt="1" idx="7" type="title"/>
          </p:nvPr>
        </p:nvSpPr>
        <p:spPr>
          <a:xfrm>
            <a:off x="4366698" y="1344775"/>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3" name="Google Shape;503;p13"/>
          <p:cNvSpPr txBox="1"/>
          <p:nvPr>
            <p:ph hasCustomPrompt="1" idx="8" type="title"/>
          </p:nvPr>
        </p:nvSpPr>
        <p:spPr>
          <a:xfrm>
            <a:off x="4366698" y="3040971"/>
            <a:ext cx="1057500" cy="640200"/>
          </a:xfrm>
          <a:prstGeom prst="rect">
            <a:avLst/>
          </a:prstGeom>
          <a:noFill/>
        </p:spPr>
        <p:txBody>
          <a:bodyPr anchorCtr="0" anchor="b" bIns="91425" lIns="91425" spcFirstLastPara="1" rIns="91425" wrap="square" tIns="91425">
            <a:noAutofit/>
          </a:bodyPr>
          <a:lstStyle>
            <a:lvl1pPr lvl="0" rtl="0">
              <a:lnSpc>
                <a:spcPct val="115000"/>
              </a:lnSpc>
              <a:spcBef>
                <a:spcPts val="0"/>
              </a:spcBef>
              <a:spcAft>
                <a:spcPts val="0"/>
              </a:spcAft>
              <a:buSzPts val="3000"/>
              <a:buNone/>
              <a:defRPr>
                <a:latin typeface="Be Vietnam Pro"/>
                <a:ea typeface="Be Vietnam Pro"/>
                <a:cs typeface="Be Vietnam Pro"/>
                <a:sym typeface="Be Vietnam Pro"/>
              </a:defRPr>
            </a:lvl1pPr>
            <a:lvl2pPr lvl="1" rtl="0">
              <a:spcBef>
                <a:spcPts val="0"/>
              </a:spcBef>
              <a:spcAft>
                <a:spcPts val="0"/>
              </a:spcAft>
              <a:buSzPts val="3000"/>
              <a:buFont typeface="IBM Plex Mono"/>
              <a:buNone/>
              <a:defRPr sz="3000">
                <a:latin typeface="IBM Plex Mono"/>
                <a:ea typeface="IBM Plex Mono"/>
                <a:cs typeface="IBM Plex Mono"/>
                <a:sym typeface="IBM Plex Mono"/>
              </a:defRPr>
            </a:lvl2pPr>
            <a:lvl3pPr lvl="2" rtl="0">
              <a:spcBef>
                <a:spcPts val="0"/>
              </a:spcBef>
              <a:spcAft>
                <a:spcPts val="0"/>
              </a:spcAft>
              <a:buSzPts val="3000"/>
              <a:buFont typeface="IBM Plex Mono"/>
              <a:buNone/>
              <a:defRPr sz="3000">
                <a:latin typeface="IBM Plex Mono"/>
                <a:ea typeface="IBM Plex Mono"/>
                <a:cs typeface="IBM Plex Mono"/>
                <a:sym typeface="IBM Plex Mono"/>
              </a:defRPr>
            </a:lvl3pPr>
            <a:lvl4pPr lvl="3" rtl="0">
              <a:spcBef>
                <a:spcPts val="0"/>
              </a:spcBef>
              <a:spcAft>
                <a:spcPts val="0"/>
              </a:spcAft>
              <a:buSzPts val="3000"/>
              <a:buFont typeface="IBM Plex Mono"/>
              <a:buNone/>
              <a:defRPr sz="3000">
                <a:latin typeface="IBM Plex Mono"/>
                <a:ea typeface="IBM Plex Mono"/>
                <a:cs typeface="IBM Plex Mono"/>
                <a:sym typeface="IBM Plex Mono"/>
              </a:defRPr>
            </a:lvl4pPr>
            <a:lvl5pPr lvl="4" rtl="0">
              <a:spcBef>
                <a:spcPts val="0"/>
              </a:spcBef>
              <a:spcAft>
                <a:spcPts val="0"/>
              </a:spcAft>
              <a:buSzPts val="3000"/>
              <a:buFont typeface="IBM Plex Mono"/>
              <a:buNone/>
              <a:defRPr sz="3000">
                <a:latin typeface="IBM Plex Mono"/>
                <a:ea typeface="IBM Plex Mono"/>
                <a:cs typeface="IBM Plex Mono"/>
                <a:sym typeface="IBM Plex Mono"/>
              </a:defRPr>
            </a:lvl5pPr>
            <a:lvl6pPr lvl="5" rtl="0">
              <a:spcBef>
                <a:spcPts val="0"/>
              </a:spcBef>
              <a:spcAft>
                <a:spcPts val="0"/>
              </a:spcAft>
              <a:buSzPts val="3000"/>
              <a:buFont typeface="IBM Plex Mono"/>
              <a:buNone/>
              <a:defRPr sz="3000">
                <a:latin typeface="IBM Plex Mono"/>
                <a:ea typeface="IBM Plex Mono"/>
                <a:cs typeface="IBM Plex Mono"/>
                <a:sym typeface="IBM Plex Mono"/>
              </a:defRPr>
            </a:lvl6pPr>
            <a:lvl7pPr lvl="6" rtl="0">
              <a:spcBef>
                <a:spcPts val="0"/>
              </a:spcBef>
              <a:spcAft>
                <a:spcPts val="0"/>
              </a:spcAft>
              <a:buSzPts val="3000"/>
              <a:buFont typeface="IBM Plex Mono"/>
              <a:buNone/>
              <a:defRPr sz="3000">
                <a:latin typeface="IBM Plex Mono"/>
                <a:ea typeface="IBM Plex Mono"/>
                <a:cs typeface="IBM Plex Mono"/>
                <a:sym typeface="IBM Plex Mono"/>
              </a:defRPr>
            </a:lvl7pPr>
            <a:lvl8pPr lvl="7" rtl="0">
              <a:spcBef>
                <a:spcPts val="0"/>
              </a:spcBef>
              <a:spcAft>
                <a:spcPts val="0"/>
              </a:spcAft>
              <a:buSzPts val="3000"/>
              <a:buFont typeface="IBM Plex Mono"/>
              <a:buNone/>
              <a:defRPr sz="3000">
                <a:latin typeface="IBM Plex Mono"/>
                <a:ea typeface="IBM Plex Mono"/>
                <a:cs typeface="IBM Plex Mono"/>
                <a:sym typeface="IBM Plex Mono"/>
              </a:defRPr>
            </a:lvl8pPr>
            <a:lvl9pPr lvl="8" rtl="0">
              <a:spcBef>
                <a:spcPts val="0"/>
              </a:spcBef>
              <a:spcAft>
                <a:spcPts val="0"/>
              </a:spcAft>
              <a:buSzPts val="3000"/>
              <a:buFont typeface="IBM Plex Mono"/>
              <a:buNone/>
              <a:defRPr sz="3000">
                <a:latin typeface="IBM Plex Mono"/>
                <a:ea typeface="IBM Plex Mono"/>
                <a:cs typeface="IBM Plex Mono"/>
                <a:sym typeface="IBM Plex Mono"/>
              </a:defRPr>
            </a:lvl9pPr>
          </a:lstStyle>
          <a:p>
            <a:r>
              <a:t>xx%</a:t>
            </a:r>
          </a:p>
        </p:txBody>
      </p:sp>
      <p:sp>
        <p:nvSpPr>
          <p:cNvPr id="504" name="Google Shape;504;p13"/>
          <p:cNvSpPr txBox="1"/>
          <p:nvPr>
            <p:ph idx="9" type="subTitle"/>
          </p:nvPr>
        </p:nvSpPr>
        <p:spPr>
          <a:xfrm>
            <a:off x="720000" y="1918675"/>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Source Code Pr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2pPr>
            <a:lvl3pPr lvl="2"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3pPr>
            <a:lvl4pPr lvl="3"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4pPr>
            <a:lvl5pPr lvl="4"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5pPr>
            <a:lvl6pPr lvl="5"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6pPr>
            <a:lvl7pPr lvl="6"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7pPr>
            <a:lvl8pPr lvl="7"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8pPr>
            <a:lvl9pPr lvl="8"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9pPr>
          </a:lstStyle>
          <a:p/>
        </p:txBody>
      </p:sp>
      <p:sp>
        <p:nvSpPr>
          <p:cNvPr id="505" name="Google Shape;505;p13"/>
          <p:cNvSpPr txBox="1"/>
          <p:nvPr>
            <p:ph idx="13" type="subTitle"/>
          </p:nvPr>
        </p:nvSpPr>
        <p:spPr>
          <a:xfrm>
            <a:off x="4366698" y="1918675"/>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Source Code Pr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2pPr>
            <a:lvl3pPr lvl="2"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3pPr>
            <a:lvl4pPr lvl="3"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4pPr>
            <a:lvl5pPr lvl="4"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5pPr>
            <a:lvl6pPr lvl="5"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6pPr>
            <a:lvl7pPr lvl="6"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7pPr>
            <a:lvl8pPr lvl="7"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8pPr>
            <a:lvl9pPr lvl="8" rtl="0" algn="ctr">
              <a:lnSpc>
                <a:spcPct val="100000"/>
              </a:lnSpc>
              <a:spcBef>
                <a:spcPts val="0"/>
              </a:spcBef>
              <a:spcAft>
                <a:spcPts val="0"/>
              </a:spcAft>
              <a:buSzPts val="2400"/>
              <a:buFont typeface="Source Code Pro"/>
              <a:buNone/>
              <a:defRPr b="1" sz="2400">
                <a:latin typeface="Source Code Pro"/>
                <a:ea typeface="Source Code Pro"/>
                <a:cs typeface="Source Code Pro"/>
                <a:sym typeface="Source Code Pro"/>
              </a:defRPr>
            </a:lvl9pPr>
          </a:lstStyle>
          <a:p/>
        </p:txBody>
      </p:sp>
      <p:sp>
        <p:nvSpPr>
          <p:cNvPr id="506" name="Google Shape;506;p13"/>
          <p:cNvSpPr txBox="1"/>
          <p:nvPr>
            <p:ph idx="14" type="subTitle"/>
          </p:nvPr>
        </p:nvSpPr>
        <p:spPr>
          <a:xfrm>
            <a:off x="720000" y="3614801"/>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507" name="Google Shape;507;p13"/>
          <p:cNvSpPr txBox="1"/>
          <p:nvPr>
            <p:ph idx="15" type="subTitle"/>
          </p:nvPr>
        </p:nvSpPr>
        <p:spPr>
          <a:xfrm>
            <a:off x="4366698" y="3614801"/>
            <a:ext cx="32337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19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508" name="Google Shape;508;p13"/>
          <p:cNvGrpSpPr/>
          <p:nvPr/>
        </p:nvGrpSpPr>
        <p:grpSpPr>
          <a:xfrm>
            <a:off x="-808923" y="2711465"/>
            <a:ext cx="2097951" cy="3309497"/>
            <a:chOff x="-656523" y="2711465"/>
            <a:chExt cx="2097951" cy="3309497"/>
          </a:xfrm>
        </p:grpSpPr>
        <p:sp>
          <p:nvSpPr>
            <p:cNvPr id="509" name="Google Shape;509;p13"/>
            <p:cNvSpPr/>
            <p:nvPr/>
          </p:nvSpPr>
          <p:spPr>
            <a:xfrm flipH="1">
              <a:off x="-352474" y="4279466"/>
              <a:ext cx="1139424" cy="986746"/>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10" name="Google Shape;510;p13"/>
            <p:cNvGrpSpPr/>
            <p:nvPr/>
          </p:nvGrpSpPr>
          <p:grpSpPr>
            <a:xfrm>
              <a:off x="323479" y="4682324"/>
              <a:ext cx="328346" cy="328531"/>
              <a:chOff x="3678700" y="407275"/>
              <a:chExt cx="708100" cy="708500"/>
            </a:xfrm>
          </p:grpSpPr>
          <p:sp>
            <p:nvSpPr>
              <p:cNvPr id="511" name="Google Shape;511;p13"/>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13"/>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13"/>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4" name="Google Shape;514;p13"/>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13"/>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13"/>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7" name="Google Shape;517;p13"/>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18" name="Google Shape;518;p13"/>
            <p:cNvGrpSpPr/>
            <p:nvPr/>
          </p:nvGrpSpPr>
          <p:grpSpPr>
            <a:xfrm>
              <a:off x="-541317" y="2711465"/>
              <a:ext cx="1117945" cy="1598547"/>
              <a:chOff x="-541317" y="2711465"/>
              <a:chExt cx="1117945" cy="1598547"/>
            </a:xfrm>
          </p:grpSpPr>
          <p:sp>
            <p:nvSpPr>
              <p:cNvPr id="519" name="Google Shape;519;p13"/>
              <p:cNvSpPr/>
              <p:nvPr/>
            </p:nvSpPr>
            <p:spPr>
              <a:xfrm rot="8999999">
                <a:off x="-132025" y="2659081"/>
                <a:ext cx="246869" cy="1703314"/>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20" name="Google Shape;520;p13"/>
              <p:cNvGrpSpPr/>
              <p:nvPr/>
            </p:nvGrpSpPr>
            <p:grpSpPr>
              <a:xfrm>
                <a:off x="442584" y="4120912"/>
                <a:ext cx="134044" cy="134013"/>
                <a:chOff x="1101075" y="2142375"/>
                <a:chExt cx="439200" cy="439100"/>
              </a:xfrm>
            </p:grpSpPr>
            <p:sp>
              <p:nvSpPr>
                <p:cNvPr id="521" name="Google Shape;521;p1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1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23" name="Google Shape;523;p13"/>
            <p:cNvGrpSpPr/>
            <p:nvPr/>
          </p:nvGrpSpPr>
          <p:grpSpPr>
            <a:xfrm rot="-9080766">
              <a:off x="-341725" y="3731687"/>
              <a:ext cx="1117904" cy="1598488"/>
              <a:chOff x="-541317" y="2711465"/>
              <a:chExt cx="1117945" cy="1598547"/>
            </a:xfrm>
          </p:grpSpPr>
          <p:sp>
            <p:nvSpPr>
              <p:cNvPr id="524" name="Google Shape;524;p13"/>
              <p:cNvSpPr/>
              <p:nvPr/>
            </p:nvSpPr>
            <p:spPr>
              <a:xfrm rot="8999999">
                <a:off x="-132025" y="2659081"/>
                <a:ext cx="246869" cy="1703314"/>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25" name="Google Shape;525;p13"/>
              <p:cNvGrpSpPr/>
              <p:nvPr/>
            </p:nvGrpSpPr>
            <p:grpSpPr>
              <a:xfrm>
                <a:off x="442584" y="4120912"/>
                <a:ext cx="134044" cy="134013"/>
                <a:chOff x="1101075" y="2142375"/>
                <a:chExt cx="439200" cy="439100"/>
              </a:xfrm>
            </p:grpSpPr>
            <p:sp>
              <p:nvSpPr>
                <p:cNvPr id="526" name="Google Shape;526;p1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1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528" name="Google Shape;528;p13"/>
            <p:cNvGrpSpPr/>
            <p:nvPr/>
          </p:nvGrpSpPr>
          <p:grpSpPr>
            <a:xfrm rot="10800000">
              <a:off x="323483" y="4422415"/>
              <a:ext cx="1117945" cy="1598547"/>
              <a:chOff x="-541317" y="2711465"/>
              <a:chExt cx="1117945" cy="1598547"/>
            </a:xfrm>
          </p:grpSpPr>
          <p:sp>
            <p:nvSpPr>
              <p:cNvPr id="529" name="Google Shape;529;p13"/>
              <p:cNvSpPr/>
              <p:nvPr/>
            </p:nvSpPr>
            <p:spPr>
              <a:xfrm rot="8999999">
                <a:off x="-132025" y="2659081"/>
                <a:ext cx="246869" cy="1703314"/>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rgbClr val="0C0A9E">
                  <a:alpha val="3136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30" name="Google Shape;530;p13"/>
              <p:cNvGrpSpPr/>
              <p:nvPr/>
            </p:nvGrpSpPr>
            <p:grpSpPr>
              <a:xfrm>
                <a:off x="442584" y="4120912"/>
                <a:ext cx="134044" cy="134013"/>
                <a:chOff x="1101075" y="2142375"/>
                <a:chExt cx="439200" cy="439100"/>
              </a:xfrm>
            </p:grpSpPr>
            <p:sp>
              <p:nvSpPr>
                <p:cNvPr id="531" name="Google Shape;531;p1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1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37255"/>
                      </a:srgbClr>
                    </a:gs>
                    <a:gs pos="100000">
                      <a:srgbClr val="FFFFFF">
                        <a:alpha val="0"/>
                      </a:srgbClr>
                    </a:gs>
                  </a:gsLst>
                  <a:lin ang="13500032" scaled="0"/>
                </a:gradFill>
                <a:ln>
                  <a:noFill/>
                </a:ln>
                <a:effectLst>
                  <a:outerShdw blurRad="42863" rotWithShape="0" algn="bl" dir="2280000" dist="9525">
                    <a:schemeClr val="lt2"/>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533" name="Google Shape;533;p13"/>
          <p:cNvGrpSpPr/>
          <p:nvPr/>
        </p:nvGrpSpPr>
        <p:grpSpPr>
          <a:xfrm>
            <a:off x="6470875" y="-1735180"/>
            <a:ext cx="4257000" cy="4171657"/>
            <a:chOff x="6394675" y="-1658980"/>
            <a:chExt cx="4257000" cy="4171657"/>
          </a:xfrm>
        </p:grpSpPr>
        <p:grpSp>
          <p:nvGrpSpPr>
            <p:cNvPr id="534" name="Google Shape;534;p13"/>
            <p:cNvGrpSpPr/>
            <p:nvPr/>
          </p:nvGrpSpPr>
          <p:grpSpPr>
            <a:xfrm flipH="1" rot="-2700000">
              <a:off x="7289785" y="-1246897"/>
              <a:ext cx="2552124" cy="3347490"/>
              <a:chOff x="2976325" y="908175"/>
              <a:chExt cx="4028179" cy="5283555"/>
            </a:xfrm>
          </p:grpSpPr>
          <p:sp>
            <p:nvSpPr>
              <p:cNvPr id="535" name="Google Shape;535;p13"/>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6" name="Google Shape;536;p13"/>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3"/>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38" name="Google Shape;538;p13"/>
            <p:cNvSpPr/>
            <p:nvPr/>
          </p:nvSpPr>
          <p:spPr>
            <a:xfrm>
              <a:off x="6394675" y="0"/>
              <a:ext cx="284119" cy="246048"/>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p13"/>
            <p:cNvSpPr/>
            <p:nvPr/>
          </p:nvSpPr>
          <p:spPr>
            <a:xfrm>
              <a:off x="6627600" y="-49075"/>
              <a:ext cx="570546" cy="494095"/>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40" name="Google Shape;540;p13"/>
          <p:cNvGrpSpPr/>
          <p:nvPr/>
        </p:nvGrpSpPr>
        <p:grpSpPr>
          <a:xfrm>
            <a:off x="-113888" y="229201"/>
            <a:ext cx="1891393" cy="134100"/>
            <a:chOff x="-113888" y="229201"/>
            <a:chExt cx="1891393" cy="134100"/>
          </a:xfrm>
        </p:grpSpPr>
        <p:sp>
          <p:nvSpPr>
            <p:cNvPr id="541" name="Google Shape;541;p13"/>
            <p:cNvSpPr/>
            <p:nvPr/>
          </p:nvSpPr>
          <p:spPr>
            <a:xfrm>
              <a:off x="1643404" y="2292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542" name="Google Shape;542;p13"/>
            <p:cNvCxnSpPr/>
            <p:nvPr/>
          </p:nvCxnSpPr>
          <p:spPr>
            <a:xfrm rot="10800000">
              <a:off x="783712" y="-601348"/>
              <a:ext cx="0" cy="1795200"/>
            </a:xfrm>
            <a:prstGeom prst="straightConnector1">
              <a:avLst/>
            </a:prstGeom>
            <a:noFill/>
            <a:ln cap="flat" cmpd="sng" w="9525">
              <a:solidFill>
                <a:schemeClr val="dk2"/>
              </a:solidFill>
              <a:prstDash val="solid"/>
              <a:round/>
              <a:headEnd len="med" w="med" type="none"/>
              <a:tailEnd len="med" w="med" type="none"/>
            </a:ln>
          </p:spPr>
        </p:cxnSp>
        <p:sp>
          <p:nvSpPr>
            <p:cNvPr id="543" name="Google Shape;543;p13"/>
            <p:cNvSpPr/>
            <p:nvPr/>
          </p:nvSpPr>
          <p:spPr>
            <a:xfrm>
              <a:off x="1673517" y="2593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BLANK_1_1">
    <p:spTree>
      <p:nvGrpSpPr>
        <p:cNvPr id="544" name="Shape 544"/>
        <p:cNvGrpSpPr/>
        <p:nvPr/>
      </p:nvGrpSpPr>
      <p:grpSpPr>
        <a:xfrm>
          <a:off x="0" y="0"/>
          <a:ext cx="0" cy="0"/>
          <a:chOff x="0" y="0"/>
          <a:chExt cx="0" cy="0"/>
        </a:xfrm>
      </p:grpSpPr>
      <p:sp>
        <p:nvSpPr>
          <p:cNvPr id="545" name="Google Shape;545;p14"/>
          <p:cNvSpPr txBox="1"/>
          <p:nvPr>
            <p:ph type="title"/>
          </p:nvPr>
        </p:nvSpPr>
        <p:spPr>
          <a:xfrm>
            <a:off x="713225" y="3349250"/>
            <a:ext cx="6691200" cy="531900"/>
          </a:xfrm>
          <a:prstGeom prst="rect">
            <a:avLst/>
          </a:prstGeom>
        </p:spPr>
        <p:txBody>
          <a:bodyPr anchorCtr="0" anchor="ctr" bIns="91425" lIns="91425" spcFirstLastPara="1" rIns="91425" wrap="square" tIns="91425">
            <a:noAutofit/>
          </a:bodyPr>
          <a:lstStyle>
            <a:lvl1pPr lvl="0" rtl="0">
              <a:lnSpc>
                <a:spcPct val="115000"/>
              </a:lnSpc>
              <a:spcBef>
                <a:spcPts val="0"/>
              </a:spcBef>
              <a:spcAft>
                <a:spcPts val="0"/>
              </a:spcAft>
              <a:buSzPts val="3000"/>
              <a:buNone/>
              <a:defRPr/>
            </a:lvl1pPr>
            <a:lvl2pPr lvl="1" rtl="0" algn="ctr">
              <a:spcBef>
                <a:spcPts val="0"/>
              </a:spcBef>
              <a:spcAft>
                <a:spcPts val="0"/>
              </a:spcAft>
              <a:buSzPts val="3000"/>
              <a:buNone/>
              <a:defRPr sz="3000"/>
            </a:lvl2pPr>
            <a:lvl3pPr lvl="2" rtl="0" algn="ctr">
              <a:spcBef>
                <a:spcPts val="0"/>
              </a:spcBef>
              <a:spcAft>
                <a:spcPts val="0"/>
              </a:spcAft>
              <a:buSzPts val="3000"/>
              <a:buNone/>
              <a:defRPr sz="3000"/>
            </a:lvl3pPr>
            <a:lvl4pPr lvl="3" rtl="0" algn="ctr">
              <a:spcBef>
                <a:spcPts val="0"/>
              </a:spcBef>
              <a:spcAft>
                <a:spcPts val="0"/>
              </a:spcAft>
              <a:buSzPts val="3000"/>
              <a:buNone/>
              <a:defRPr sz="3000"/>
            </a:lvl4pPr>
            <a:lvl5pPr lvl="4" rtl="0" algn="ctr">
              <a:spcBef>
                <a:spcPts val="0"/>
              </a:spcBef>
              <a:spcAft>
                <a:spcPts val="0"/>
              </a:spcAft>
              <a:buSzPts val="3000"/>
              <a:buNone/>
              <a:defRPr sz="3000"/>
            </a:lvl5pPr>
            <a:lvl6pPr lvl="5" rtl="0" algn="ctr">
              <a:spcBef>
                <a:spcPts val="0"/>
              </a:spcBef>
              <a:spcAft>
                <a:spcPts val="0"/>
              </a:spcAft>
              <a:buSzPts val="3000"/>
              <a:buNone/>
              <a:defRPr sz="3000"/>
            </a:lvl6pPr>
            <a:lvl7pPr lvl="6" rtl="0" algn="ctr">
              <a:spcBef>
                <a:spcPts val="0"/>
              </a:spcBef>
              <a:spcAft>
                <a:spcPts val="0"/>
              </a:spcAft>
              <a:buSzPts val="3000"/>
              <a:buNone/>
              <a:defRPr sz="3000"/>
            </a:lvl7pPr>
            <a:lvl8pPr lvl="7" rtl="0" algn="ctr">
              <a:spcBef>
                <a:spcPts val="0"/>
              </a:spcBef>
              <a:spcAft>
                <a:spcPts val="0"/>
              </a:spcAft>
              <a:buSzPts val="3000"/>
              <a:buNone/>
              <a:defRPr sz="3000"/>
            </a:lvl8pPr>
            <a:lvl9pPr lvl="8" rtl="0" algn="ctr">
              <a:spcBef>
                <a:spcPts val="0"/>
              </a:spcBef>
              <a:spcAft>
                <a:spcPts val="0"/>
              </a:spcAft>
              <a:buSzPts val="3000"/>
              <a:buNone/>
              <a:defRPr sz="3000"/>
            </a:lvl9pPr>
          </a:lstStyle>
          <a:p/>
        </p:txBody>
      </p:sp>
      <p:sp>
        <p:nvSpPr>
          <p:cNvPr id="546" name="Google Shape;546;p14"/>
          <p:cNvSpPr txBox="1"/>
          <p:nvPr>
            <p:ph idx="1" type="subTitle"/>
          </p:nvPr>
        </p:nvSpPr>
        <p:spPr>
          <a:xfrm>
            <a:off x="713225" y="1511313"/>
            <a:ext cx="6691200" cy="1478400"/>
          </a:xfrm>
          <a:prstGeom prst="rect">
            <a:avLst/>
          </a:prstGeom>
        </p:spPr>
        <p:txBody>
          <a:bodyPr anchorCtr="0" anchor="ctr" bIns="91425" lIns="91425" spcFirstLastPara="1" rIns="91425" wrap="square" tIns="91425">
            <a:noAutofit/>
          </a:bodyPr>
          <a:lstStyle>
            <a:lvl1pPr lvl="0" rtl="0">
              <a:spcBef>
                <a:spcPts val="0"/>
              </a:spcBef>
              <a:spcAft>
                <a:spcPts val="0"/>
              </a:spcAft>
              <a:buSzPts val="3000"/>
              <a:buNone/>
              <a:defRPr sz="2800"/>
            </a:lvl1pPr>
            <a:lvl2pPr lvl="1" rtl="0" algn="ctr">
              <a:lnSpc>
                <a:spcPct val="100000"/>
              </a:lnSpc>
              <a:spcBef>
                <a:spcPts val="0"/>
              </a:spcBef>
              <a:spcAft>
                <a:spcPts val="0"/>
              </a:spcAft>
              <a:buSzPts val="3000"/>
              <a:buNone/>
              <a:defRPr sz="3000"/>
            </a:lvl2pPr>
            <a:lvl3pPr lvl="2" rtl="0" algn="ctr">
              <a:lnSpc>
                <a:spcPct val="100000"/>
              </a:lnSpc>
              <a:spcBef>
                <a:spcPts val="0"/>
              </a:spcBef>
              <a:spcAft>
                <a:spcPts val="0"/>
              </a:spcAft>
              <a:buSzPts val="3000"/>
              <a:buNone/>
              <a:defRPr sz="3000"/>
            </a:lvl3pPr>
            <a:lvl4pPr lvl="3" rtl="0" algn="ctr">
              <a:lnSpc>
                <a:spcPct val="100000"/>
              </a:lnSpc>
              <a:spcBef>
                <a:spcPts val="0"/>
              </a:spcBef>
              <a:spcAft>
                <a:spcPts val="0"/>
              </a:spcAft>
              <a:buSzPts val="3000"/>
              <a:buNone/>
              <a:defRPr sz="3000"/>
            </a:lvl4pPr>
            <a:lvl5pPr lvl="4" rtl="0" algn="ctr">
              <a:lnSpc>
                <a:spcPct val="100000"/>
              </a:lnSpc>
              <a:spcBef>
                <a:spcPts val="0"/>
              </a:spcBef>
              <a:spcAft>
                <a:spcPts val="0"/>
              </a:spcAft>
              <a:buSzPts val="3000"/>
              <a:buNone/>
              <a:defRPr sz="3000"/>
            </a:lvl5pPr>
            <a:lvl6pPr lvl="5" rtl="0" algn="ctr">
              <a:lnSpc>
                <a:spcPct val="100000"/>
              </a:lnSpc>
              <a:spcBef>
                <a:spcPts val="0"/>
              </a:spcBef>
              <a:spcAft>
                <a:spcPts val="0"/>
              </a:spcAft>
              <a:buSzPts val="3000"/>
              <a:buNone/>
              <a:defRPr sz="3000"/>
            </a:lvl6pPr>
            <a:lvl7pPr lvl="6" rtl="0" algn="ctr">
              <a:lnSpc>
                <a:spcPct val="100000"/>
              </a:lnSpc>
              <a:spcBef>
                <a:spcPts val="0"/>
              </a:spcBef>
              <a:spcAft>
                <a:spcPts val="0"/>
              </a:spcAft>
              <a:buSzPts val="3000"/>
              <a:buNone/>
              <a:defRPr sz="3000"/>
            </a:lvl7pPr>
            <a:lvl8pPr lvl="7" rtl="0" algn="ctr">
              <a:lnSpc>
                <a:spcPct val="100000"/>
              </a:lnSpc>
              <a:spcBef>
                <a:spcPts val="0"/>
              </a:spcBef>
              <a:spcAft>
                <a:spcPts val="0"/>
              </a:spcAft>
              <a:buSzPts val="3000"/>
              <a:buNone/>
              <a:defRPr sz="3000"/>
            </a:lvl8pPr>
            <a:lvl9pPr lvl="8" rtl="0" algn="ctr">
              <a:lnSpc>
                <a:spcPct val="100000"/>
              </a:lnSpc>
              <a:spcBef>
                <a:spcPts val="0"/>
              </a:spcBef>
              <a:spcAft>
                <a:spcPts val="0"/>
              </a:spcAft>
              <a:buSzPts val="3000"/>
              <a:buNone/>
              <a:defRPr sz="3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10">
    <p:spTree>
      <p:nvGrpSpPr>
        <p:cNvPr id="547" name="Shape 547"/>
        <p:cNvGrpSpPr/>
        <p:nvPr/>
      </p:nvGrpSpPr>
      <p:grpSpPr>
        <a:xfrm>
          <a:off x="0" y="0"/>
          <a:ext cx="0" cy="0"/>
          <a:chOff x="0" y="0"/>
          <a:chExt cx="0" cy="0"/>
        </a:xfrm>
      </p:grpSpPr>
      <p:sp>
        <p:nvSpPr>
          <p:cNvPr id="548" name="Google Shape;548;p1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549" name="Google Shape;549;p15"/>
          <p:cNvGrpSpPr/>
          <p:nvPr/>
        </p:nvGrpSpPr>
        <p:grpSpPr>
          <a:xfrm>
            <a:off x="4967675" y="4931713"/>
            <a:ext cx="439200" cy="439100"/>
            <a:chOff x="1101075" y="2142375"/>
            <a:chExt cx="439200" cy="439100"/>
          </a:xfrm>
        </p:grpSpPr>
        <p:sp>
          <p:nvSpPr>
            <p:cNvPr id="550" name="Google Shape;550;p1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1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52" name="Google Shape;552;p15"/>
          <p:cNvGrpSpPr/>
          <p:nvPr/>
        </p:nvGrpSpPr>
        <p:grpSpPr>
          <a:xfrm>
            <a:off x="2176605" y="-3695660"/>
            <a:ext cx="7317722" cy="6983297"/>
            <a:chOff x="2100405" y="-3619460"/>
            <a:chExt cx="7317722" cy="6983297"/>
          </a:xfrm>
        </p:grpSpPr>
        <p:sp>
          <p:nvSpPr>
            <p:cNvPr id="553" name="Google Shape;553;p15"/>
            <p:cNvSpPr/>
            <p:nvPr/>
          </p:nvSpPr>
          <p:spPr>
            <a:xfrm flipH="1" rot="8100000">
              <a:off x="3778999" y="-2106462"/>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554" name="Google Shape;554;p15"/>
            <p:cNvGrpSpPr/>
            <p:nvPr/>
          </p:nvGrpSpPr>
          <p:grpSpPr>
            <a:xfrm rot="2700000">
              <a:off x="7787417" y="120497"/>
              <a:ext cx="582044" cy="582419"/>
              <a:chOff x="959750" y="3039275"/>
              <a:chExt cx="582050" cy="582425"/>
            </a:xfrm>
          </p:grpSpPr>
          <p:sp>
            <p:nvSpPr>
              <p:cNvPr id="555" name="Google Shape;555;p1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1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7" name="Google Shape;557;p1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8" name="Google Shape;558;p1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p1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1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1" name="Google Shape;561;p1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62" name="Google Shape;562;p15"/>
            <p:cNvGrpSpPr/>
            <p:nvPr/>
          </p:nvGrpSpPr>
          <p:grpSpPr>
            <a:xfrm rot="2700000">
              <a:off x="8310742" y="-75303"/>
              <a:ext cx="582044" cy="582419"/>
              <a:chOff x="959750" y="3039275"/>
              <a:chExt cx="582050" cy="582425"/>
            </a:xfrm>
          </p:grpSpPr>
          <p:sp>
            <p:nvSpPr>
              <p:cNvPr id="563" name="Google Shape;563;p1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4" name="Google Shape;564;p1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1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6" name="Google Shape;566;p1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1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1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1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70" name="Google Shape;570;p15"/>
            <p:cNvSpPr/>
            <p:nvPr/>
          </p:nvSpPr>
          <p:spPr>
            <a:xfrm rot="5400000">
              <a:off x="8142048" y="-57566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15"/>
            <p:cNvSpPr/>
            <p:nvPr/>
          </p:nvSpPr>
          <p:spPr>
            <a:xfrm rot="10800000">
              <a:off x="8365398" y="-290023"/>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2" name="Google Shape;572;p15"/>
            <p:cNvSpPr/>
            <p:nvPr/>
          </p:nvSpPr>
          <p:spPr>
            <a:xfrm rot="10800000">
              <a:off x="8490148" y="2"/>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3" name="Google Shape;573;p15"/>
            <p:cNvSpPr/>
            <p:nvPr/>
          </p:nvSpPr>
          <p:spPr>
            <a:xfrm flipH="1" rot="-2700000">
              <a:off x="3192849" y="-2898537"/>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74" name="Google Shape;574;p15"/>
          <p:cNvGrpSpPr/>
          <p:nvPr/>
        </p:nvGrpSpPr>
        <p:grpSpPr>
          <a:xfrm>
            <a:off x="-2424242" y="2074146"/>
            <a:ext cx="6274943" cy="6257753"/>
            <a:chOff x="-2447692" y="2022396"/>
            <a:chExt cx="6274943" cy="6257753"/>
          </a:xfrm>
        </p:grpSpPr>
        <p:grpSp>
          <p:nvGrpSpPr>
            <p:cNvPr id="575" name="Google Shape;575;p15"/>
            <p:cNvGrpSpPr/>
            <p:nvPr/>
          </p:nvGrpSpPr>
          <p:grpSpPr>
            <a:xfrm flipH="1" rot="10800000">
              <a:off x="-25334" y="4406387"/>
              <a:ext cx="1538562" cy="971589"/>
              <a:chOff x="-191059" y="95963"/>
              <a:chExt cx="1538562" cy="971589"/>
            </a:xfrm>
          </p:grpSpPr>
          <p:grpSp>
            <p:nvGrpSpPr>
              <p:cNvPr id="576" name="Google Shape;576;p15"/>
              <p:cNvGrpSpPr/>
              <p:nvPr/>
            </p:nvGrpSpPr>
            <p:grpSpPr>
              <a:xfrm>
                <a:off x="-191059" y="201619"/>
                <a:ext cx="904284" cy="865933"/>
                <a:chOff x="2038491" y="-937756"/>
                <a:chExt cx="904284" cy="865933"/>
              </a:xfrm>
            </p:grpSpPr>
            <p:grpSp>
              <p:nvGrpSpPr>
                <p:cNvPr id="577" name="Google Shape;577;p15"/>
                <p:cNvGrpSpPr/>
                <p:nvPr/>
              </p:nvGrpSpPr>
              <p:grpSpPr>
                <a:xfrm>
                  <a:off x="2096570" y="-863491"/>
                  <a:ext cx="717621" cy="717392"/>
                  <a:chOff x="1483457" y="3953671"/>
                  <a:chExt cx="717621" cy="717392"/>
                </a:xfrm>
              </p:grpSpPr>
              <p:sp>
                <p:nvSpPr>
                  <p:cNvPr id="578" name="Google Shape;578;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9" name="Google Shape;579;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83" name="Google Shape;583;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84" name="Google Shape;584;p15"/>
              <p:cNvGrpSpPr/>
              <p:nvPr/>
            </p:nvGrpSpPr>
            <p:grpSpPr>
              <a:xfrm>
                <a:off x="584533" y="95963"/>
                <a:ext cx="473483" cy="453403"/>
                <a:chOff x="2038491" y="-937756"/>
                <a:chExt cx="904284" cy="865933"/>
              </a:xfrm>
            </p:grpSpPr>
            <p:grpSp>
              <p:nvGrpSpPr>
                <p:cNvPr id="585" name="Google Shape;585;p15"/>
                <p:cNvGrpSpPr/>
                <p:nvPr/>
              </p:nvGrpSpPr>
              <p:grpSpPr>
                <a:xfrm>
                  <a:off x="2096570" y="-863491"/>
                  <a:ext cx="717621" cy="717392"/>
                  <a:chOff x="1483457" y="3953671"/>
                  <a:chExt cx="717621" cy="717392"/>
                </a:xfrm>
              </p:grpSpPr>
              <p:sp>
                <p:nvSpPr>
                  <p:cNvPr id="586" name="Google Shape;586;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7" name="Google Shape;587;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8" name="Google Shape;588;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9" name="Google Shape;589;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1" name="Google Shape;591;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592" name="Google Shape;592;p15"/>
              <p:cNvGrpSpPr/>
              <p:nvPr/>
            </p:nvGrpSpPr>
            <p:grpSpPr>
              <a:xfrm>
                <a:off x="530445" y="481913"/>
                <a:ext cx="473483" cy="453403"/>
                <a:chOff x="2038491" y="-937756"/>
                <a:chExt cx="904284" cy="865933"/>
              </a:xfrm>
            </p:grpSpPr>
            <p:grpSp>
              <p:nvGrpSpPr>
                <p:cNvPr id="593" name="Google Shape;593;p15"/>
                <p:cNvGrpSpPr/>
                <p:nvPr/>
              </p:nvGrpSpPr>
              <p:grpSpPr>
                <a:xfrm>
                  <a:off x="2096570" y="-863491"/>
                  <a:ext cx="717621" cy="717392"/>
                  <a:chOff x="1483457" y="3953671"/>
                  <a:chExt cx="717621" cy="717392"/>
                </a:xfrm>
              </p:grpSpPr>
              <p:sp>
                <p:nvSpPr>
                  <p:cNvPr id="594" name="Google Shape;594;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6" name="Google Shape;596;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7" name="Google Shape;597;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99" name="Google Shape;599;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00" name="Google Shape;600;p15"/>
              <p:cNvGrpSpPr/>
              <p:nvPr/>
            </p:nvGrpSpPr>
            <p:grpSpPr>
              <a:xfrm>
                <a:off x="874020" y="312788"/>
                <a:ext cx="473483" cy="453403"/>
                <a:chOff x="2038491" y="-937756"/>
                <a:chExt cx="904284" cy="865933"/>
              </a:xfrm>
            </p:grpSpPr>
            <p:grpSp>
              <p:nvGrpSpPr>
                <p:cNvPr id="601" name="Google Shape;601;p15"/>
                <p:cNvGrpSpPr/>
                <p:nvPr/>
              </p:nvGrpSpPr>
              <p:grpSpPr>
                <a:xfrm>
                  <a:off x="2096570" y="-863491"/>
                  <a:ext cx="717621" cy="717392"/>
                  <a:chOff x="1483457" y="3953671"/>
                  <a:chExt cx="717621" cy="717392"/>
                </a:xfrm>
              </p:grpSpPr>
              <p:sp>
                <p:nvSpPr>
                  <p:cNvPr id="602" name="Google Shape;602;p15"/>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15"/>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15"/>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15"/>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15"/>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chemeClr val="lt1">
                          <a:alpha val="46820"/>
                        </a:schemeClr>
                      </a:gs>
                      <a:gs pos="22000">
                        <a:schemeClr val="lt1">
                          <a:alpha val="46820"/>
                        </a:schemeClr>
                      </a:gs>
                      <a:gs pos="45000">
                        <a:srgbClr val="FFFFFF">
                          <a:alpha val="0"/>
                          <a:alpha val="46820"/>
                        </a:srgbClr>
                      </a:gs>
                      <a:gs pos="100000">
                        <a:srgbClr val="0C0A9E">
                          <a:alpha val="50196"/>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7" name="Google Shape;607;p15"/>
                <p:cNvSpPr/>
                <p:nvPr/>
              </p:nvSpPr>
              <p:spPr>
                <a:xfrm>
                  <a:off x="2038491" y="-937756"/>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08" name="Google Shape;608;p15"/>
            <p:cNvGrpSpPr/>
            <p:nvPr/>
          </p:nvGrpSpPr>
          <p:grpSpPr>
            <a:xfrm flipH="1" rot="-3320950">
              <a:off x="-1885521" y="3185658"/>
              <a:ext cx="4889863" cy="3931229"/>
              <a:chOff x="7103825" y="-713112"/>
              <a:chExt cx="3785226" cy="3043150"/>
            </a:xfrm>
          </p:grpSpPr>
          <p:sp>
            <p:nvSpPr>
              <p:cNvPr id="609" name="Google Shape;609;p15"/>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10" name="Google Shape;610;p15"/>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sp>
          <p:nvSpPr>
            <p:cNvPr id="611" name="Google Shape;611;p15"/>
            <p:cNvSpPr/>
            <p:nvPr/>
          </p:nvSpPr>
          <p:spPr>
            <a:xfrm flipH="1" rot="-2700000">
              <a:off x="249333" y="3270782"/>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12" name="Google Shape;612;p15"/>
            <p:cNvGrpSpPr/>
            <p:nvPr/>
          </p:nvGrpSpPr>
          <p:grpSpPr>
            <a:xfrm rot="5400000">
              <a:off x="1987130" y="4230949"/>
              <a:ext cx="88142" cy="1137387"/>
              <a:chOff x="3054755" y="4367024"/>
              <a:chExt cx="88142" cy="1137387"/>
            </a:xfrm>
          </p:grpSpPr>
          <p:sp>
            <p:nvSpPr>
              <p:cNvPr id="613" name="Google Shape;613;p15"/>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15"/>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10_1">
    <p:spTree>
      <p:nvGrpSpPr>
        <p:cNvPr id="615" name="Shape 615"/>
        <p:cNvGrpSpPr/>
        <p:nvPr/>
      </p:nvGrpSpPr>
      <p:grpSpPr>
        <a:xfrm>
          <a:off x="0" y="0"/>
          <a:ext cx="0" cy="0"/>
          <a:chOff x="0" y="0"/>
          <a:chExt cx="0" cy="0"/>
        </a:xfrm>
      </p:grpSpPr>
      <p:sp>
        <p:nvSpPr>
          <p:cNvPr id="616" name="Google Shape;616;p1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617" name="Google Shape;617;p16"/>
          <p:cNvGrpSpPr/>
          <p:nvPr/>
        </p:nvGrpSpPr>
        <p:grpSpPr>
          <a:xfrm>
            <a:off x="7810267" y="-622132"/>
            <a:ext cx="2587792" cy="2725916"/>
            <a:chOff x="7810267" y="-622132"/>
            <a:chExt cx="2587792" cy="2725916"/>
          </a:xfrm>
        </p:grpSpPr>
        <p:grpSp>
          <p:nvGrpSpPr>
            <p:cNvPr id="618" name="Google Shape;618;p16"/>
            <p:cNvGrpSpPr/>
            <p:nvPr/>
          </p:nvGrpSpPr>
          <p:grpSpPr>
            <a:xfrm>
              <a:off x="8520988" y="-90875"/>
              <a:ext cx="904666" cy="726121"/>
              <a:chOff x="7945225" y="4302000"/>
              <a:chExt cx="904666" cy="726121"/>
            </a:xfrm>
          </p:grpSpPr>
          <p:sp>
            <p:nvSpPr>
              <p:cNvPr id="619" name="Google Shape;619;p16"/>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16"/>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16"/>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2" name="Google Shape;622;p16"/>
            <p:cNvGrpSpPr/>
            <p:nvPr/>
          </p:nvGrpSpPr>
          <p:grpSpPr>
            <a:xfrm>
              <a:off x="8869019" y="-622132"/>
              <a:ext cx="325154" cy="1788670"/>
              <a:chOff x="8869019" y="-622132"/>
              <a:chExt cx="325154" cy="1788670"/>
            </a:xfrm>
          </p:grpSpPr>
          <p:sp>
            <p:nvSpPr>
              <p:cNvPr id="623" name="Google Shape;623;p16"/>
              <p:cNvSpPr/>
              <p:nvPr/>
            </p:nvSpPr>
            <p:spPr>
              <a:xfrm rot="10800000">
                <a:off x="8869019" y="-622132"/>
                <a:ext cx="246869" cy="1703243"/>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chemeClr val="dk2">
                      <a:alpha val="31360"/>
                    </a:schemeClr>
                  </a:gs>
                  <a:gs pos="100000">
                    <a:srgbClr val="FFFFFF">
                      <a:alpha val="0"/>
                      <a:alpha val="3136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24" name="Google Shape;624;p16"/>
              <p:cNvGrpSpPr/>
              <p:nvPr/>
            </p:nvGrpSpPr>
            <p:grpSpPr>
              <a:xfrm rot="1800062">
                <a:off x="9035610" y="1007995"/>
                <a:ext cx="134040" cy="134009"/>
                <a:chOff x="1101075" y="2142375"/>
                <a:chExt cx="439200" cy="439100"/>
              </a:xfrm>
            </p:grpSpPr>
            <p:sp>
              <p:nvSpPr>
                <p:cNvPr id="625" name="Google Shape;625;p1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1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627" name="Google Shape;627;p16"/>
            <p:cNvSpPr/>
            <p:nvPr/>
          </p:nvSpPr>
          <p:spPr>
            <a:xfrm rot="2700000">
              <a:off x="8482428" y="-422541"/>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16"/>
            <p:cNvSpPr/>
            <p:nvPr/>
          </p:nvSpPr>
          <p:spPr>
            <a:xfrm rot="2700000">
              <a:off x="8744103" y="-213191"/>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29" name="Google Shape;629;p16"/>
          <p:cNvGrpSpPr/>
          <p:nvPr/>
        </p:nvGrpSpPr>
        <p:grpSpPr>
          <a:xfrm>
            <a:off x="8332551" y="-7"/>
            <a:ext cx="2386151" cy="3293873"/>
            <a:chOff x="8256351" y="-7"/>
            <a:chExt cx="2386151" cy="3293873"/>
          </a:xfrm>
        </p:grpSpPr>
        <p:pic>
          <p:nvPicPr>
            <p:cNvPr id="630" name="Google Shape;630;p16"/>
            <p:cNvPicPr preferRelativeResize="0"/>
            <p:nvPr/>
          </p:nvPicPr>
          <p:blipFill rotWithShape="1">
            <a:blip r:embed="rId2">
              <a:alphaModFix/>
            </a:blip>
            <a:srcRect b="26177" l="16960" r="7121" t="24719"/>
            <a:stretch/>
          </p:blipFill>
          <p:spPr>
            <a:xfrm rot="5400000">
              <a:off x="7886227" y="537590"/>
              <a:ext cx="3126400" cy="2386151"/>
            </a:xfrm>
            <a:prstGeom prst="rect">
              <a:avLst/>
            </a:prstGeom>
            <a:noFill/>
            <a:ln>
              <a:noFill/>
            </a:ln>
          </p:spPr>
        </p:pic>
        <p:grpSp>
          <p:nvGrpSpPr>
            <p:cNvPr id="631" name="Google Shape;631;p16"/>
            <p:cNvGrpSpPr/>
            <p:nvPr/>
          </p:nvGrpSpPr>
          <p:grpSpPr>
            <a:xfrm rot="10800000">
              <a:off x="8452444" y="-7"/>
              <a:ext cx="325154" cy="1788670"/>
              <a:chOff x="8869019" y="-622132"/>
              <a:chExt cx="325154" cy="1788670"/>
            </a:xfrm>
          </p:grpSpPr>
          <p:sp>
            <p:nvSpPr>
              <p:cNvPr id="632" name="Google Shape;632;p16"/>
              <p:cNvSpPr/>
              <p:nvPr/>
            </p:nvSpPr>
            <p:spPr>
              <a:xfrm rot="10800000">
                <a:off x="8869019" y="-622132"/>
                <a:ext cx="246869" cy="1703243"/>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chemeClr val="lt2">
                      <a:alpha val="31360"/>
                    </a:schemeClr>
                  </a:gs>
                  <a:gs pos="40000">
                    <a:srgbClr val="FF9900">
                      <a:alpha val="40784"/>
                      <a:alpha val="31360"/>
                    </a:srgbClr>
                  </a:gs>
                  <a:gs pos="100000">
                    <a:srgbClr val="FFFFFF">
                      <a:alpha val="0"/>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33" name="Google Shape;633;p16"/>
              <p:cNvGrpSpPr/>
              <p:nvPr/>
            </p:nvGrpSpPr>
            <p:grpSpPr>
              <a:xfrm rot="1800062">
                <a:off x="9035610" y="1007995"/>
                <a:ext cx="134040" cy="134009"/>
                <a:chOff x="1101075" y="2142375"/>
                <a:chExt cx="439200" cy="439100"/>
              </a:xfrm>
            </p:grpSpPr>
            <p:sp>
              <p:nvSpPr>
                <p:cNvPr id="634" name="Google Shape;634;p1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5" name="Google Shape;635;p1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636" name="Google Shape;636;p16"/>
          <p:cNvGrpSpPr/>
          <p:nvPr/>
        </p:nvGrpSpPr>
        <p:grpSpPr>
          <a:xfrm>
            <a:off x="-213525" y="171225"/>
            <a:ext cx="439200" cy="439100"/>
            <a:chOff x="1101075" y="2142375"/>
            <a:chExt cx="439200" cy="439100"/>
          </a:xfrm>
        </p:grpSpPr>
        <p:sp>
          <p:nvSpPr>
            <p:cNvPr id="637" name="Google Shape;637;p1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8" name="Google Shape;638;p1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39" name="Google Shape;639;p16"/>
          <p:cNvGrpSpPr/>
          <p:nvPr/>
        </p:nvGrpSpPr>
        <p:grpSpPr>
          <a:xfrm>
            <a:off x="-1262974" y="3161328"/>
            <a:ext cx="4822591" cy="2934500"/>
            <a:chOff x="-1186774" y="3161328"/>
            <a:chExt cx="4822591" cy="2934500"/>
          </a:xfrm>
        </p:grpSpPr>
        <p:pic>
          <p:nvPicPr>
            <p:cNvPr id="640" name="Google Shape;640;p16"/>
            <p:cNvPicPr preferRelativeResize="0"/>
            <p:nvPr/>
          </p:nvPicPr>
          <p:blipFill rotWithShape="1">
            <a:blip r:embed="rId2">
              <a:alphaModFix/>
            </a:blip>
            <a:srcRect b="26177" l="16960" r="7121" t="24719"/>
            <a:stretch/>
          </p:blipFill>
          <p:spPr>
            <a:xfrm rot="5400000">
              <a:off x="-1534175" y="3508728"/>
              <a:ext cx="2934500" cy="2239699"/>
            </a:xfrm>
            <a:prstGeom prst="rect">
              <a:avLst/>
            </a:prstGeom>
            <a:noFill/>
            <a:ln>
              <a:noFill/>
            </a:ln>
          </p:spPr>
        </p:pic>
        <p:sp>
          <p:nvSpPr>
            <p:cNvPr id="641" name="Google Shape;641;p16"/>
            <p:cNvSpPr/>
            <p:nvPr/>
          </p:nvSpPr>
          <p:spPr>
            <a:xfrm rot="-5400000">
              <a:off x="-184180" y="3596444"/>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42" name="Google Shape;642;p16"/>
            <p:cNvGrpSpPr/>
            <p:nvPr/>
          </p:nvGrpSpPr>
          <p:grpSpPr>
            <a:xfrm>
              <a:off x="58899" y="4608583"/>
              <a:ext cx="604346" cy="657081"/>
              <a:chOff x="58899" y="4608583"/>
              <a:chExt cx="604346" cy="657081"/>
            </a:xfrm>
          </p:grpSpPr>
          <p:grpSp>
            <p:nvGrpSpPr>
              <p:cNvPr id="643" name="Google Shape;643;p16"/>
              <p:cNvGrpSpPr/>
              <p:nvPr/>
            </p:nvGrpSpPr>
            <p:grpSpPr>
              <a:xfrm rot="10800000">
                <a:off x="58899" y="4608583"/>
                <a:ext cx="328346" cy="328531"/>
                <a:chOff x="3678700" y="407275"/>
                <a:chExt cx="708100" cy="708500"/>
              </a:xfrm>
            </p:grpSpPr>
            <p:sp>
              <p:nvSpPr>
                <p:cNvPr id="644" name="Google Shape;644;p16"/>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5" name="Google Shape;645;p16"/>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6" name="Google Shape;646;p16"/>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16"/>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16"/>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9" name="Google Shape;649;p16"/>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0" name="Google Shape;650;p16"/>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1" name="Google Shape;651;p16"/>
              <p:cNvGrpSpPr/>
              <p:nvPr/>
            </p:nvGrpSpPr>
            <p:grpSpPr>
              <a:xfrm rot="10800000">
                <a:off x="334899" y="4608583"/>
                <a:ext cx="328346" cy="328531"/>
                <a:chOff x="3678700" y="407275"/>
                <a:chExt cx="708100" cy="708500"/>
              </a:xfrm>
            </p:grpSpPr>
            <p:sp>
              <p:nvSpPr>
                <p:cNvPr id="652" name="Google Shape;652;p16"/>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3" name="Google Shape;653;p16"/>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4" name="Google Shape;654;p16"/>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p16"/>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6" name="Google Shape;656;p16"/>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16"/>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16"/>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9" name="Google Shape;659;p16"/>
              <p:cNvGrpSpPr/>
              <p:nvPr/>
            </p:nvGrpSpPr>
            <p:grpSpPr>
              <a:xfrm rot="10800000">
                <a:off x="282574" y="4937133"/>
                <a:ext cx="328346" cy="328531"/>
                <a:chOff x="3678700" y="407275"/>
                <a:chExt cx="708100" cy="708500"/>
              </a:xfrm>
            </p:grpSpPr>
            <p:sp>
              <p:nvSpPr>
                <p:cNvPr id="660" name="Google Shape;660;p16"/>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16"/>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2" name="Google Shape;662;p16"/>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3" name="Google Shape;663;p16"/>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4" name="Google Shape;664;p16"/>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16"/>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p16"/>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67" name="Google Shape;667;p16"/>
            <p:cNvGrpSpPr/>
            <p:nvPr/>
          </p:nvGrpSpPr>
          <p:grpSpPr>
            <a:xfrm>
              <a:off x="-923150" y="4796551"/>
              <a:ext cx="4558967" cy="134100"/>
              <a:chOff x="796100" y="3019701"/>
              <a:chExt cx="4558967" cy="134100"/>
            </a:xfrm>
          </p:grpSpPr>
          <p:sp>
            <p:nvSpPr>
              <p:cNvPr id="668" name="Google Shape;668;p16"/>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669" name="Google Shape;669;p16"/>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670" name="Google Shape;670;p16"/>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10_1_1">
    <p:spTree>
      <p:nvGrpSpPr>
        <p:cNvPr id="671" name="Shape 671"/>
        <p:cNvGrpSpPr/>
        <p:nvPr/>
      </p:nvGrpSpPr>
      <p:grpSpPr>
        <a:xfrm>
          <a:off x="0" y="0"/>
          <a:ext cx="0" cy="0"/>
          <a:chOff x="0" y="0"/>
          <a:chExt cx="0" cy="0"/>
        </a:xfrm>
      </p:grpSpPr>
      <p:sp>
        <p:nvSpPr>
          <p:cNvPr id="672" name="Google Shape;672;p1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673" name="Google Shape;673;p17"/>
          <p:cNvGrpSpPr/>
          <p:nvPr/>
        </p:nvGrpSpPr>
        <p:grpSpPr>
          <a:xfrm>
            <a:off x="-2176650" y="-112745"/>
            <a:ext cx="4680670" cy="5935195"/>
            <a:chOff x="-2176650" y="-112745"/>
            <a:chExt cx="4680670" cy="5935195"/>
          </a:xfrm>
        </p:grpSpPr>
        <p:grpSp>
          <p:nvGrpSpPr>
            <p:cNvPr id="674" name="Google Shape;674;p17"/>
            <p:cNvGrpSpPr/>
            <p:nvPr/>
          </p:nvGrpSpPr>
          <p:grpSpPr>
            <a:xfrm>
              <a:off x="-2176650" y="-112745"/>
              <a:ext cx="4680670" cy="5935195"/>
              <a:chOff x="-2176650" y="-112745"/>
              <a:chExt cx="4680670" cy="5935195"/>
            </a:xfrm>
          </p:grpSpPr>
          <p:sp>
            <p:nvSpPr>
              <p:cNvPr id="675" name="Google Shape;675;p17"/>
              <p:cNvSpPr/>
              <p:nvPr/>
            </p:nvSpPr>
            <p:spPr>
              <a:xfrm rot="-2700000">
                <a:off x="-1523974" y="2178291"/>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676" name="Google Shape;676;p17"/>
              <p:cNvGrpSpPr/>
              <p:nvPr/>
            </p:nvGrpSpPr>
            <p:grpSpPr>
              <a:xfrm rot="-2700000">
                <a:off x="10491" y="4440580"/>
                <a:ext cx="582044" cy="582419"/>
                <a:chOff x="959750" y="3039275"/>
                <a:chExt cx="582050" cy="582425"/>
              </a:xfrm>
            </p:grpSpPr>
            <p:sp>
              <p:nvSpPr>
                <p:cNvPr id="677" name="Google Shape;677;p1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8" name="Google Shape;678;p1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p1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1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1" name="Google Shape;681;p1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2" name="Google Shape;682;p1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1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84" name="Google Shape;684;p17"/>
              <p:cNvGrpSpPr/>
              <p:nvPr/>
            </p:nvGrpSpPr>
            <p:grpSpPr>
              <a:xfrm rot="-2700000">
                <a:off x="-183259" y="2704590"/>
                <a:ext cx="582044" cy="582419"/>
                <a:chOff x="959750" y="3039275"/>
                <a:chExt cx="582050" cy="582425"/>
              </a:xfrm>
            </p:grpSpPr>
            <p:sp>
              <p:nvSpPr>
                <p:cNvPr id="685" name="Google Shape;685;p1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6" name="Google Shape;686;p1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1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1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1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1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chemeClr val="lt2">
                        <a:alpha val="37270"/>
                      </a:schemeClr>
                    </a:gs>
                    <a:gs pos="78000">
                      <a:schemeClr val="lt1">
                        <a:alpha val="37270"/>
                      </a:schemeClr>
                    </a:gs>
                    <a:gs pos="100000">
                      <a:schemeClr val="lt1">
                        <a:alpha val="3727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92" name="Google Shape;692;p17"/>
              <p:cNvSpPr/>
              <p:nvPr/>
            </p:nvSpPr>
            <p:spPr>
              <a:xfrm flipH="1" rot="2700000">
                <a:off x="-1073899" y="473691"/>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3" name="Google Shape;693;p17"/>
            <p:cNvGrpSpPr/>
            <p:nvPr/>
          </p:nvGrpSpPr>
          <p:grpSpPr>
            <a:xfrm>
              <a:off x="-234425" y="3727550"/>
              <a:ext cx="439200" cy="439100"/>
              <a:chOff x="1101075" y="2142375"/>
              <a:chExt cx="439200" cy="439100"/>
            </a:xfrm>
          </p:grpSpPr>
          <p:sp>
            <p:nvSpPr>
              <p:cNvPr id="694" name="Google Shape;694;p1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1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96" name="Google Shape;696;p17"/>
            <p:cNvGrpSpPr/>
            <p:nvPr/>
          </p:nvGrpSpPr>
          <p:grpSpPr>
            <a:xfrm rot="10800000">
              <a:off x="713225" y="4931225"/>
              <a:ext cx="439200" cy="439100"/>
              <a:chOff x="1101075" y="2142375"/>
              <a:chExt cx="439200" cy="439100"/>
            </a:xfrm>
          </p:grpSpPr>
          <p:sp>
            <p:nvSpPr>
              <p:cNvPr id="697" name="Google Shape;697;p17"/>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17"/>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699" name="Google Shape;699;p17"/>
          <p:cNvGrpSpPr/>
          <p:nvPr/>
        </p:nvGrpSpPr>
        <p:grpSpPr>
          <a:xfrm>
            <a:off x="6642300" y="-415701"/>
            <a:ext cx="4558967" cy="1887075"/>
            <a:chOff x="6566100" y="-415701"/>
            <a:chExt cx="4558967" cy="1887075"/>
          </a:xfrm>
        </p:grpSpPr>
        <p:pic>
          <p:nvPicPr>
            <p:cNvPr id="700" name="Google Shape;700;p17"/>
            <p:cNvPicPr preferRelativeResize="0"/>
            <p:nvPr/>
          </p:nvPicPr>
          <p:blipFill rotWithShape="1">
            <a:blip r:embed="rId2">
              <a:alphaModFix/>
            </a:blip>
            <a:srcRect b="26177" l="16960" r="7121" t="24719"/>
            <a:stretch/>
          </p:blipFill>
          <p:spPr>
            <a:xfrm>
              <a:off x="8278550" y="-392375"/>
              <a:ext cx="2441950" cy="1863749"/>
            </a:xfrm>
            <a:prstGeom prst="rect">
              <a:avLst/>
            </a:prstGeom>
            <a:noFill/>
            <a:ln>
              <a:noFill/>
            </a:ln>
          </p:spPr>
        </p:pic>
        <p:grpSp>
          <p:nvGrpSpPr>
            <p:cNvPr id="701" name="Google Shape;701;p17"/>
            <p:cNvGrpSpPr/>
            <p:nvPr/>
          </p:nvGrpSpPr>
          <p:grpSpPr>
            <a:xfrm rot="5400000">
              <a:off x="7714062" y="-991384"/>
              <a:ext cx="1433417" cy="2584783"/>
              <a:chOff x="-363163" y="-645596"/>
              <a:chExt cx="1433417" cy="2584783"/>
            </a:xfrm>
          </p:grpSpPr>
          <p:grpSp>
            <p:nvGrpSpPr>
              <p:cNvPr id="702" name="Google Shape;702;p17"/>
              <p:cNvGrpSpPr/>
              <p:nvPr/>
            </p:nvGrpSpPr>
            <p:grpSpPr>
              <a:xfrm rot="10800000">
                <a:off x="-64595" y="-645596"/>
                <a:ext cx="1134849" cy="2370191"/>
                <a:chOff x="-575575" y="3685599"/>
                <a:chExt cx="1421048" cy="2967932"/>
              </a:xfrm>
            </p:grpSpPr>
            <p:sp>
              <p:nvSpPr>
                <p:cNvPr id="703" name="Google Shape;703;p17"/>
                <p:cNvSpPr/>
                <p:nvPr/>
              </p:nvSpPr>
              <p:spPr>
                <a:xfrm>
                  <a:off x="-575575" y="36855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4" name="Google Shape;704;p17"/>
                <p:cNvSpPr/>
                <p:nvPr/>
              </p:nvSpPr>
              <p:spPr>
                <a:xfrm rot="10800000">
                  <a:off x="-575573" y="3820175"/>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05" name="Google Shape;705;p17"/>
              <p:cNvSpPr/>
              <p:nvPr/>
            </p:nvSpPr>
            <p:spPr>
              <a:xfrm>
                <a:off x="0" y="36165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7"/>
              <p:cNvSpPr/>
              <p:nvPr/>
            </p:nvSpPr>
            <p:spPr>
              <a:xfrm>
                <a:off x="131225" y="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07" name="Google Shape;707;p17"/>
              <p:cNvGrpSpPr/>
              <p:nvPr/>
            </p:nvGrpSpPr>
            <p:grpSpPr>
              <a:xfrm flipH="1" rot="-2700000">
                <a:off x="-216370" y="1084101"/>
                <a:ext cx="708093" cy="708493"/>
                <a:chOff x="3678700" y="407275"/>
                <a:chExt cx="708100" cy="708500"/>
              </a:xfrm>
            </p:grpSpPr>
            <p:sp>
              <p:nvSpPr>
                <p:cNvPr id="708" name="Google Shape;708;p17"/>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7"/>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0" name="Google Shape;710;p17"/>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1" name="Google Shape;711;p17"/>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2" name="Google Shape;712;p17"/>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p17"/>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17"/>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15" name="Google Shape;715;p17"/>
            <p:cNvGrpSpPr/>
            <p:nvPr/>
          </p:nvGrpSpPr>
          <p:grpSpPr>
            <a:xfrm rot="10800000">
              <a:off x="6566100" y="233963"/>
              <a:ext cx="4558967" cy="134100"/>
              <a:chOff x="796100" y="3019701"/>
              <a:chExt cx="4558967" cy="134100"/>
            </a:xfrm>
          </p:grpSpPr>
          <p:sp>
            <p:nvSpPr>
              <p:cNvPr id="716" name="Google Shape;716;p17"/>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17" name="Google Shape;717;p17"/>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718" name="Google Shape;718;p17"/>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4">
  <p:cSld name="CUSTOM_10_1_1_1">
    <p:spTree>
      <p:nvGrpSpPr>
        <p:cNvPr id="719" name="Shape 719"/>
        <p:cNvGrpSpPr/>
        <p:nvPr/>
      </p:nvGrpSpPr>
      <p:grpSpPr>
        <a:xfrm>
          <a:off x="0" y="0"/>
          <a:ext cx="0" cy="0"/>
          <a:chOff x="0" y="0"/>
          <a:chExt cx="0" cy="0"/>
        </a:xfrm>
      </p:grpSpPr>
      <p:grpSp>
        <p:nvGrpSpPr>
          <p:cNvPr id="720" name="Google Shape;720;p18"/>
          <p:cNvGrpSpPr/>
          <p:nvPr/>
        </p:nvGrpSpPr>
        <p:grpSpPr>
          <a:xfrm>
            <a:off x="5404975" y="2221118"/>
            <a:ext cx="4263000" cy="3617400"/>
            <a:chOff x="5328775" y="2221118"/>
            <a:chExt cx="4263000" cy="3617400"/>
          </a:xfrm>
        </p:grpSpPr>
        <p:sp>
          <p:nvSpPr>
            <p:cNvPr id="721" name="Google Shape;721;p18"/>
            <p:cNvSpPr/>
            <p:nvPr/>
          </p:nvSpPr>
          <p:spPr>
            <a:xfrm>
              <a:off x="5328775" y="2221118"/>
              <a:ext cx="4263000" cy="3617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22" name="Google Shape;722;p18"/>
            <p:cNvGrpSpPr/>
            <p:nvPr/>
          </p:nvGrpSpPr>
          <p:grpSpPr>
            <a:xfrm>
              <a:off x="7218100" y="4855088"/>
              <a:ext cx="931125" cy="525763"/>
              <a:chOff x="7218100" y="4855088"/>
              <a:chExt cx="931125" cy="525763"/>
            </a:xfrm>
          </p:grpSpPr>
          <p:grpSp>
            <p:nvGrpSpPr>
              <p:cNvPr id="723" name="Google Shape;723;p18"/>
              <p:cNvGrpSpPr/>
              <p:nvPr/>
            </p:nvGrpSpPr>
            <p:grpSpPr>
              <a:xfrm>
                <a:off x="7710025" y="4941750"/>
                <a:ext cx="439200" cy="439100"/>
                <a:chOff x="1101075" y="2142375"/>
                <a:chExt cx="439200" cy="439100"/>
              </a:xfrm>
            </p:grpSpPr>
            <p:sp>
              <p:nvSpPr>
                <p:cNvPr id="724" name="Google Shape;724;p1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26" name="Google Shape;726;p18"/>
              <p:cNvGrpSpPr/>
              <p:nvPr/>
            </p:nvGrpSpPr>
            <p:grpSpPr>
              <a:xfrm>
                <a:off x="7218100" y="4855088"/>
                <a:ext cx="439200" cy="439100"/>
                <a:chOff x="1101075" y="2142375"/>
                <a:chExt cx="439200" cy="439100"/>
              </a:xfrm>
            </p:grpSpPr>
            <p:sp>
              <p:nvSpPr>
                <p:cNvPr id="727" name="Google Shape;727;p1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1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sp>
        <p:nvSpPr>
          <p:cNvPr id="729" name="Google Shape;729;p1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grpSp>
        <p:nvGrpSpPr>
          <p:cNvPr id="730" name="Google Shape;730;p18"/>
          <p:cNvGrpSpPr/>
          <p:nvPr/>
        </p:nvGrpSpPr>
        <p:grpSpPr>
          <a:xfrm>
            <a:off x="-2175000" y="3012192"/>
            <a:ext cx="3701086" cy="3345172"/>
            <a:chOff x="-1886500" y="2599117"/>
            <a:chExt cx="3701086" cy="3345172"/>
          </a:xfrm>
        </p:grpSpPr>
        <p:pic>
          <p:nvPicPr>
            <p:cNvPr id="731" name="Google Shape;731;p18"/>
            <p:cNvPicPr preferRelativeResize="0"/>
            <p:nvPr/>
          </p:nvPicPr>
          <p:blipFill rotWithShape="1">
            <a:blip r:embed="rId2">
              <a:alphaModFix/>
            </a:blip>
            <a:srcRect b="26177" l="16960" r="7121" t="24719"/>
            <a:stretch/>
          </p:blipFill>
          <p:spPr>
            <a:xfrm rot="10800000">
              <a:off x="-1886500" y="3119537"/>
              <a:ext cx="3701086" cy="2824751"/>
            </a:xfrm>
            <a:prstGeom prst="rect">
              <a:avLst/>
            </a:prstGeom>
            <a:noFill/>
            <a:ln>
              <a:noFill/>
            </a:ln>
          </p:spPr>
        </p:pic>
        <p:sp>
          <p:nvSpPr>
            <p:cNvPr id="732" name="Google Shape;732;p18"/>
            <p:cNvSpPr/>
            <p:nvPr/>
          </p:nvSpPr>
          <p:spPr>
            <a:xfrm rot="10800000">
              <a:off x="-402274" y="2599117"/>
              <a:ext cx="1201697" cy="2824744"/>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3" name="Google Shape;733;p18"/>
            <p:cNvSpPr/>
            <p:nvPr/>
          </p:nvSpPr>
          <p:spPr>
            <a:xfrm rot="10800000">
              <a:off x="-207237" y="2599870"/>
              <a:ext cx="1201697" cy="2824744"/>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34" name="Google Shape;734;p18"/>
            <p:cNvGrpSpPr/>
            <p:nvPr/>
          </p:nvGrpSpPr>
          <p:grpSpPr>
            <a:xfrm rot="10800000">
              <a:off x="-37979" y="5013439"/>
              <a:ext cx="134004" cy="134004"/>
              <a:chOff x="8356813" y="1074288"/>
              <a:chExt cx="351900" cy="351900"/>
            </a:xfrm>
          </p:grpSpPr>
          <p:sp>
            <p:nvSpPr>
              <p:cNvPr id="735" name="Google Shape;735;p1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6" name="Google Shape;736;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37" name="Google Shape;737;p18"/>
            <p:cNvGrpSpPr/>
            <p:nvPr/>
          </p:nvGrpSpPr>
          <p:grpSpPr>
            <a:xfrm rot="10800000">
              <a:off x="447446" y="4173589"/>
              <a:ext cx="134004" cy="134004"/>
              <a:chOff x="8356813" y="1074288"/>
              <a:chExt cx="351900" cy="351900"/>
            </a:xfrm>
          </p:grpSpPr>
          <p:sp>
            <p:nvSpPr>
              <p:cNvPr id="738" name="Google Shape;738;p1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0" name="Google Shape;740;p18"/>
            <p:cNvGrpSpPr/>
            <p:nvPr/>
          </p:nvGrpSpPr>
          <p:grpSpPr>
            <a:xfrm rot="10800000">
              <a:off x="539621" y="2985514"/>
              <a:ext cx="134004" cy="134004"/>
              <a:chOff x="8356813" y="1074288"/>
              <a:chExt cx="351900" cy="351900"/>
            </a:xfrm>
          </p:grpSpPr>
          <p:sp>
            <p:nvSpPr>
              <p:cNvPr id="741" name="Google Shape;741;p1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1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743" name="Google Shape;743;p18"/>
          <p:cNvGrpSpPr/>
          <p:nvPr/>
        </p:nvGrpSpPr>
        <p:grpSpPr>
          <a:xfrm>
            <a:off x="5928900" y="-249669"/>
            <a:ext cx="5688165" cy="3493826"/>
            <a:chOff x="5852700" y="-249669"/>
            <a:chExt cx="5688165" cy="3493826"/>
          </a:xfrm>
        </p:grpSpPr>
        <p:grpSp>
          <p:nvGrpSpPr>
            <p:cNvPr id="744" name="Google Shape;744;p18"/>
            <p:cNvGrpSpPr/>
            <p:nvPr/>
          </p:nvGrpSpPr>
          <p:grpSpPr>
            <a:xfrm>
              <a:off x="8783705" y="1899359"/>
              <a:ext cx="402160" cy="1344798"/>
              <a:chOff x="8668555" y="1976884"/>
              <a:chExt cx="402160" cy="1344798"/>
            </a:xfrm>
          </p:grpSpPr>
          <p:sp>
            <p:nvSpPr>
              <p:cNvPr id="745" name="Google Shape;745;p18"/>
              <p:cNvSpPr/>
              <p:nvPr/>
            </p:nvSpPr>
            <p:spPr>
              <a:xfrm flipH="1">
                <a:off x="8823846" y="2094964"/>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18"/>
              <p:cNvSpPr/>
              <p:nvPr/>
            </p:nvSpPr>
            <p:spPr>
              <a:xfrm flipH="1">
                <a:off x="8668555" y="19768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47" name="Google Shape;747;p18"/>
            <p:cNvGrpSpPr/>
            <p:nvPr/>
          </p:nvGrpSpPr>
          <p:grpSpPr>
            <a:xfrm>
              <a:off x="8598675" y="1421188"/>
              <a:ext cx="904666" cy="726121"/>
              <a:chOff x="7945225" y="4302000"/>
              <a:chExt cx="904666" cy="726121"/>
            </a:xfrm>
          </p:grpSpPr>
          <p:sp>
            <p:nvSpPr>
              <p:cNvPr id="748" name="Google Shape;748;p1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1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51" name="Google Shape;751;p18"/>
            <p:cNvGrpSpPr/>
            <p:nvPr/>
          </p:nvGrpSpPr>
          <p:grpSpPr>
            <a:xfrm flipH="1" rot="10800000">
              <a:off x="7579756" y="-249669"/>
              <a:ext cx="2601921" cy="2438355"/>
              <a:chOff x="7340128" y="2866613"/>
              <a:chExt cx="2439225" cy="2438355"/>
            </a:xfrm>
          </p:grpSpPr>
          <p:sp>
            <p:nvSpPr>
              <p:cNvPr id="752" name="Google Shape;752;p18"/>
              <p:cNvSpPr/>
              <p:nvPr/>
            </p:nvSpPr>
            <p:spPr>
              <a:xfrm flipH="1" rot="2700000">
                <a:off x="8012290" y="2875755"/>
                <a:ext cx="981794" cy="230783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18"/>
              <p:cNvSpPr/>
              <p:nvPr/>
            </p:nvSpPr>
            <p:spPr>
              <a:xfrm flipH="1" rot="2700000">
                <a:off x="8125398" y="2987994"/>
                <a:ext cx="981794" cy="230783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754" name="Google Shape;754;p18"/>
            <p:cNvSpPr/>
            <p:nvPr/>
          </p:nvSpPr>
          <p:spPr>
            <a:xfrm flipH="1" rot="5400000">
              <a:off x="6551329" y="-896010"/>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55" name="Google Shape;755;p18"/>
            <p:cNvGrpSpPr/>
            <p:nvPr/>
          </p:nvGrpSpPr>
          <p:grpSpPr>
            <a:xfrm>
              <a:off x="6917731" y="246011"/>
              <a:ext cx="4623133" cy="134070"/>
              <a:chOff x="6917731" y="246011"/>
              <a:chExt cx="4623133" cy="134070"/>
            </a:xfrm>
          </p:grpSpPr>
          <p:sp>
            <p:nvSpPr>
              <p:cNvPr id="756" name="Google Shape;756;p18"/>
              <p:cNvSpPr/>
              <p:nvPr/>
            </p:nvSpPr>
            <p:spPr>
              <a:xfrm flipH="1">
                <a:off x="6917731" y="246011"/>
                <a:ext cx="134070" cy="13407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18"/>
              <p:cNvSpPr/>
              <p:nvPr/>
            </p:nvSpPr>
            <p:spPr>
              <a:xfrm flipH="1">
                <a:off x="6947845" y="276153"/>
                <a:ext cx="73844" cy="73844"/>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58" name="Google Shape;758;p18"/>
              <p:cNvCxnSpPr/>
              <p:nvPr/>
            </p:nvCxnSpPr>
            <p:spPr>
              <a:xfrm rot="10800000">
                <a:off x="7013865" y="313050"/>
                <a:ext cx="4527000" cy="0"/>
              </a:xfrm>
              <a:prstGeom prst="straightConnector1">
                <a:avLst/>
              </a:prstGeom>
              <a:noFill/>
              <a:ln cap="flat" cmpd="sng" w="9525">
                <a:solidFill>
                  <a:schemeClr val="dk2"/>
                </a:solidFill>
                <a:prstDash val="solid"/>
                <a:round/>
                <a:headEnd len="med" w="med" type="none"/>
                <a:tailEnd len="med" w="med" type="none"/>
              </a:ln>
            </p:spPr>
          </p:cxnSp>
        </p:gr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p:cSld name="ONE_COLUMN_TEXT_1">
    <p:spTree>
      <p:nvGrpSpPr>
        <p:cNvPr id="759" name="Shape 759"/>
        <p:cNvGrpSpPr/>
        <p:nvPr/>
      </p:nvGrpSpPr>
      <p:grpSpPr>
        <a:xfrm>
          <a:off x="0" y="0"/>
          <a:ext cx="0" cy="0"/>
          <a:chOff x="0" y="0"/>
          <a:chExt cx="0" cy="0"/>
        </a:xfrm>
      </p:grpSpPr>
      <p:sp>
        <p:nvSpPr>
          <p:cNvPr id="760" name="Google Shape;760;p1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lgn="ctr">
              <a:spcBef>
                <a:spcPts val="0"/>
              </a:spcBef>
              <a:spcAft>
                <a:spcPts val="0"/>
              </a:spcAft>
              <a:buSzPts val="3000"/>
              <a:buNone/>
              <a:defRPr/>
            </a:lvl2pPr>
            <a:lvl3pPr lvl="2" rtl="0" algn="ctr">
              <a:spcBef>
                <a:spcPts val="0"/>
              </a:spcBef>
              <a:spcAft>
                <a:spcPts val="0"/>
              </a:spcAft>
              <a:buSzPts val="3000"/>
              <a:buNone/>
              <a:defRPr/>
            </a:lvl3pPr>
            <a:lvl4pPr lvl="3" rtl="0" algn="ctr">
              <a:spcBef>
                <a:spcPts val="0"/>
              </a:spcBef>
              <a:spcAft>
                <a:spcPts val="0"/>
              </a:spcAft>
              <a:buSzPts val="3000"/>
              <a:buNone/>
              <a:defRPr/>
            </a:lvl4pPr>
            <a:lvl5pPr lvl="4" rtl="0" algn="ctr">
              <a:spcBef>
                <a:spcPts val="0"/>
              </a:spcBef>
              <a:spcAft>
                <a:spcPts val="0"/>
              </a:spcAft>
              <a:buSzPts val="3000"/>
              <a:buNone/>
              <a:defRPr/>
            </a:lvl5pPr>
            <a:lvl6pPr lvl="5" rtl="0" algn="ctr">
              <a:spcBef>
                <a:spcPts val="0"/>
              </a:spcBef>
              <a:spcAft>
                <a:spcPts val="0"/>
              </a:spcAft>
              <a:buSzPts val="3000"/>
              <a:buNone/>
              <a:defRPr/>
            </a:lvl6pPr>
            <a:lvl7pPr lvl="6" rtl="0" algn="ctr">
              <a:spcBef>
                <a:spcPts val="0"/>
              </a:spcBef>
              <a:spcAft>
                <a:spcPts val="0"/>
              </a:spcAft>
              <a:buSzPts val="3000"/>
              <a:buNone/>
              <a:defRPr/>
            </a:lvl7pPr>
            <a:lvl8pPr lvl="7" rtl="0" algn="ctr">
              <a:spcBef>
                <a:spcPts val="0"/>
              </a:spcBef>
              <a:spcAft>
                <a:spcPts val="0"/>
              </a:spcAft>
              <a:buSzPts val="3000"/>
              <a:buNone/>
              <a:defRPr/>
            </a:lvl8pPr>
            <a:lvl9pPr lvl="8" rtl="0" algn="ctr">
              <a:spcBef>
                <a:spcPts val="0"/>
              </a:spcBef>
              <a:spcAft>
                <a:spcPts val="0"/>
              </a:spcAft>
              <a:buSzPts val="3000"/>
              <a:buNone/>
              <a:defRPr/>
            </a:lvl9pPr>
          </a:lstStyle>
          <a:p/>
        </p:txBody>
      </p:sp>
      <p:sp>
        <p:nvSpPr>
          <p:cNvPr id="761" name="Google Shape;761;p19"/>
          <p:cNvSpPr txBox="1"/>
          <p:nvPr>
            <p:ph idx="1" type="subTitle"/>
          </p:nvPr>
        </p:nvSpPr>
        <p:spPr>
          <a:xfrm>
            <a:off x="4881006" y="1786675"/>
            <a:ext cx="3543000" cy="18306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b="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762" name="Google Shape;762;p19"/>
          <p:cNvSpPr txBox="1"/>
          <p:nvPr>
            <p:ph idx="2" type="subTitle"/>
          </p:nvPr>
        </p:nvSpPr>
        <p:spPr>
          <a:xfrm>
            <a:off x="720000" y="1786675"/>
            <a:ext cx="3543000" cy="18306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b="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763" name="Google Shape;763;p19"/>
          <p:cNvGrpSpPr/>
          <p:nvPr/>
        </p:nvGrpSpPr>
        <p:grpSpPr>
          <a:xfrm>
            <a:off x="-96329" y="4888563"/>
            <a:ext cx="1590408" cy="88125"/>
            <a:chOff x="124624" y="4953514"/>
            <a:chExt cx="1137387" cy="88142"/>
          </a:xfrm>
        </p:grpSpPr>
        <p:sp>
          <p:nvSpPr>
            <p:cNvPr id="764" name="Google Shape;764;p19"/>
            <p:cNvSpPr/>
            <p:nvPr/>
          </p:nvSpPr>
          <p:spPr>
            <a:xfrm rot="5400000">
              <a:off x="687043" y="4391096"/>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19"/>
            <p:cNvSpPr/>
            <p:nvPr/>
          </p:nvSpPr>
          <p:spPr>
            <a:xfrm rot="5400000">
              <a:off x="687063" y="4466709"/>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66" name="Google Shape;766;p19"/>
          <p:cNvGrpSpPr/>
          <p:nvPr/>
        </p:nvGrpSpPr>
        <p:grpSpPr>
          <a:xfrm>
            <a:off x="6883700" y="1385725"/>
            <a:ext cx="4028179" cy="5283555"/>
            <a:chOff x="6883700" y="1385725"/>
            <a:chExt cx="4028179" cy="5283555"/>
          </a:xfrm>
        </p:grpSpPr>
        <p:sp>
          <p:nvSpPr>
            <p:cNvPr id="767" name="Google Shape;767;p19"/>
            <p:cNvSpPr/>
            <p:nvPr/>
          </p:nvSpPr>
          <p:spPr>
            <a:xfrm>
              <a:off x="6883700" y="140758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19"/>
            <p:cNvSpPr/>
            <p:nvPr/>
          </p:nvSpPr>
          <p:spPr>
            <a:xfrm>
              <a:off x="7842318" y="138572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19"/>
            <p:cNvSpPr/>
            <p:nvPr/>
          </p:nvSpPr>
          <p:spPr>
            <a:xfrm>
              <a:off x="7734200" y="2571774"/>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19"/>
            <p:cNvSpPr/>
            <p:nvPr/>
          </p:nvSpPr>
          <p:spPr>
            <a:xfrm>
              <a:off x="7758564" y="155007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71" name="Google Shape;771;p19"/>
          <p:cNvGrpSpPr/>
          <p:nvPr/>
        </p:nvGrpSpPr>
        <p:grpSpPr>
          <a:xfrm>
            <a:off x="4598006" y="-1699037"/>
            <a:ext cx="5579794" cy="3203424"/>
            <a:chOff x="4521806" y="-1546637"/>
            <a:chExt cx="5579794" cy="3203424"/>
          </a:xfrm>
        </p:grpSpPr>
        <p:grpSp>
          <p:nvGrpSpPr>
            <p:cNvPr id="772" name="Google Shape;772;p19"/>
            <p:cNvGrpSpPr/>
            <p:nvPr/>
          </p:nvGrpSpPr>
          <p:grpSpPr>
            <a:xfrm>
              <a:off x="4619858" y="-154439"/>
              <a:ext cx="916824" cy="700199"/>
              <a:chOff x="4619858" y="-154439"/>
              <a:chExt cx="916824" cy="700199"/>
            </a:xfrm>
          </p:grpSpPr>
          <p:sp>
            <p:nvSpPr>
              <p:cNvPr id="773" name="Google Shape;773;p19"/>
              <p:cNvSpPr/>
              <p:nvPr/>
            </p:nvSpPr>
            <p:spPr>
              <a:xfrm>
                <a:off x="4823308" y="126723"/>
                <a:ext cx="483874" cy="419037"/>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19"/>
              <p:cNvSpPr/>
              <p:nvPr/>
            </p:nvSpPr>
            <p:spPr>
              <a:xfrm>
                <a:off x="4619858" y="-114577"/>
                <a:ext cx="483874" cy="419037"/>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p19"/>
              <p:cNvSpPr/>
              <p:nvPr/>
            </p:nvSpPr>
            <p:spPr>
              <a:xfrm>
                <a:off x="5052808" y="-154439"/>
                <a:ext cx="483874" cy="419037"/>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776" name="Google Shape;776;p19"/>
            <p:cNvPicPr preferRelativeResize="0"/>
            <p:nvPr/>
          </p:nvPicPr>
          <p:blipFill rotWithShape="1">
            <a:blip r:embed="rId2">
              <a:alphaModFix/>
            </a:blip>
            <a:srcRect b="26177" l="16960" r="7121" t="24719"/>
            <a:stretch/>
          </p:blipFill>
          <p:spPr>
            <a:xfrm>
              <a:off x="5904350" y="-1546637"/>
              <a:ext cx="4197251" cy="3203424"/>
            </a:xfrm>
            <a:prstGeom prst="rect">
              <a:avLst/>
            </a:prstGeom>
            <a:noFill/>
            <a:ln>
              <a:noFill/>
            </a:ln>
          </p:spPr>
        </p:pic>
        <p:sp>
          <p:nvSpPr>
            <p:cNvPr id="777" name="Google Shape;777;p19"/>
            <p:cNvSpPr/>
            <p:nvPr/>
          </p:nvSpPr>
          <p:spPr>
            <a:xfrm rot="-5400000">
              <a:off x="5282845" y="-105894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19"/>
            <p:cNvSpPr/>
            <p:nvPr/>
          </p:nvSpPr>
          <p:spPr>
            <a:xfrm rot="-5400000">
              <a:off x="5282230" y="-899603"/>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779" name="Google Shape;779;p19"/>
            <p:cNvGrpSpPr/>
            <p:nvPr/>
          </p:nvGrpSpPr>
          <p:grpSpPr>
            <a:xfrm rot="10800000">
              <a:off x="8323180" y="210225"/>
              <a:ext cx="1493503" cy="88125"/>
              <a:chOff x="124624" y="4953514"/>
              <a:chExt cx="1137387" cy="88142"/>
            </a:xfrm>
          </p:grpSpPr>
          <p:sp>
            <p:nvSpPr>
              <p:cNvPr id="780" name="Google Shape;780;p19"/>
              <p:cNvSpPr/>
              <p:nvPr/>
            </p:nvSpPr>
            <p:spPr>
              <a:xfrm rot="5400000">
                <a:off x="687043" y="4391096"/>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1" name="Google Shape;781;p19"/>
              <p:cNvSpPr/>
              <p:nvPr/>
            </p:nvSpPr>
            <p:spPr>
              <a:xfrm rot="5400000">
                <a:off x="687063" y="4466709"/>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82" name="Google Shape;782;p19"/>
            <p:cNvGrpSpPr/>
            <p:nvPr/>
          </p:nvGrpSpPr>
          <p:grpSpPr>
            <a:xfrm>
              <a:off x="4619231" y="-32636"/>
              <a:ext cx="254987" cy="255131"/>
              <a:chOff x="3678700" y="407275"/>
              <a:chExt cx="708100" cy="708500"/>
            </a:xfrm>
          </p:grpSpPr>
          <p:sp>
            <p:nvSpPr>
              <p:cNvPr id="783" name="Google Shape;783;p19"/>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19"/>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p19"/>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19"/>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7" name="Google Shape;787;p19"/>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8" name="Google Shape;788;p19"/>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19"/>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90" name="Google Shape;790;p19"/>
            <p:cNvGrpSpPr/>
            <p:nvPr/>
          </p:nvGrpSpPr>
          <p:grpSpPr>
            <a:xfrm>
              <a:off x="4521806" y="126714"/>
              <a:ext cx="254987" cy="255131"/>
              <a:chOff x="3678700" y="407275"/>
              <a:chExt cx="708100" cy="708500"/>
            </a:xfrm>
          </p:grpSpPr>
          <p:sp>
            <p:nvSpPr>
              <p:cNvPr id="791" name="Google Shape;791;p19"/>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19"/>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3" name="Google Shape;793;p19"/>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4" name="Google Shape;794;p19"/>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5" name="Google Shape;795;p19"/>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9"/>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9"/>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4">
    <p:spTree>
      <p:nvGrpSpPr>
        <p:cNvPr id="798" name="Shape 798"/>
        <p:cNvGrpSpPr/>
        <p:nvPr/>
      </p:nvGrpSpPr>
      <p:grpSpPr>
        <a:xfrm>
          <a:off x="0" y="0"/>
          <a:ext cx="0" cy="0"/>
          <a:chOff x="0" y="0"/>
          <a:chExt cx="0" cy="0"/>
        </a:xfrm>
      </p:grpSpPr>
      <p:sp>
        <p:nvSpPr>
          <p:cNvPr id="799" name="Google Shape;799;p20"/>
          <p:cNvSpPr txBox="1"/>
          <p:nvPr>
            <p:ph type="title"/>
          </p:nvPr>
        </p:nvSpPr>
        <p:spPr>
          <a:xfrm>
            <a:off x="720000" y="1565925"/>
            <a:ext cx="2799000" cy="760800"/>
          </a:xfrm>
          <a:prstGeom prst="rect">
            <a:avLst/>
          </a:prstGeom>
        </p:spPr>
        <p:txBody>
          <a:bodyPr anchorCtr="0" anchor="b"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00" name="Google Shape;800;p20"/>
          <p:cNvSpPr txBox="1"/>
          <p:nvPr>
            <p:ph idx="1" type="subTitle"/>
          </p:nvPr>
        </p:nvSpPr>
        <p:spPr>
          <a:xfrm>
            <a:off x="720000" y="2326750"/>
            <a:ext cx="2799000" cy="11256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grpSp>
        <p:nvGrpSpPr>
          <p:cNvPr id="801" name="Google Shape;801;p20"/>
          <p:cNvGrpSpPr/>
          <p:nvPr/>
        </p:nvGrpSpPr>
        <p:grpSpPr>
          <a:xfrm>
            <a:off x="-1623735" y="2499757"/>
            <a:ext cx="5119205" cy="4373890"/>
            <a:chOff x="-1547535" y="2499757"/>
            <a:chExt cx="5119205" cy="4373890"/>
          </a:xfrm>
        </p:grpSpPr>
        <p:pic>
          <p:nvPicPr>
            <p:cNvPr id="802" name="Google Shape;802;p20"/>
            <p:cNvPicPr preferRelativeResize="0"/>
            <p:nvPr/>
          </p:nvPicPr>
          <p:blipFill rotWithShape="1">
            <a:blip r:embed="rId2">
              <a:alphaModFix/>
            </a:blip>
            <a:srcRect b="26177" l="16960" r="7121" t="24719"/>
            <a:stretch/>
          </p:blipFill>
          <p:spPr>
            <a:xfrm rot="-5400000">
              <a:off x="-1751185" y="3417285"/>
              <a:ext cx="3920501" cy="2992224"/>
            </a:xfrm>
            <a:prstGeom prst="rect">
              <a:avLst/>
            </a:prstGeom>
            <a:noFill/>
            <a:ln>
              <a:noFill/>
            </a:ln>
          </p:spPr>
        </p:pic>
        <p:grpSp>
          <p:nvGrpSpPr>
            <p:cNvPr id="803" name="Google Shape;803;p20"/>
            <p:cNvGrpSpPr/>
            <p:nvPr/>
          </p:nvGrpSpPr>
          <p:grpSpPr>
            <a:xfrm rot="-5400000">
              <a:off x="123777" y="4587830"/>
              <a:ext cx="480890" cy="481200"/>
              <a:chOff x="959750" y="3039275"/>
              <a:chExt cx="582050" cy="582425"/>
            </a:xfrm>
          </p:grpSpPr>
          <p:sp>
            <p:nvSpPr>
              <p:cNvPr id="804" name="Google Shape;804;p20"/>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20"/>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20"/>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20"/>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20"/>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9" name="Google Shape;809;p20"/>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0" name="Google Shape;810;p20"/>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1" name="Google Shape;811;p20"/>
            <p:cNvGrpSpPr/>
            <p:nvPr/>
          </p:nvGrpSpPr>
          <p:grpSpPr>
            <a:xfrm rot="-5400000">
              <a:off x="-564590" y="2079321"/>
              <a:ext cx="3153315" cy="5119205"/>
              <a:chOff x="6643701" y="816087"/>
              <a:chExt cx="3153315" cy="5119205"/>
            </a:xfrm>
          </p:grpSpPr>
          <p:sp>
            <p:nvSpPr>
              <p:cNvPr id="812" name="Google Shape;812;p20"/>
              <p:cNvSpPr/>
              <p:nvPr/>
            </p:nvSpPr>
            <p:spPr>
              <a:xfrm>
                <a:off x="6643701" y="816087"/>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13" name="Google Shape;813;p20"/>
              <p:cNvGrpSpPr/>
              <p:nvPr/>
            </p:nvGrpSpPr>
            <p:grpSpPr>
              <a:xfrm>
                <a:off x="8062611" y="3503222"/>
                <a:ext cx="134004" cy="134004"/>
                <a:chOff x="8356813" y="1074288"/>
                <a:chExt cx="351900" cy="351900"/>
              </a:xfrm>
            </p:grpSpPr>
            <p:sp>
              <p:nvSpPr>
                <p:cNvPr id="814" name="Google Shape;814;p20"/>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5" name="Google Shape;815;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6" name="Google Shape;816;p20"/>
              <p:cNvGrpSpPr/>
              <p:nvPr/>
            </p:nvGrpSpPr>
            <p:grpSpPr>
              <a:xfrm>
                <a:off x="7678536" y="3129397"/>
                <a:ext cx="134004" cy="134004"/>
                <a:chOff x="8356813" y="1074288"/>
                <a:chExt cx="351900" cy="351900"/>
              </a:xfrm>
            </p:grpSpPr>
            <p:sp>
              <p:nvSpPr>
                <p:cNvPr id="817" name="Google Shape;817;p20"/>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8" name="Google Shape;818;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19" name="Google Shape;819;p20"/>
              <p:cNvGrpSpPr/>
              <p:nvPr/>
            </p:nvGrpSpPr>
            <p:grpSpPr>
              <a:xfrm>
                <a:off x="8671986" y="2443197"/>
                <a:ext cx="134004" cy="134004"/>
                <a:chOff x="8356813" y="1074288"/>
                <a:chExt cx="351900" cy="351900"/>
              </a:xfrm>
            </p:grpSpPr>
            <p:sp>
              <p:nvSpPr>
                <p:cNvPr id="820" name="Google Shape;820;p20"/>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1" name="Google Shape;821;p20"/>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22" name="Google Shape;822;p20"/>
            <p:cNvSpPr/>
            <p:nvPr/>
          </p:nvSpPr>
          <p:spPr>
            <a:xfrm>
              <a:off x="-630272" y="2499757"/>
              <a:ext cx="1031181" cy="275218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23" name="Google Shape;823;p20"/>
            <p:cNvGrpSpPr/>
            <p:nvPr/>
          </p:nvGrpSpPr>
          <p:grpSpPr>
            <a:xfrm rot="-5400000">
              <a:off x="99300" y="3411735"/>
              <a:ext cx="88151" cy="2151709"/>
              <a:chOff x="3054755" y="4367024"/>
              <a:chExt cx="88142" cy="1137387"/>
            </a:xfrm>
          </p:grpSpPr>
          <p:sp>
            <p:nvSpPr>
              <p:cNvPr id="824" name="Google Shape;824;p20"/>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20"/>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26" name="Google Shape;826;p20"/>
            <p:cNvGrpSpPr/>
            <p:nvPr/>
          </p:nvGrpSpPr>
          <p:grpSpPr>
            <a:xfrm rot="-5400000">
              <a:off x="-28713" y="3651410"/>
              <a:ext cx="88151" cy="2151709"/>
              <a:chOff x="3054755" y="4367024"/>
              <a:chExt cx="88142" cy="1137387"/>
            </a:xfrm>
          </p:grpSpPr>
          <p:sp>
            <p:nvSpPr>
              <p:cNvPr id="827" name="Google Shape;827;p20"/>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8" name="Google Shape;828;p20"/>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40000">
                    <a:srgbClr val="FF9900">
                      <a:alpha val="40784"/>
                      <a:alpha val="46820"/>
                    </a:srgbClr>
                  </a:gs>
                  <a:gs pos="100000">
                    <a:srgbClr val="FFFFFF">
                      <a:alpha val="0"/>
                      <a:alpha val="4682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829" name="Google Shape;829;p20"/>
          <p:cNvGrpSpPr/>
          <p:nvPr/>
        </p:nvGrpSpPr>
        <p:grpSpPr>
          <a:xfrm rot="-5400000">
            <a:off x="7274810" y="-1067450"/>
            <a:ext cx="3920501" cy="3213899"/>
            <a:chOff x="6643710" y="2822113"/>
            <a:chExt cx="3920501" cy="3213899"/>
          </a:xfrm>
        </p:grpSpPr>
        <p:pic>
          <p:nvPicPr>
            <p:cNvPr id="830" name="Google Shape;830;p20"/>
            <p:cNvPicPr preferRelativeResize="0"/>
            <p:nvPr/>
          </p:nvPicPr>
          <p:blipFill rotWithShape="1">
            <a:blip r:embed="rId2">
              <a:alphaModFix/>
            </a:blip>
            <a:srcRect b="26177" l="16960" r="7121" t="24719"/>
            <a:stretch/>
          </p:blipFill>
          <p:spPr>
            <a:xfrm>
              <a:off x="6643710" y="3043787"/>
              <a:ext cx="3920501" cy="2992224"/>
            </a:xfrm>
            <a:prstGeom prst="rect">
              <a:avLst/>
            </a:prstGeom>
            <a:noFill/>
            <a:ln>
              <a:noFill/>
            </a:ln>
          </p:spPr>
        </p:pic>
        <p:sp>
          <p:nvSpPr>
            <p:cNvPr id="831" name="Google Shape;831;p20"/>
            <p:cNvSpPr/>
            <p:nvPr/>
          </p:nvSpPr>
          <p:spPr>
            <a:xfrm rot="10800000">
              <a:off x="7869624" y="2920269"/>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2" name="Google Shape;832;p20"/>
            <p:cNvSpPr/>
            <p:nvPr/>
          </p:nvSpPr>
          <p:spPr>
            <a:xfrm rot="10800000">
              <a:off x="8028970" y="2920884"/>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20"/>
            <p:cNvSpPr/>
            <p:nvPr/>
          </p:nvSpPr>
          <p:spPr>
            <a:xfrm>
              <a:off x="8764950" y="2822113"/>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34" name="Google Shape;834;p20"/>
            <p:cNvGrpSpPr/>
            <p:nvPr/>
          </p:nvGrpSpPr>
          <p:grpSpPr>
            <a:xfrm>
              <a:off x="8671987" y="3471620"/>
              <a:ext cx="699928" cy="1651024"/>
              <a:chOff x="8337812" y="3492483"/>
              <a:chExt cx="699928" cy="1651024"/>
            </a:xfrm>
          </p:grpSpPr>
          <p:sp>
            <p:nvSpPr>
              <p:cNvPr id="835" name="Google Shape;835;p20"/>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20"/>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7" name="Google Shape;837;p20"/>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38" name="Google Shape;838;p20"/>
            <p:cNvGrpSpPr/>
            <p:nvPr/>
          </p:nvGrpSpPr>
          <p:grpSpPr>
            <a:xfrm>
              <a:off x="8279400" y="4281138"/>
              <a:ext cx="904666" cy="726121"/>
              <a:chOff x="7945225" y="4302000"/>
              <a:chExt cx="904666" cy="726121"/>
            </a:xfrm>
          </p:grpSpPr>
          <p:sp>
            <p:nvSpPr>
              <p:cNvPr id="839" name="Google Shape;839;p20"/>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20"/>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20"/>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4_1">
    <p:spTree>
      <p:nvGrpSpPr>
        <p:cNvPr id="842" name="Shape 842"/>
        <p:cNvGrpSpPr/>
        <p:nvPr/>
      </p:nvGrpSpPr>
      <p:grpSpPr>
        <a:xfrm>
          <a:off x="0" y="0"/>
          <a:ext cx="0" cy="0"/>
          <a:chOff x="0" y="0"/>
          <a:chExt cx="0" cy="0"/>
        </a:xfrm>
      </p:grpSpPr>
      <p:sp>
        <p:nvSpPr>
          <p:cNvPr id="843" name="Google Shape;843;p2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844" name="Google Shape;844;p21"/>
          <p:cNvSpPr txBox="1"/>
          <p:nvPr>
            <p:ph idx="1" type="body"/>
          </p:nvPr>
        </p:nvSpPr>
        <p:spPr>
          <a:xfrm>
            <a:off x="720000" y="1139550"/>
            <a:ext cx="4528500" cy="6978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Clr>
                <a:srgbClr val="434343"/>
              </a:buClr>
              <a:buSzPts val="1200"/>
              <a:buAutoNum type="arabicPeriod"/>
              <a:defRPr/>
            </a:lvl1pPr>
            <a:lvl2pPr indent="-304800" lvl="1" marL="914400" rtl="0">
              <a:lnSpc>
                <a:spcPct val="115000"/>
              </a:lnSpc>
              <a:spcBef>
                <a:spcPts val="0"/>
              </a:spcBef>
              <a:spcAft>
                <a:spcPts val="0"/>
              </a:spcAft>
              <a:buClr>
                <a:srgbClr val="434343"/>
              </a:buClr>
              <a:buSzPts val="1200"/>
              <a:buFont typeface="Roboto Condensed Light"/>
              <a:buAutoNum type="alphaLcPeriod"/>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AutoNum type="romanLcPeriod"/>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AutoNum type="arabicPeriod"/>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AutoNum type="alphaLcPeriod"/>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AutoNum type="romanLcPeriod"/>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AutoNum type="arabicPeriod"/>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AutoNum type="alphaLcPeriod"/>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AutoNum type="romanLcPeriod"/>
              <a:defRPr>
                <a:solidFill>
                  <a:srgbClr val="434343"/>
                </a:solidFill>
              </a:defRPr>
            </a:lvl9pPr>
          </a:lstStyle>
          <a:p/>
        </p:txBody>
      </p:sp>
      <p:grpSp>
        <p:nvGrpSpPr>
          <p:cNvPr id="845" name="Google Shape;845;p21"/>
          <p:cNvGrpSpPr/>
          <p:nvPr/>
        </p:nvGrpSpPr>
        <p:grpSpPr>
          <a:xfrm>
            <a:off x="6846993" y="-1382193"/>
            <a:ext cx="4230595" cy="4230595"/>
            <a:chOff x="6597168" y="-1305993"/>
            <a:chExt cx="4230595" cy="4230595"/>
          </a:xfrm>
        </p:grpSpPr>
        <p:sp>
          <p:nvSpPr>
            <p:cNvPr id="846" name="Google Shape;846;p21"/>
            <p:cNvSpPr/>
            <p:nvPr/>
          </p:nvSpPr>
          <p:spPr>
            <a:xfrm flipH="1" rot="-8100000">
              <a:off x="7249845" y="-719557"/>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21"/>
            <p:cNvSpPr/>
            <p:nvPr/>
          </p:nvSpPr>
          <p:spPr>
            <a:xfrm>
              <a:off x="8355611" y="-292048"/>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8" name="Google Shape;848;p21"/>
            <p:cNvSpPr/>
            <p:nvPr/>
          </p:nvSpPr>
          <p:spPr>
            <a:xfrm>
              <a:off x="8608100" y="70376"/>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49" name="Google Shape;849;p21"/>
            <p:cNvGrpSpPr/>
            <p:nvPr/>
          </p:nvGrpSpPr>
          <p:grpSpPr>
            <a:xfrm>
              <a:off x="8449011" y="1244697"/>
              <a:ext cx="134100" cy="134100"/>
              <a:chOff x="-1999139" y="3143772"/>
              <a:chExt cx="134100" cy="134100"/>
            </a:xfrm>
          </p:grpSpPr>
          <p:sp>
            <p:nvSpPr>
              <p:cNvPr id="850" name="Google Shape;850;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1" name="Google Shape;851;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2" name="Google Shape;852;p21"/>
            <p:cNvGrpSpPr/>
            <p:nvPr/>
          </p:nvGrpSpPr>
          <p:grpSpPr>
            <a:xfrm>
              <a:off x="8577286" y="2178484"/>
              <a:ext cx="134100" cy="134100"/>
              <a:chOff x="-1999139" y="3143772"/>
              <a:chExt cx="134100" cy="134100"/>
            </a:xfrm>
          </p:grpSpPr>
          <p:sp>
            <p:nvSpPr>
              <p:cNvPr id="853" name="Google Shape;853;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4" name="Google Shape;854;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55" name="Google Shape;855;p21"/>
            <p:cNvGrpSpPr/>
            <p:nvPr/>
          </p:nvGrpSpPr>
          <p:grpSpPr>
            <a:xfrm>
              <a:off x="8526386" y="311022"/>
              <a:ext cx="134004" cy="134004"/>
              <a:chOff x="8356813" y="1074288"/>
              <a:chExt cx="351900" cy="351900"/>
            </a:xfrm>
          </p:grpSpPr>
          <p:sp>
            <p:nvSpPr>
              <p:cNvPr id="856" name="Google Shape;856;p21"/>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7" name="Google Shape;857;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858" name="Google Shape;858;p21"/>
            <p:cNvPicPr preferRelativeResize="0"/>
            <p:nvPr/>
          </p:nvPicPr>
          <p:blipFill rotWithShape="1">
            <a:blip r:embed="rId2">
              <a:alphaModFix/>
            </a:blip>
            <a:srcRect b="26177" l="16960" r="7121" t="24719"/>
            <a:stretch/>
          </p:blipFill>
          <p:spPr>
            <a:xfrm>
              <a:off x="6929350" y="-1036475"/>
              <a:ext cx="2441950" cy="1863749"/>
            </a:xfrm>
            <a:prstGeom prst="rect">
              <a:avLst/>
            </a:prstGeom>
            <a:noFill/>
            <a:ln>
              <a:noFill/>
            </a:ln>
          </p:spPr>
        </p:pic>
      </p:grpSp>
      <p:grpSp>
        <p:nvGrpSpPr>
          <p:cNvPr id="859" name="Google Shape;859;p21"/>
          <p:cNvGrpSpPr/>
          <p:nvPr/>
        </p:nvGrpSpPr>
        <p:grpSpPr>
          <a:xfrm rot="5400000">
            <a:off x="-1981527" y="1924690"/>
            <a:ext cx="6191222" cy="6191222"/>
            <a:chOff x="-2825827" y="1271890"/>
            <a:chExt cx="6191222" cy="6191222"/>
          </a:xfrm>
        </p:grpSpPr>
        <p:pic>
          <p:nvPicPr>
            <p:cNvPr id="860" name="Google Shape;860;p21"/>
            <p:cNvPicPr preferRelativeResize="0"/>
            <p:nvPr/>
          </p:nvPicPr>
          <p:blipFill rotWithShape="1">
            <a:blip r:embed="rId2">
              <a:alphaModFix/>
            </a:blip>
            <a:srcRect b="26177" l="16960" r="7121" t="24719"/>
            <a:stretch/>
          </p:blipFill>
          <p:spPr>
            <a:xfrm>
              <a:off x="-680950" y="3866725"/>
              <a:ext cx="2441950" cy="1863749"/>
            </a:xfrm>
            <a:prstGeom prst="rect">
              <a:avLst/>
            </a:prstGeom>
            <a:noFill/>
            <a:ln>
              <a:noFill/>
            </a:ln>
          </p:spPr>
        </p:pic>
        <p:grpSp>
          <p:nvGrpSpPr>
            <p:cNvPr id="861" name="Google Shape;861;p21"/>
            <p:cNvGrpSpPr/>
            <p:nvPr/>
          </p:nvGrpSpPr>
          <p:grpSpPr>
            <a:xfrm>
              <a:off x="-2825827" y="1271890"/>
              <a:ext cx="6191222" cy="6191222"/>
              <a:chOff x="-2825827" y="1271890"/>
              <a:chExt cx="6191222" cy="6191222"/>
            </a:xfrm>
          </p:grpSpPr>
          <p:sp>
            <p:nvSpPr>
              <p:cNvPr id="862" name="Google Shape;862;p21"/>
              <p:cNvSpPr/>
              <p:nvPr/>
            </p:nvSpPr>
            <p:spPr>
              <a:xfrm flipH="1" rot="2700000">
                <a:off x="-1733384" y="1992813"/>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21"/>
              <p:cNvSpPr/>
              <p:nvPr/>
            </p:nvSpPr>
            <p:spPr>
              <a:xfrm flipH="1" rot="2700000">
                <a:off x="-1192832" y="2500186"/>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64" name="Google Shape;864;p21"/>
              <p:cNvGrpSpPr/>
              <p:nvPr/>
            </p:nvGrpSpPr>
            <p:grpSpPr>
              <a:xfrm rot="10800000">
                <a:off x="384881" y="3042905"/>
                <a:ext cx="134100" cy="134100"/>
                <a:chOff x="-1999139" y="3143772"/>
                <a:chExt cx="134100" cy="134100"/>
              </a:xfrm>
            </p:grpSpPr>
            <p:sp>
              <p:nvSpPr>
                <p:cNvPr id="865" name="Google Shape;865;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67" name="Google Shape;867;p21"/>
              <p:cNvGrpSpPr/>
              <p:nvPr/>
            </p:nvGrpSpPr>
            <p:grpSpPr>
              <a:xfrm rot="10800000">
                <a:off x="146106" y="3710980"/>
                <a:ext cx="134100" cy="134100"/>
                <a:chOff x="-1999139" y="3143772"/>
                <a:chExt cx="134100" cy="134100"/>
              </a:xfrm>
            </p:grpSpPr>
            <p:sp>
              <p:nvSpPr>
                <p:cNvPr id="868" name="Google Shape;868;p21"/>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9" name="Google Shape;869;p21"/>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70" name="Google Shape;870;p21"/>
              <p:cNvGrpSpPr/>
              <p:nvPr/>
            </p:nvGrpSpPr>
            <p:grpSpPr>
              <a:xfrm>
                <a:off x="-102297" y="3780153"/>
                <a:ext cx="939901" cy="2449421"/>
                <a:chOff x="-102297" y="3780153"/>
                <a:chExt cx="939901" cy="2449421"/>
              </a:xfrm>
            </p:grpSpPr>
            <p:sp>
              <p:nvSpPr>
                <p:cNvPr id="871" name="Google Shape;871;p21"/>
                <p:cNvSpPr/>
                <p:nvPr/>
              </p:nvSpPr>
              <p:spPr>
                <a:xfrm rot="10800000">
                  <a:off x="260154" y="4254866"/>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21"/>
                <p:cNvSpPr/>
                <p:nvPr/>
              </p:nvSpPr>
              <p:spPr>
                <a:xfrm rot="10800000">
                  <a:off x="-102297" y="3780153"/>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73" name="Google Shape;873;p21"/>
                <p:cNvGrpSpPr/>
                <p:nvPr/>
              </p:nvGrpSpPr>
              <p:grpSpPr>
                <a:xfrm rot="10800000">
                  <a:off x="532825" y="5492502"/>
                  <a:ext cx="134004" cy="134004"/>
                  <a:chOff x="8356813" y="1074288"/>
                  <a:chExt cx="351900" cy="351900"/>
                </a:xfrm>
              </p:grpSpPr>
              <p:sp>
                <p:nvSpPr>
                  <p:cNvPr id="874" name="Google Shape;874;p21"/>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5" name="Google Shape;875;p21"/>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4_1_1">
    <p:spTree>
      <p:nvGrpSpPr>
        <p:cNvPr id="876" name="Shape 876"/>
        <p:cNvGrpSpPr/>
        <p:nvPr/>
      </p:nvGrpSpPr>
      <p:grpSpPr>
        <a:xfrm>
          <a:off x="0" y="0"/>
          <a:ext cx="0" cy="0"/>
          <a:chOff x="0" y="0"/>
          <a:chExt cx="0" cy="0"/>
        </a:xfrm>
      </p:grpSpPr>
      <p:grpSp>
        <p:nvGrpSpPr>
          <p:cNvPr id="877" name="Google Shape;877;p22"/>
          <p:cNvGrpSpPr/>
          <p:nvPr/>
        </p:nvGrpSpPr>
        <p:grpSpPr>
          <a:xfrm>
            <a:off x="4582521" y="2433470"/>
            <a:ext cx="5022035" cy="4764449"/>
            <a:chOff x="4571996" y="2268220"/>
            <a:chExt cx="5022035" cy="4764449"/>
          </a:xfrm>
        </p:grpSpPr>
        <p:pic>
          <p:nvPicPr>
            <p:cNvPr id="878" name="Google Shape;878;p22"/>
            <p:cNvPicPr preferRelativeResize="0"/>
            <p:nvPr/>
          </p:nvPicPr>
          <p:blipFill rotWithShape="1">
            <a:blip r:embed="rId2">
              <a:alphaModFix/>
            </a:blip>
            <a:srcRect b="26177" l="16960" r="7121" t="24719"/>
            <a:stretch/>
          </p:blipFill>
          <p:spPr>
            <a:xfrm flipH="1">
              <a:off x="5978271" y="3376950"/>
              <a:ext cx="3615750" cy="2759625"/>
            </a:xfrm>
            <a:prstGeom prst="rect">
              <a:avLst/>
            </a:prstGeom>
            <a:noFill/>
            <a:ln>
              <a:noFill/>
            </a:ln>
          </p:spPr>
        </p:pic>
        <p:grpSp>
          <p:nvGrpSpPr>
            <p:cNvPr id="879" name="Google Shape;879;p22"/>
            <p:cNvGrpSpPr/>
            <p:nvPr/>
          </p:nvGrpSpPr>
          <p:grpSpPr>
            <a:xfrm rot="10800000">
              <a:off x="4571996" y="2268220"/>
              <a:ext cx="5022035" cy="4764449"/>
              <a:chOff x="-494406" y="-1584825"/>
              <a:chExt cx="4397193" cy="4171657"/>
            </a:xfrm>
          </p:grpSpPr>
          <p:grpSp>
            <p:nvGrpSpPr>
              <p:cNvPr id="880" name="Google Shape;880;p22"/>
              <p:cNvGrpSpPr/>
              <p:nvPr/>
            </p:nvGrpSpPr>
            <p:grpSpPr>
              <a:xfrm>
                <a:off x="245875" y="-51824"/>
                <a:ext cx="208200" cy="1824700"/>
                <a:chOff x="1040050" y="3812126"/>
                <a:chExt cx="208200" cy="1824700"/>
              </a:xfrm>
            </p:grpSpPr>
            <p:sp>
              <p:nvSpPr>
                <p:cNvPr id="881" name="Google Shape;881;p22"/>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2" name="Google Shape;882;p22"/>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3" name="Google Shape;883;p22"/>
              <p:cNvGrpSpPr/>
              <p:nvPr/>
            </p:nvGrpSpPr>
            <p:grpSpPr>
              <a:xfrm rot="-8100000">
                <a:off x="540898" y="-1172741"/>
                <a:ext cx="2552124" cy="3347490"/>
                <a:chOff x="2976325" y="908175"/>
                <a:chExt cx="4028179" cy="5283555"/>
              </a:xfrm>
            </p:grpSpPr>
            <p:sp>
              <p:nvSpPr>
                <p:cNvPr id="884" name="Google Shape;884;p22"/>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5" name="Google Shape;885;p22"/>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6" name="Google Shape;886;p22"/>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87" name="Google Shape;887;p22"/>
              <p:cNvGrpSpPr/>
              <p:nvPr/>
            </p:nvGrpSpPr>
            <p:grpSpPr>
              <a:xfrm>
                <a:off x="-1" y="621223"/>
                <a:ext cx="699940" cy="478601"/>
                <a:chOff x="39722" y="4349021"/>
                <a:chExt cx="1061964" cy="726143"/>
              </a:xfrm>
            </p:grpSpPr>
            <p:grpSp>
              <p:nvGrpSpPr>
                <p:cNvPr id="888" name="Google Shape;888;p22"/>
                <p:cNvGrpSpPr/>
                <p:nvPr/>
              </p:nvGrpSpPr>
              <p:grpSpPr>
                <a:xfrm rot="2700000">
                  <a:off x="140502" y="4460924"/>
                  <a:ext cx="524584" cy="502337"/>
                  <a:chOff x="1189791" y="-1767331"/>
                  <a:chExt cx="904284" cy="865933"/>
                </a:xfrm>
              </p:grpSpPr>
              <p:sp>
                <p:nvSpPr>
                  <p:cNvPr id="889" name="Google Shape;889;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890" name="Google Shape;890;p22"/>
                  <p:cNvGrpSpPr/>
                  <p:nvPr/>
                </p:nvGrpSpPr>
                <p:grpSpPr>
                  <a:xfrm>
                    <a:off x="1232795" y="-1740829"/>
                    <a:ext cx="717621" cy="717392"/>
                    <a:chOff x="1483457" y="3953671"/>
                    <a:chExt cx="717621" cy="717392"/>
                  </a:xfrm>
                </p:grpSpPr>
                <p:sp>
                  <p:nvSpPr>
                    <p:cNvPr id="891" name="Google Shape;891;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2" name="Google Shape;892;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3" name="Google Shape;893;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4" name="Google Shape;894;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5" name="Google Shape;895;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896" name="Google Shape;896;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897" name="Google Shape;897;p22"/>
              <p:cNvGrpSpPr/>
              <p:nvPr/>
            </p:nvGrpSpPr>
            <p:grpSpPr>
              <a:xfrm>
                <a:off x="955673" y="11"/>
                <a:ext cx="592576" cy="405260"/>
                <a:chOff x="39722" y="4349021"/>
                <a:chExt cx="1061964" cy="726143"/>
              </a:xfrm>
            </p:grpSpPr>
            <p:grpSp>
              <p:nvGrpSpPr>
                <p:cNvPr id="898" name="Google Shape;898;p22"/>
                <p:cNvGrpSpPr/>
                <p:nvPr/>
              </p:nvGrpSpPr>
              <p:grpSpPr>
                <a:xfrm rot="2700000">
                  <a:off x="140502" y="4460924"/>
                  <a:ext cx="524584" cy="502337"/>
                  <a:chOff x="1189791" y="-1767331"/>
                  <a:chExt cx="904284" cy="865933"/>
                </a:xfrm>
              </p:grpSpPr>
              <p:sp>
                <p:nvSpPr>
                  <p:cNvPr id="899" name="Google Shape;899;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00" name="Google Shape;900;p22"/>
                  <p:cNvGrpSpPr/>
                  <p:nvPr/>
                </p:nvGrpSpPr>
                <p:grpSpPr>
                  <a:xfrm>
                    <a:off x="1232795" y="-1740829"/>
                    <a:ext cx="717621" cy="717392"/>
                    <a:chOff x="1483457" y="3953671"/>
                    <a:chExt cx="717621" cy="717392"/>
                  </a:xfrm>
                </p:grpSpPr>
                <p:sp>
                  <p:nvSpPr>
                    <p:cNvPr id="901" name="Google Shape;901;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4" name="Google Shape;904;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06" name="Google Shape;906;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07" name="Google Shape;907;p22"/>
              <p:cNvGrpSpPr/>
              <p:nvPr/>
            </p:nvGrpSpPr>
            <p:grpSpPr>
              <a:xfrm>
                <a:off x="441574" y="-36652"/>
                <a:ext cx="699940" cy="478601"/>
                <a:chOff x="39722" y="4349021"/>
                <a:chExt cx="1061964" cy="726143"/>
              </a:xfrm>
            </p:grpSpPr>
            <p:grpSp>
              <p:nvGrpSpPr>
                <p:cNvPr id="908" name="Google Shape;908;p22"/>
                <p:cNvGrpSpPr/>
                <p:nvPr/>
              </p:nvGrpSpPr>
              <p:grpSpPr>
                <a:xfrm rot="2700000">
                  <a:off x="140502" y="4460924"/>
                  <a:ext cx="524584" cy="502337"/>
                  <a:chOff x="1189791" y="-1767331"/>
                  <a:chExt cx="904284" cy="865933"/>
                </a:xfrm>
              </p:grpSpPr>
              <p:sp>
                <p:nvSpPr>
                  <p:cNvPr id="909" name="Google Shape;909;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10" name="Google Shape;910;p22"/>
                  <p:cNvGrpSpPr/>
                  <p:nvPr/>
                </p:nvGrpSpPr>
                <p:grpSpPr>
                  <a:xfrm>
                    <a:off x="1232795" y="-1740829"/>
                    <a:ext cx="717621" cy="717392"/>
                    <a:chOff x="1483457" y="3953671"/>
                    <a:chExt cx="717621" cy="717392"/>
                  </a:xfrm>
                </p:grpSpPr>
                <p:sp>
                  <p:nvSpPr>
                    <p:cNvPr id="911" name="Google Shape;911;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2" name="Google Shape;912;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3" name="Google Shape;913;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4" name="Google Shape;914;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16" name="Google Shape;916;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17" name="Google Shape;917;p22"/>
              <p:cNvGrpSpPr/>
              <p:nvPr/>
            </p:nvGrpSpPr>
            <p:grpSpPr>
              <a:xfrm>
                <a:off x="-494406" y="-252396"/>
                <a:ext cx="1741563" cy="1288563"/>
                <a:chOff x="-494406" y="-252396"/>
                <a:chExt cx="1741563" cy="1288563"/>
              </a:xfrm>
            </p:grpSpPr>
            <p:sp>
              <p:nvSpPr>
                <p:cNvPr id="918" name="Google Shape;918;p22"/>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22"/>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20" name="Google Shape;920;p22"/>
            <p:cNvGrpSpPr/>
            <p:nvPr/>
          </p:nvGrpSpPr>
          <p:grpSpPr>
            <a:xfrm>
              <a:off x="5643425" y="4968525"/>
              <a:ext cx="439200" cy="439100"/>
              <a:chOff x="1101075" y="2142375"/>
              <a:chExt cx="439200" cy="439100"/>
            </a:xfrm>
          </p:grpSpPr>
          <p:sp>
            <p:nvSpPr>
              <p:cNvPr id="921" name="Google Shape;921;p2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2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23" name="Google Shape;923;p2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24" name="Google Shape;924;p22"/>
          <p:cNvSpPr txBox="1"/>
          <p:nvPr>
            <p:ph idx="1" type="body"/>
          </p:nvPr>
        </p:nvSpPr>
        <p:spPr>
          <a:xfrm>
            <a:off x="720000" y="1139550"/>
            <a:ext cx="4290900" cy="34314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Clr>
                <a:srgbClr val="434343"/>
              </a:buClr>
              <a:buSzPts val="1200"/>
              <a:buChar char="●"/>
              <a:defRPr sz="1200">
                <a:solidFill>
                  <a:srgbClr val="191919"/>
                </a:solidFill>
              </a:defRPr>
            </a:lvl1pPr>
            <a:lvl2pPr indent="-304800" lvl="1" marL="914400" rtl="0">
              <a:lnSpc>
                <a:spcPct val="115000"/>
              </a:lnSpc>
              <a:spcBef>
                <a:spcPts val="0"/>
              </a:spcBef>
              <a:spcAft>
                <a:spcPts val="0"/>
              </a:spcAft>
              <a:buClr>
                <a:srgbClr val="434343"/>
              </a:buClr>
              <a:buSzPts val="1200"/>
              <a:buFont typeface="Roboto Condensed Light"/>
              <a:buChar char="○"/>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Char char="■"/>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Char char="●"/>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Char char="○"/>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Char char="■"/>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Char char="●"/>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Char char="○"/>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sp>
        <p:nvSpPr>
          <p:cNvPr id="925" name="Google Shape;925;p22"/>
          <p:cNvSpPr txBox="1"/>
          <p:nvPr>
            <p:ph idx="2" type="body"/>
          </p:nvPr>
        </p:nvSpPr>
        <p:spPr>
          <a:xfrm>
            <a:off x="5249025" y="1139550"/>
            <a:ext cx="3174900" cy="34314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Clr>
                <a:srgbClr val="434343"/>
              </a:buClr>
              <a:buSzPts val="1200"/>
              <a:buChar char="●"/>
              <a:defRPr sz="1200">
                <a:solidFill>
                  <a:srgbClr val="191919"/>
                </a:solidFill>
              </a:defRPr>
            </a:lvl1pPr>
            <a:lvl2pPr indent="-304800" lvl="1" marL="914400" rtl="0">
              <a:lnSpc>
                <a:spcPct val="115000"/>
              </a:lnSpc>
              <a:spcBef>
                <a:spcPts val="0"/>
              </a:spcBef>
              <a:spcAft>
                <a:spcPts val="0"/>
              </a:spcAft>
              <a:buClr>
                <a:srgbClr val="434343"/>
              </a:buClr>
              <a:buSzPts val="1200"/>
              <a:buFont typeface="Roboto Condensed Light"/>
              <a:buChar char="○"/>
              <a:defRPr>
                <a:solidFill>
                  <a:srgbClr val="434343"/>
                </a:solidFill>
              </a:defRPr>
            </a:lvl2pPr>
            <a:lvl3pPr indent="-304800" lvl="2" marL="1371600" rtl="0">
              <a:lnSpc>
                <a:spcPct val="115000"/>
              </a:lnSpc>
              <a:spcBef>
                <a:spcPts val="0"/>
              </a:spcBef>
              <a:spcAft>
                <a:spcPts val="0"/>
              </a:spcAft>
              <a:buClr>
                <a:srgbClr val="434343"/>
              </a:buClr>
              <a:buSzPts val="1200"/>
              <a:buFont typeface="Roboto Condensed Light"/>
              <a:buChar char="■"/>
              <a:defRPr>
                <a:solidFill>
                  <a:srgbClr val="434343"/>
                </a:solidFill>
              </a:defRPr>
            </a:lvl3pPr>
            <a:lvl4pPr indent="-304800" lvl="3" marL="1828800" rtl="0">
              <a:lnSpc>
                <a:spcPct val="115000"/>
              </a:lnSpc>
              <a:spcBef>
                <a:spcPts val="0"/>
              </a:spcBef>
              <a:spcAft>
                <a:spcPts val="0"/>
              </a:spcAft>
              <a:buClr>
                <a:srgbClr val="434343"/>
              </a:buClr>
              <a:buSzPts val="1200"/>
              <a:buFont typeface="Roboto Condensed Light"/>
              <a:buChar char="●"/>
              <a:defRPr>
                <a:solidFill>
                  <a:srgbClr val="434343"/>
                </a:solidFill>
              </a:defRPr>
            </a:lvl4pPr>
            <a:lvl5pPr indent="-304800" lvl="4" marL="2286000" rtl="0">
              <a:lnSpc>
                <a:spcPct val="115000"/>
              </a:lnSpc>
              <a:spcBef>
                <a:spcPts val="0"/>
              </a:spcBef>
              <a:spcAft>
                <a:spcPts val="0"/>
              </a:spcAft>
              <a:buClr>
                <a:srgbClr val="434343"/>
              </a:buClr>
              <a:buSzPts val="1200"/>
              <a:buFont typeface="Roboto Condensed Light"/>
              <a:buChar char="○"/>
              <a:defRPr>
                <a:solidFill>
                  <a:srgbClr val="434343"/>
                </a:solidFill>
              </a:defRPr>
            </a:lvl5pPr>
            <a:lvl6pPr indent="-304800" lvl="5" marL="2743200" rtl="0">
              <a:lnSpc>
                <a:spcPct val="115000"/>
              </a:lnSpc>
              <a:spcBef>
                <a:spcPts val="0"/>
              </a:spcBef>
              <a:spcAft>
                <a:spcPts val="0"/>
              </a:spcAft>
              <a:buClr>
                <a:srgbClr val="434343"/>
              </a:buClr>
              <a:buSzPts val="1200"/>
              <a:buFont typeface="Roboto Condensed Light"/>
              <a:buChar char="■"/>
              <a:defRPr>
                <a:solidFill>
                  <a:srgbClr val="434343"/>
                </a:solidFill>
              </a:defRPr>
            </a:lvl6pPr>
            <a:lvl7pPr indent="-304800" lvl="6" marL="3200400" rtl="0">
              <a:lnSpc>
                <a:spcPct val="115000"/>
              </a:lnSpc>
              <a:spcBef>
                <a:spcPts val="0"/>
              </a:spcBef>
              <a:spcAft>
                <a:spcPts val="0"/>
              </a:spcAft>
              <a:buClr>
                <a:srgbClr val="434343"/>
              </a:buClr>
              <a:buSzPts val="1200"/>
              <a:buFont typeface="Roboto Condensed Light"/>
              <a:buChar char="●"/>
              <a:defRPr>
                <a:solidFill>
                  <a:srgbClr val="434343"/>
                </a:solidFill>
              </a:defRPr>
            </a:lvl7pPr>
            <a:lvl8pPr indent="-304800" lvl="7" marL="3657600" rtl="0">
              <a:lnSpc>
                <a:spcPct val="115000"/>
              </a:lnSpc>
              <a:spcBef>
                <a:spcPts val="0"/>
              </a:spcBef>
              <a:spcAft>
                <a:spcPts val="0"/>
              </a:spcAft>
              <a:buClr>
                <a:srgbClr val="434343"/>
              </a:buClr>
              <a:buSzPts val="1200"/>
              <a:buFont typeface="Roboto Condensed Light"/>
              <a:buChar char="○"/>
              <a:defRPr>
                <a:solidFill>
                  <a:srgbClr val="434343"/>
                </a:solidFill>
              </a:defRPr>
            </a:lvl8pPr>
            <a:lvl9pPr indent="-304800" lvl="8" marL="4114800" rtl="0">
              <a:lnSpc>
                <a:spcPct val="115000"/>
              </a:lnSpc>
              <a:spcBef>
                <a:spcPts val="0"/>
              </a:spcBef>
              <a:spcAft>
                <a:spcPts val="0"/>
              </a:spcAft>
              <a:buClr>
                <a:srgbClr val="434343"/>
              </a:buClr>
              <a:buSzPts val="1200"/>
              <a:buFont typeface="Roboto Condensed Light"/>
              <a:buChar char="■"/>
              <a:defRPr>
                <a:solidFill>
                  <a:srgbClr val="434343"/>
                </a:solidFill>
              </a:defRPr>
            </a:lvl9pPr>
          </a:lstStyle>
          <a:p/>
        </p:txBody>
      </p:sp>
      <p:grpSp>
        <p:nvGrpSpPr>
          <p:cNvPr id="926" name="Google Shape;926;p22"/>
          <p:cNvGrpSpPr/>
          <p:nvPr/>
        </p:nvGrpSpPr>
        <p:grpSpPr>
          <a:xfrm>
            <a:off x="-913829" y="-2335097"/>
            <a:ext cx="5022161" cy="4764814"/>
            <a:chOff x="-837629" y="-2258897"/>
            <a:chExt cx="5022161" cy="4764814"/>
          </a:xfrm>
        </p:grpSpPr>
        <p:grpSp>
          <p:nvGrpSpPr>
            <p:cNvPr id="927" name="Google Shape;927;p22"/>
            <p:cNvGrpSpPr/>
            <p:nvPr/>
          </p:nvGrpSpPr>
          <p:grpSpPr>
            <a:xfrm>
              <a:off x="-837629" y="-736613"/>
              <a:ext cx="1989039" cy="1471668"/>
              <a:chOff x="-494406" y="-252396"/>
              <a:chExt cx="1741563" cy="1288563"/>
            </a:xfrm>
          </p:grpSpPr>
          <p:sp>
            <p:nvSpPr>
              <p:cNvPr id="928" name="Google Shape;928;p22"/>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9" name="Google Shape;929;p22"/>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0" name="Google Shape;930;p22"/>
            <p:cNvGrpSpPr/>
            <p:nvPr/>
          </p:nvGrpSpPr>
          <p:grpSpPr>
            <a:xfrm rot="-8100000">
              <a:off x="344623" y="-1788220"/>
              <a:ext cx="2915004" cy="3823461"/>
              <a:chOff x="2976325" y="908175"/>
              <a:chExt cx="4028179" cy="5283555"/>
            </a:xfrm>
          </p:grpSpPr>
          <p:sp>
            <p:nvSpPr>
              <p:cNvPr id="931" name="Google Shape;931;p22"/>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2" name="Google Shape;932;p22"/>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3" name="Google Shape;933;p22"/>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34" name="Google Shape;934;p22"/>
            <p:cNvGrpSpPr/>
            <p:nvPr/>
          </p:nvGrpSpPr>
          <p:grpSpPr>
            <a:xfrm>
              <a:off x="-272968" y="261330"/>
              <a:ext cx="799446" cy="546640"/>
              <a:chOff x="39722" y="4349021"/>
              <a:chExt cx="1061964" cy="726143"/>
            </a:xfrm>
          </p:grpSpPr>
          <p:grpSp>
            <p:nvGrpSpPr>
              <p:cNvPr id="935" name="Google Shape;935;p22"/>
              <p:cNvGrpSpPr/>
              <p:nvPr/>
            </p:nvGrpSpPr>
            <p:grpSpPr>
              <a:xfrm rot="2700000">
                <a:off x="140502" y="4460924"/>
                <a:ext cx="524584" cy="502337"/>
                <a:chOff x="1189791" y="-1767331"/>
                <a:chExt cx="904284" cy="865933"/>
              </a:xfrm>
            </p:grpSpPr>
            <p:sp>
              <p:nvSpPr>
                <p:cNvPr id="936" name="Google Shape;936;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37" name="Google Shape;937;p22"/>
                <p:cNvGrpSpPr/>
                <p:nvPr/>
              </p:nvGrpSpPr>
              <p:grpSpPr>
                <a:xfrm>
                  <a:off x="1232795" y="-1740829"/>
                  <a:ext cx="717621" cy="717392"/>
                  <a:chOff x="1483457" y="3953671"/>
                  <a:chExt cx="717621" cy="717392"/>
                </a:xfrm>
              </p:grpSpPr>
              <p:sp>
                <p:nvSpPr>
                  <p:cNvPr id="938" name="Google Shape;938;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9" name="Google Shape;939;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0" name="Google Shape;940;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2" name="Google Shape;942;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43" name="Google Shape;943;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44" name="Google Shape;944;p22"/>
          <p:cNvGrpSpPr/>
          <p:nvPr/>
        </p:nvGrpSpPr>
        <p:grpSpPr>
          <a:xfrm>
            <a:off x="-224248" y="3297090"/>
            <a:ext cx="605804" cy="2417785"/>
            <a:chOff x="-224248" y="3297090"/>
            <a:chExt cx="605804" cy="2417785"/>
          </a:xfrm>
        </p:grpSpPr>
        <p:grpSp>
          <p:nvGrpSpPr>
            <p:cNvPr id="945" name="Google Shape;945;p22"/>
            <p:cNvGrpSpPr/>
            <p:nvPr/>
          </p:nvGrpSpPr>
          <p:grpSpPr>
            <a:xfrm>
              <a:off x="143770" y="3630885"/>
              <a:ext cx="237785" cy="2083990"/>
              <a:chOff x="1040050" y="3812126"/>
              <a:chExt cx="208200" cy="1824700"/>
            </a:xfrm>
          </p:grpSpPr>
          <p:sp>
            <p:nvSpPr>
              <p:cNvPr id="946" name="Google Shape;946;p22"/>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7" name="Google Shape;947;p22"/>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8" name="Google Shape;948;p22"/>
            <p:cNvGrpSpPr/>
            <p:nvPr/>
          </p:nvGrpSpPr>
          <p:grpSpPr>
            <a:xfrm rot="10800000">
              <a:off x="-224248" y="3297090"/>
              <a:ext cx="439200" cy="439100"/>
              <a:chOff x="1101075" y="2142375"/>
              <a:chExt cx="439200" cy="439100"/>
            </a:xfrm>
          </p:grpSpPr>
          <p:sp>
            <p:nvSpPr>
              <p:cNvPr id="949" name="Google Shape;949;p22"/>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0" name="Google Shape;950;p22"/>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951" name="Google Shape;951;p22"/>
          <p:cNvGrpSpPr/>
          <p:nvPr/>
        </p:nvGrpSpPr>
        <p:grpSpPr>
          <a:xfrm>
            <a:off x="3585480" y="-1456810"/>
            <a:ext cx="3681465" cy="2759625"/>
            <a:chOff x="3585480" y="-1380610"/>
            <a:chExt cx="3681465" cy="2759625"/>
          </a:xfrm>
        </p:grpSpPr>
        <p:pic>
          <p:nvPicPr>
            <p:cNvPr id="952" name="Google Shape;952;p22"/>
            <p:cNvPicPr preferRelativeResize="0"/>
            <p:nvPr/>
          </p:nvPicPr>
          <p:blipFill rotWithShape="1">
            <a:blip r:embed="rId2">
              <a:alphaModFix/>
            </a:blip>
            <a:srcRect b="26177" l="16960" r="7121" t="24719"/>
            <a:stretch/>
          </p:blipFill>
          <p:spPr>
            <a:xfrm flipH="1" rot="10800000">
              <a:off x="3585480" y="-1380610"/>
              <a:ext cx="3615750" cy="2759625"/>
            </a:xfrm>
            <a:prstGeom prst="rect">
              <a:avLst/>
            </a:prstGeom>
            <a:noFill/>
            <a:ln>
              <a:noFill/>
            </a:ln>
          </p:spPr>
        </p:pic>
        <p:grpSp>
          <p:nvGrpSpPr>
            <p:cNvPr id="953" name="Google Shape;953;p22"/>
            <p:cNvGrpSpPr/>
            <p:nvPr/>
          </p:nvGrpSpPr>
          <p:grpSpPr>
            <a:xfrm>
              <a:off x="6590156" y="-232440"/>
              <a:ext cx="676790" cy="462843"/>
              <a:chOff x="39722" y="4349021"/>
              <a:chExt cx="1061964" cy="726143"/>
            </a:xfrm>
          </p:grpSpPr>
          <p:grpSp>
            <p:nvGrpSpPr>
              <p:cNvPr id="954" name="Google Shape;954;p22"/>
              <p:cNvGrpSpPr/>
              <p:nvPr/>
            </p:nvGrpSpPr>
            <p:grpSpPr>
              <a:xfrm rot="2700000">
                <a:off x="140502" y="4460924"/>
                <a:ext cx="524584" cy="502337"/>
                <a:chOff x="1189791" y="-1767331"/>
                <a:chExt cx="904284" cy="865933"/>
              </a:xfrm>
            </p:grpSpPr>
            <p:sp>
              <p:nvSpPr>
                <p:cNvPr id="955" name="Google Shape;955;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56" name="Google Shape;956;p22"/>
                <p:cNvGrpSpPr/>
                <p:nvPr/>
              </p:nvGrpSpPr>
              <p:grpSpPr>
                <a:xfrm>
                  <a:off x="1232795" y="-1740829"/>
                  <a:ext cx="717621" cy="717392"/>
                  <a:chOff x="1483457" y="3953671"/>
                  <a:chExt cx="717621" cy="717392"/>
                </a:xfrm>
              </p:grpSpPr>
              <p:sp>
                <p:nvSpPr>
                  <p:cNvPr id="957" name="Google Shape;957;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8" name="Google Shape;958;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9" name="Google Shape;959;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0" name="Google Shape;960;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1" name="Google Shape;961;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62" name="Google Shape;962;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63" name="Google Shape;963;p22"/>
            <p:cNvGrpSpPr/>
            <p:nvPr/>
          </p:nvGrpSpPr>
          <p:grpSpPr>
            <a:xfrm>
              <a:off x="6003005" y="-274104"/>
              <a:ext cx="799446" cy="546640"/>
              <a:chOff x="39722" y="4349021"/>
              <a:chExt cx="1061964" cy="726143"/>
            </a:xfrm>
          </p:grpSpPr>
          <p:grpSp>
            <p:nvGrpSpPr>
              <p:cNvPr id="964" name="Google Shape;964;p22"/>
              <p:cNvGrpSpPr/>
              <p:nvPr/>
            </p:nvGrpSpPr>
            <p:grpSpPr>
              <a:xfrm rot="2700000">
                <a:off x="140502" y="4460924"/>
                <a:ext cx="524584" cy="502337"/>
                <a:chOff x="1189791" y="-1767331"/>
                <a:chExt cx="904284" cy="865933"/>
              </a:xfrm>
            </p:grpSpPr>
            <p:sp>
              <p:nvSpPr>
                <p:cNvPr id="965" name="Google Shape;965;p22"/>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66" name="Google Shape;966;p22"/>
                <p:cNvGrpSpPr/>
                <p:nvPr/>
              </p:nvGrpSpPr>
              <p:grpSpPr>
                <a:xfrm>
                  <a:off x="1232795" y="-1740829"/>
                  <a:ext cx="717621" cy="717392"/>
                  <a:chOff x="1483457" y="3953671"/>
                  <a:chExt cx="717621" cy="717392"/>
                </a:xfrm>
              </p:grpSpPr>
              <p:sp>
                <p:nvSpPr>
                  <p:cNvPr id="967" name="Google Shape;967;p22"/>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22"/>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22"/>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0" name="Google Shape;970;p22"/>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22"/>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72" name="Google Shape;972;p22"/>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TITLE_AND_TWO_COLUMNS_1">
    <p:spTree>
      <p:nvGrpSpPr>
        <p:cNvPr id="973" name="Shape 973"/>
        <p:cNvGrpSpPr/>
        <p:nvPr/>
      </p:nvGrpSpPr>
      <p:grpSpPr>
        <a:xfrm>
          <a:off x="0" y="0"/>
          <a:ext cx="0" cy="0"/>
          <a:chOff x="0" y="0"/>
          <a:chExt cx="0" cy="0"/>
        </a:xfrm>
      </p:grpSpPr>
      <p:sp>
        <p:nvSpPr>
          <p:cNvPr id="974" name="Google Shape;974;p2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975" name="Google Shape;975;p23"/>
          <p:cNvSpPr txBox="1"/>
          <p:nvPr>
            <p:ph idx="1" type="subTitle"/>
          </p:nvPr>
        </p:nvSpPr>
        <p:spPr>
          <a:xfrm>
            <a:off x="713225" y="2041525"/>
            <a:ext cx="5578500" cy="606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976" name="Google Shape;976;p23"/>
          <p:cNvSpPr txBox="1"/>
          <p:nvPr>
            <p:ph idx="2" type="subTitle"/>
          </p:nvPr>
        </p:nvSpPr>
        <p:spPr>
          <a:xfrm>
            <a:off x="713225" y="3366650"/>
            <a:ext cx="5578500" cy="642600"/>
          </a:xfrm>
          <a:prstGeom prst="rect">
            <a:avLst/>
          </a:prstGeom>
        </p:spPr>
        <p:txBody>
          <a:bodyPr anchorCtr="0" anchor="t" bIns="91425" lIns="91425" spcFirstLastPara="1" rIns="91425" wrap="square" tIns="91425">
            <a:noAutofit/>
          </a:bodyPr>
          <a:lstStyle>
            <a:lvl1pPr lvl="0" rtl="0">
              <a:spcBef>
                <a:spcPts val="0"/>
              </a:spcBef>
              <a:spcAft>
                <a:spcPts val="0"/>
              </a:spcAft>
              <a:buSzPts val="2800"/>
              <a:buNone/>
              <a:defRPr b="0" sz="14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977" name="Google Shape;977;p23"/>
          <p:cNvSpPr txBox="1"/>
          <p:nvPr>
            <p:ph idx="3" type="subTitle"/>
          </p:nvPr>
        </p:nvSpPr>
        <p:spPr>
          <a:xfrm>
            <a:off x="713225" y="1679400"/>
            <a:ext cx="55785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978" name="Google Shape;978;p23"/>
          <p:cNvSpPr txBox="1"/>
          <p:nvPr>
            <p:ph idx="4" type="subTitle"/>
          </p:nvPr>
        </p:nvSpPr>
        <p:spPr>
          <a:xfrm>
            <a:off x="713225" y="3040550"/>
            <a:ext cx="55785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979" name="Google Shape;979;p23"/>
          <p:cNvGrpSpPr/>
          <p:nvPr/>
        </p:nvGrpSpPr>
        <p:grpSpPr>
          <a:xfrm flipH="1" rot="-5400000">
            <a:off x="6239121" y="1032770"/>
            <a:ext cx="5022035" cy="4764449"/>
            <a:chOff x="4571996" y="2268220"/>
            <a:chExt cx="5022035" cy="4764449"/>
          </a:xfrm>
        </p:grpSpPr>
        <p:pic>
          <p:nvPicPr>
            <p:cNvPr id="980" name="Google Shape;980;p23"/>
            <p:cNvPicPr preferRelativeResize="0"/>
            <p:nvPr/>
          </p:nvPicPr>
          <p:blipFill rotWithShape="1">
            <a:blip r:embed="rId2">
              <a:alphaModFix/>
            </a:blip>
            <a:srcRect b="26177" l="16960" r="7121" t="24719"/>
            <a:stretch/>
          </p:blipFill>
          <p:spPr>
            <a:xfrm flipH="1">
              <a:off x="5978271" y="3376950"/>
              <a:ext cx="3615750" cy="2759625"/>
            </a:xfrm>
            <a:prstGeom prst="rect">
              <a:avLst/>
            </a:prstGeom>
            <a:noFill/>
            <a:ln>
              <a:noFill/>
            </a:ln>
          </p:spPr>
        </p:pic>
        <p:grpSp>
          <p:nvGrpSpPr>
            <p:cNvPr id="981" name="Google Shape;981;p23"/>
            <p:cNvGrpSpPr/>
            <p:nvPr/>
          </p:nvGrpSpPr>
          <p:grpSpPr>
            <a:xfrm rot="10800000">
              <a:off x="4571996" y="2268220"/>
              <a:ext cx="5022035" cy="4764449"/>
              <a:chOff x="-494406" y="-1584825"/>
              <a:chExt cx="4397193" cy="4171657"/>
            </a:xfrm>
          </p:grpSpPr>
          <p:grpSp>
            <p:nvGrpSpPr>
              <p:cNvPr id="982" name="Google Shape;982;p23"/>
              <p:cNvGrpSpPr/>
              <p:nvPr/>
            </p:nvGrpSpPr>
            <p:grpSpPr>
              <a:xfrm>
                <a:off x="245875" y="-51824"/>
                <a:ext cx="208200" cy="1824700"/>
                <a:chOff x="1040050" y="3812126"/>
                <a:chExt cx="208200" cy="1824700"/>
              </a:xfrm>
            </p:grpSpPr>
            <p:sp>
              <p:nvSpPr>
                <p:cNvPr id="983" name="Google Shape;983;p23"/>
                <p:cNvSpPr/>
                <p:nvPr/>
              </p:nvSpPr>
              <p:spPr>
                <a:xfrm>
                  <a:off x="1040050" y="3812126"/>
                  <a:ext cx="12550" cy="1824700"/>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4" name="Google Shape;984;p23"/>
                <p:cNvSpPr/>
                <p:nvPr/>
              </p:nvSpPr>
              <p:spPr>
                <a:xfrm>
                  <a:off x="1235741" y="3812126"/>
                  <a:ext cx="12509" cy="1824700"/>
                </a:xfrm>
                <a:custGeom>
                  <a:rect b="b" l="l" r="r" t="t"/>
                  <a:pathLst>
                    <a:path extrusionOk="0" h="27731" w="305">
                      <a:moveTo>
                        <a:pt x="0" y="1"/>
                      </a:moveTo>
                      <a:lnTo>
                        <a:pt x="0" y="27730"/>
                      </a:lnTo>
                      <a:lnTo>
                        <a:pt x="305" y="27730"/>
                      </a:lnTo>
                      <a:lnTo>
                        <a:pt x="305"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5" name="Google Shape;985;p23"/>
              <p:cNvGrpSpPr/>
              <p:nvPr/>
            </p:nvGrpSpPr>
            <p:grpSpPr>
              <a:xfrm rot="-8100000">
                <a:off x="540898" y="-1172741"/>
                <a:ext cx="2552124" cy="3347490"/>
                <a:chOff x="2976325" y="908175"/>
                <a:chExt cx="4028179" cy="5283555"/>
              </a:xfrm>
            </p:grpSpPr>
            <p:sp>
              <p:nvSpPr>
                <p:cNvPr id="986" name="Google Shape;986;p23"/>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7" name="Google Shape;987;p23"/>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23"/>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89" name="Google Shape;989;p23"/>
              <p:cNvGrpSpPr/>
              <p:nvPr/>
            </p:nvGrpSpPr>
            <p:grpSpPr>
              <a:xfrm>
                <a:off x="-1" y="621223"/>
                <a:ext cx="699940" cy="478601"/>
                <a:chOff x="39722" y="4349021"/>
                <a:chExt cx="1061964" cy="726143"/>
              </a:xfrm>
            </p:grpSpPr>
            <p:grpSp>
              <p:nvGrpSpPr>
                <p:cNvPr id="990" name="Google Shape;990;p23"/>
                <p:cNvGrpSpPr/>
                <p:nvPr/>
              </p:nvGrpSpPr>
              <p:grpSpPr>
                <a:xfrm rot="2700000">
                  <a:off x="140502" y="4460924"/>
                  <a:ext cx="524584" cy="502337"/>
                  <a:chOff x="1189791" y="-1767331"/>
                  <a:chExt cx="904284" cy="865933"/>
                </a:xfrm>
              </p:grpSpPr>
              <p:sp>
                <p:nvSpPr>
                  <p:cNvPr id="991" name="Google Shape;991;p2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992" name="Google Shape;992;p23"/>
                  <p:cNvGrpSpPr/>
                  <p:nvPr/>
                </p:nvGrpSpPr>
                <p:grpSpPr>
                  <a:xfrm>
                    <a:off x="1232795" y="-1740829"/>
                    <a:ext cx="717621" cy="717392"/>
                    <a:chOff x="1483457" y="3953671"/>
                    <a:chExt cx="717621" cy="717392"/>
                  </a:xfrm>
                </p:grpSpPr>
                <p:sp>
                  <p:nvSpPr>
                    <p:cNvPr id="993" name="Google Shape;993;p2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2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p2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6" name="Google Shape;996;p2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7" name="Google Shape;997;p2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998" name="Google Shape;998;p2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99" name="Google Shape;999;p23"/>
              <p:cNvGrpSpPr/>
              <p:nvPr/>
            </p:nvGrpSpPr>
            <p:grpSpPr>
              <a:xfrm>
                <a:off x="955673" y="11"/>
                <a:ext cx="592576" cy="405260"/>
                <a:chOff x="39722" y="4349021"/>
                <a:chExt cx="1061964" cy="726143"/>
              </a:xfrm>
            </p:grpSpPr>
            <p:grpSp>
              <p:nvGrpSpPr>
                <p:cNvPr id="1000" name="Google Shape;1000;p23"/>
                <p:cNvGrpSpPr/>
                <p:nvPr/>
              </p:nvGrpSpPr>
              <p:grpSpPr>
                <a:xfrm rot="2700000">
                  <a:off x="140502" y="4460924"/>
                  <a:ext cx="524584" cy="502337"/>
                  <a:chOff x="1189791" y="-1767331"/>
                  <a:chExt cx="904284" cy="865933"/>
                </a:xfrm>
              </p:grpSpPr>
              <p:sp>
                <p:nvSpPr>
                  <p:cNvPr id="1001" name="Google Shape;1001;p2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02" name="Google Shape;1002;p23"/>
                  <p:cNvGrpSpPr/>
                  <p:nvPr/>
                </p:nvGrpSpPr>
                <p:grpSpPr>
                  <a:xfrm>
                    <a:off x="1232795" y="-1740829"/>
                    <a:ext cx="717621" cy="717392"/>
                    <a:chOff x="1483457" y="3953671"/>
                    <a:chExt cx="717621" cy="717392"/>
                  </a:xfrm>
                </p:grpSpPr>
                <p:sp>
                  <p:nvSpPr>
                    <p:cNvPr id="1003" name="Google Shape;1003;p2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4" name="Google Shape;1004;p2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2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2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7" name="Google Shape;1007;p2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08" name="Google Shape;1008;p2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09" name="Google Shape;1009;p23"/>
              <p:cNvGrpSpPr/>
              <p:nvPr/>
            </p:nvGrpSpPr>
            <p:grpSpPr>
              <a:xfrm>
                <a:off x="441574" y="-36652"/>
                <a:ext cx="699940" cy="478601"/>
                <a:chOff x="39722" y="4349021"/>
                <a:chExt cx="1061964" cy="726143"/>
              </a:xfrm>
            </p:grpSpPr>
            <p:grpSp>
              <p:nvGrpSpPr>
                <p:cNvPr id="1010" name="Google Shape;1010;p23"/>
                <p:cNvGrpSpPr/>
                <p:nvPr/>
              </p:nvGrpSpPr>
              <p:grpSpPr>
                <a:xfrm rot="2700000">
                  <a:off x="140502" y="4460924"/>
                  <a:ext cx="524584" cy="502337"/>
                  <a:chOff x="1189791" y="-1767331"/>
                  <a:chExt cx="904284" cy="865933"/>
                </a:xfrm>
              </p:grpSpPr>
              <p:sp>
                <p:nvSpPr>
                  <p:cNvPr id="1011" name="Google Shape;1011;p23"/>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12" name="Google Shape;1012;p23"/>
                  <p:cNvGrpSpPr/>
                  <p:nvPr/>
                </p:nvGrpSpPr>
                <p:grpSpPr>
                  <a:xfrm>
                    <a:off x="1232795" y="-1740829"/>
                    <a:ext cx="717621" cy="717392"/>
                    <a:chOff x="1483457" y="3953671"/>
                    <a:chExt cx="717621" cy="717392"/>
                  </a:xfrm>
                </p:grpSpPr>
                <p:sp>
                  <p:nvSpPr>
                    <p:cNvPr id="1013" name="Google Shape;1013;p23"/>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4" name="Google Shape;1014;p23"/>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5" name="Google Shape;1015;p23"/>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23"/>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7" name="Google Shape;1017;p23"/>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18" name="Google Shape;1018;p23"/>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19" name="Google Shape;1019;p23"/>
              <p:cNvGrpSpPr/>
              <p:nvPr/>
            </p:nvGrpSpPr>
            <p:grpSpPr>
              <a:xfrm>
                <a:off x="-494406" y="-252396"/>
                <a:ext cx="1741563" cy="1288563"/>
                <a:chOff x="-494406" y="-252396"/>
                <a:chExt cx="1741563" cy="1288563"/>
              </a:xfrm>
            </p:grpSpPr>
            <p:sp>
              <p:nvSpPr>
                <p:cNvPr id="1020" name="Google Shape;1020;p23"/>
                <p:cNvSpPr/>
                <p:nvPr/>
              </p:nvSpPr>
              <p:spPr>
                <a:xfrm rot="2700000">
                  <a:off x="137431"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1" name="Google Shape;1021;p23"/>
                <p:cNvSpPr/>
                <p:nvPr/>
              </p:nvSpPr>
              <p:spPr>
                <a:xfrm rot="2700000">
                  <a:off x="-315569" y="-53821"/>
                  <a:ext cx="930891" cy="891412"/>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22" name="Google Shape;1022;p23"/>
            <p:cNvGrpSpPr/>
            <p:nvPr/>
          </p:nvGrpSpPr>
          <p:grpSpPr>
            <a:xfrm>
              <a:off x="5643425" y="4968525"/>
              <a:ext cx="439200" cy="439100"/>
              <a:chOff x="1101075" y="2142375"/>
              <a:chExt cx="439200" cy="439100"/>
            </a:xfrm>
          </p:grpSpPr>
          <p:sp>
            <p:nvSpPr>
              <p:cNvPr id="1023" name="Google Shape;1023;p2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4" name="Google Shape;1024;p2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id="1025" name="Google Shape;1025;p23"/>
          <p:cNvPicPr preferRelativeResize="0"/>
          <p:nvPr/>
        </p:nvPicPr>
        <p:blipFill rotWithShape="1">
          <a:blip r:embed="rId2">
            <a:alphaModFix/>
          </a:blip>
          <a:srcRect b="26177" l="16960" r="7121" t="24719"/>
          <a:stretch/>
        </p:blipFill>
        <p:spPr>
          <a:xfrm rot="5400000">
            <a:off x="-1432850" y="882950"/>
            <a:ext cx="2441950" cy="1863749"/>
          </a:xfrm>
          <a:prstGeom prst="rect">
            <a:avLst/>
          </a:prstGeom>
          <a:noFill/>
          <a:ln>
            <a:noFill/>
          </a:ln>
        </p:spPr>
      </p:pic>
      <p:grpSp>
        <p:nvGrpSpPr>
          <p:cNvPr id="1026" name="Google Shape;1026;p23"/>
          <p:cNvGrpSpPr/>
          <p:nvPr/>
        </p:nvGrpSpPr>
        <p:grpSpPr>
          <a:xfrm rot="10800000">
            <a:off x="6045700" y="237976"/>
            <a:ext cx="4558967" cy="134100"/>
            <a:chOff x="796100" y="3019701"/>
            <a:chExt cx="4558967" cy="134100"/>
          </a:xfrm>
        </p:grpSpPr>
        <p:sp>
          <p:nvSpPr>
            <p:cNvPr id="1027" name="Google Shape;1027;p23"/>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28" name="Google Shape;1028;p23"/>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029" name="Google Shape;1029;p23"/>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0" name="Google Shape;1030;p23"/>
          <p:cNvGrpSpPr/>
          <p:nvPr/>
        </p:nvGrpSpPr>
        <p:grpSpPr>
          <a:xfrm>
            <a:off x="-1143750" y="3925887"/>
            <a:ext cx="4558967" cy="1517787"/>
            <a:chOff x="-1143750" y="3849687"/>
            <a:chExt cx="4558967" cy="1517787"/>
          </a:xfrm>
        </p:grpSpPr>
        <p:grpSp>
          <p:nvGrpSpPr>
            <p:cNvPr id="1031" name="Google Shape;1031;p23"/>
            <p:cNvGrpSpPr/>
            <p:nvPr/>
          </p:nvGrpSpPr>
          <p:grpSpPr>
            <a:xfrm rot="5400000">
              <a:off x="-805838" y="4155104"/>
              <a:ext cx="1517787" cy="906953"/>
              <a:chOff x="-55500" y="4835979"/>
              <a:chExt cx="1517787" cy="906953"/>
            </a:xfrm>
          </p:grpSpPr>
          <p:sp>
            <p:nvSpPr>
              <p:cNvPr id="1032" name="Google Shape;1032;p23"/>
              <p:cNvSpPr/>
              <p:nvPr/>
            </p:nvSpPr>
            <p:spPr>
              <a:xfrm>
                <a:off x="-55500" y="48951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3" name="Google Shape;1033;p23"/>
              <p:cNvSpPr/>
              <p:nvPr/>
            </p:nvSpPr>
            <p:spPr>
              <a:xfrm>
                <a:off x="522674" y="49517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4" name="Google Shape;1034;p23"/>
              <p:cNvSpPr/>
              <p:nvPr/>
            </p:nvSpPr>
            <p:spPr>
              <a:xfrm>
                <a:off x="401812" y="5185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5" name="Google Shape;1035;p23"/>
              <p:cNvSpPr/>
              <p:nvPr/>
            </p:nvSpPr>
            <p:spPr>
              <a:xfrm>
                <a:off x="880250" y="48359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36" name="Google Shape;1036;p23"/>
            <p:cNvGrpSpPr/>
            <p:nvPr/>
          </p:nvGrpSpPr>
          <p:grpSpPr>
            <a:xfrm>
              <a:off x="-549966" y="3946426"/>
              <a:ext cx="2833357" cy="1421047"/>
              <a:chOff x="-677366" y="4067276"/>
              <a:chExt cx="2833357" cy="1421047"/>
            </a:xfrm>
          </p:grpSpPr>
          <p:sp>
            <p:nvSpPr>
              <p:cNvPr id="1037" name="Google Shape;1037;p23"/>
              <p:cNvSpPr/>
              <p:nvPr/>
            </p:nvSpPr>
            <p:spPr>
              <a:xfrm rot="5400000">
                <a:off x="28789" y="33611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38" name="Google Shape;1038;p23"/>
              <p:cNvGrpSpPr/>
              <p:nvPr/>
            </p:nvGrpSpPr>
            <p:grpSpPr>
              <a:xfrm>
                <a:off x="317735" y="4614472"/>
                <a:ext cx="161977" cy="161940"/>
                <a:chOff x="1101075" y="2142375"/>
                <a:chExt cx="439200" cy="439100"/>
              </a:xfrm>
            </p:grpSpPr>
            <p:sp>
              <p:nvSpPr>
                <p:cNvPr id="1039" name="Google Shape;1039;p2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0" name="Google Shape;1040;p2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41" name="Google Shape;1041;p23"/>
              <p:cNvGrpSpPr/>
              <p:nvPr/>
            </p:nvGrpSpPr>
            <p:grpSpPr>
              <a:xfrm rot="10800000">
                <a:off x="1700151" y="5032693"/>
                <a:ext cx="161977" cy="161940"/>
                <a:chOff x="1101075" y="2142375"/>
                <a:chExt cx="439200" cy="439100"/>
              </a:xfrm>
            </p:grpSpPr>
            <p:sp>
              <p:nvSpPr>
                <p:cNvPr id="1042" name="Google Shape;1042;p23"/>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23"/>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44" name="Google Shape;1044;p23"/>
            <p:cNvSpPr/>
            <p:nvPr/>
          </p:nvSpPr>
          <p:spPr>
            <a:xfrm rot="-5400000">
              <a:off x="362395" y="3696219"/>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45" name="Google Shape;1045;p23"/>
            <p:cNvGrpSpPr/>
            <p:nvPr/>
          </p:nvGrpSpPr>
          <p:grpSpPr>
            <a:xfrm>
              <a:off x="-1143750" y="4741576"/>
              <a:ext cx="4558967" cy="134100"/>
              <a:chOff x="796100" y="3019701"/>
              <a:chExt cx="4558967" cy="134100"/>
            </a:xfrm>
          </p:grpSpPr>
          <p:sp>
            <p:nvSpPr>
              <p:cNvPr id="1046" name="Google Shape;1046;p23"/>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47" name="Google Shape;1047;p23"/>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048" name="Google Shape;1048;p23"/>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6">
    <p:spTree>
      <p:nvGrpSpPr>
        <p:cNvPr id="1049" name="Shape 1049"/>
        <p:cNvGrpSpPr/>
        <p:nvPr/>
      </p:nvGrpSpPr>
      <p:grpSpPr>
        <a:xfrm>
          <a:off x="0" y="0"/>
          <a:ext cx="0" cy="0"/>
          <a:chOff x="0" y="0"/>
          <a:chExt cx="0" cy="0"/>
        </a:xfrm>
      </p:grpSpPr>
      <p:grpSp>
        <p:nvGrpSpPr>
          <p:cNvPr id="1050" name="Google Shape;1050;p24"/>
          <p:cNvGrpSpPr/>
          <p:nvPr/>
        </p:nvGrpSpPr>
        <p:grpSpPr>
          <a:xfrm>
            <a:off x="7059553" y="-2136808"/>
            <a:ext cx="4192757" cy="4558967"/>
            <a:chOff x="6983353" y="-2136808"/>
            <a:chExt cx="4192757" cy="4558967"/>
          </a:xfrm>
        </p:grpSpPr>
        <p:grpSp>
          <p:nvGrpSpPr>
            <p:cNvPr id="1051" name="Google Shape;1051;p24"/>
            <p:cNvGrpSpPr/>
            <p:nvPr/>
          </p:nvGrpSpPr>
          <p:grpSpPr>
            <a:xfrm rot="-509296">
              <a:off x="7187207" y="-982000"/>
              <a:ext cx="3785049" cy="3043008"/>
              <a:chOff x="7103825" y="-713112"/>
              <a:chExt cx="3785226" cy="3043150"/>
            </a:xfrm>
          </p:grpSpPr>
          <p:sp>
            <p:nvSpPr>
              <p:cNvPr id="1052" name="Google Shape;1052;p24"/>
              <p:cNvSpPr/>
              <p:nvPr/>
            </p:nvSpPr>
            <p:spPr>
              <a:xfrm rot="-3600017">
                <a:off x="7761095" y="-21"/>
                <a:ext cx="2152450" cy="1864030"/>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53" name="Google Shape;1053;p24"/>
              <p:cNvPicPr preferRelativeResize="0"/>
              <p:nvPr/>
            </p:nvPicPr>
            <p:blipFill rotWithShape="1">
              <a:blip r:embed="rId2">
                <a:alphaModFix/>
              </a:blip>
              <a:srcRect b="17664" l="0" r="0" t="17657"/>
              <a:stretch/>
            </p:blipFill>
            <p:spPr>
              <a:xfrm>
                <a:off x="7103825" y="-713112"/>
                <a:ext cx="3785226" cy="2888974"/>
              </a:xfrm>
              <a:prstGeom prst="rect">
                <a:avLst/>
              </a:prstGeom>
              <a:noFill/>
              <a:ln>
                <a:noFill/>
              </a:ln>
            </p:spPr>
          </p:pic>
        </p:grpSp>
        <p:grpSp>
          <p:nvGrpSpPr>
            <p:cNvPr id="1054" name="Google Shape;1054;p24"/>
            <p:cNvGrpSpPr/>
            <p:nvPr/>
          </p:nvGrpSpPr>
          <p:grpSpPr>
            <a:xfrm rot="5400000">
              <a:off x="6489450" y="75626"/>
              <a:ext cx="4558967" cy="134100"/>
              <a:chOff x="796100" y="3019701"/>
              <a:chExt cx="4558967" cy="134100"/>
            </a:xfrm>
          </p:grpSpPr>
          <p:sp>
            <p:nvSpPr>
              <p:cNvPr id="1055" name="Google Shape;1055;p24"/>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056" name="Google Shape;1056;p24"/>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057" name="Google Shape;1057;p24"/>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058" name="Google Shape;1058;p24"/>
          <p:cNvSpPr txBox="1"/>
          <p:nvPr>
            <p:ph idx="1" type="subTitle"/>
          </p:nvPr>
        </p:nvSpPr>
        <p:spPr>
          <a:xfrm>
            <a:off x="720000" y="26499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059" name="Google Shape;1059;p24"/>
          <p:cNvSpPr txBox="1"/>
          <p:nvPr>
            <p:ph idx="2" type="subTitle"/>
          </p:nvPr>
        </p:nvSpPr>
        <p:spPr>
          <a:xfrm>
            <a:off x="3584484" y="26499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060" name="Google Shape;1060;p24"/>
          <p:cNvSpPr txBox="1"/>
          <p:nvPr>
            <p:ph idx="3" type="subTitle"/>
          </p:nvPr>
        </p:nvSpPr>
        <p:spPr>
          <a:xfrm>
            <a:off x="6448975" y="26499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061" name="Google Shape;1061;p2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062" name="Google Shape;1062;p24"/>
          <p:cNvSpPr txBox="1"/>
          <p:nvPr>
            <p:ph idx="4" type="subTitle"/>
          </p:nvPr>
        </p:nvSpPr>
        <p:spPr>
          <a:xfrm>
            <a:off x="720000" y="23238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063" name="Google Shape;1063;p24"/>
          <p:cNvSpPr txBox="1"/>
          <p:nvPr>
            <p:ph idx="5" type="subTitle"/>
          </p:nvPr>
        </p:nvSpPr>
        <p:spPr>
          <a:xfrm>
            <a:off x="3584483" y="23238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064" name="Google Shape;1064;p24"/>
          <p:cNvSpPr txBox="1"/>
          <p:nvPr>
            <p:ph idx="6" type="subTitle"/>
          </p:nvPr>
        </p:nvSpPr>
        <p:spPr>
          <a:xfrm>
            <a:off x="6448972" y="23238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065" name="Google Shape;1065;p24"/>
          <p:cNvGrpSpPr/>
          <p:nvPr/>
        </p:nvGrpSpPr>
        <p:grpSpPr>
          <a:xfrm>
            <a:off x="6067575" y="2796625"/>
            <a:ext cx="4006263" cy="4771152"/>
            <a:chOff x="5915175" y="2339425"/>
            <a:chExt cx="4006263" cy="4771152"/>
          </a:xfrm>
        </p:grpSpPr>
        <p:sp>
          <p:nvSpPr>
            <p:cNvPr id="1066" name="Google Shape;1066;p24"/>
            <p:cNvSpPr/>
            <p:nvPr/>
          </p:nvSpPr>
          <p:spPr>
            <a:xfrm>
              <a:off x="5915175" y="236128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7" name="Google Shape;1067;p24"/>
            <p:cNvSpPr/>
            <p:nvPr/>
          </p:nvSpPr>
          <p:spPr>
            <a:xfrm>
              <a:off x="6873793" y="233942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68" name="Google Shape;1068;p24"/>
            <p:cNvGrpSpPr/>
            <p:nvPr/>
          </p:nvGrpSpPr>
          <p:grpSpPr>
            <a:xfrm>
              <a:off x="7520550" y="4608575"/>
              <a:ext cx="582050" cy="582425"/>
              <a:chOff x="959750" y="3039275"/>
              <a:chExt cx="582050" cy="582425"/>
            </a:xfrm>
          </p:grpSpPr>
          <p:sp>
            <p:nvSpPr>
              <p:cNvPr id="1069" name="Google Shape;1069;p24"/>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0" name="Google Shape;1070;p24"/>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1" name="Google Shape;1071;p24"/>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24"/>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24"/>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4" name="Google Shape;1074;p24"/>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5" name="Google Shape;1075;p24"/>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76" name="Google Shape;1076;p24"/>
            <p:cNvGrpSpPr/>
            <p:nvPr/>
          </p:nvGrpSpPr>
          <p:grpSpPr>
            <a:xfrm>
              <a:off x="8484675" y="3658275"/>
              <a:ext cx="582050" cy="582425"/>
              <a:chOff x="959750" y="3039275"/>
              <a:chExt cx="582050" cy="582425"/>
            </a:xfrm>
          </p:grpSpPr>
          <p:sp>
            <p:nvSpPr>
              <p:cNvPr id="1077" name="Google Shape;1077;p24"/>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8" name="Google Shape;1078;p24"/>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9" name="Google Shape;1079;p24"/>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0" name="Google Shape;1080;p24"/>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1" name="Google Shape;1081;p24"/>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2" name="Google Shape;1082;p24"/>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3" name="Google Shape;1083;p24"/>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84" name="Google Shape;1084;p24"/>
          <p:cNvGrpSpPr/>
          <p:nvPr/>
        </p:nvGrpSpPr>
        <p:grpSpPr>
          <a:xfrm>
            <a:off x="-235366" y="3828554"/>
            <a:ext cx="5249359" cy="2992224"/>
            <a:chOff x="-258616" y="3430829"/>
            <a:chExt cx="5249359" cy="2992224"/>
          </a:xfrm>
        </p:grpSpPr>
        <p:pic>
          <p:nvPicPr>
            <p:cNvPr id="1085" name="Google Shape;1085;p24"/>
            <p:cNvPicPr preferRelativeResize="0"/>
            <p:nvPr/>
          </p:nvPicPr>
          <p:blipFill rotWithShape="1">
            <a:blip r:embed="rId3">
              <a:alphaModFix/>
            </a:blip>
            <a:srcRect b="26177" l="16960" r="7121" t="24719"/>
            <a:stretch/>
          </p:blipFill>
          <p:spPr>
            <a:xfrm>
              <a:off x="1070243" y="3430829"/>
              <a:ext cx="3920501" cy="2992224"/>
            </a:xfrm>
            <a:prstGeom prst="rect">
              <a:avLst/>
            </a:prstGeom>
            <a:noFill/>
            <a:ln>
              <a:noFill/>
            </a:ln>
          </p:spPr>
        </p:pic>
        <p:sp>
          <p:nvSpPr>
            <p:cNvPr id="1086" name="Google Shape;1086;p24"/>
            <p:cNvSpPr/>
            <p:nvPr/>
          </p:nvSpPr>
          <p:spPr>
            <a:xfrm>
              <a:off x="363250" y="46677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24"/>
            <p:cNvSpPr/>
            <p:nvPr/>
          </p:nvSpPr>
          <p:spPr>
            <a:xfrm>
              <a:off x="941424" y="47243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24"/>
            <p:cNvSpPr/>
            <p:nvPr/>
          </p:nvSpPr>
          <p:spPr>
            <a:xfrm>
              <a:off x="820562" y="49581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9" name="Google Shape;1089;p24"/>
            <p:cNvSpPr/>
            <p:nvPr/>
          </p:nvSpPr>
          <p:spPr>
            <a:xfrm>
              <a:off x="1299000" y="4608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0" name="Google Shape;1090;p24"/>
            <p:cNvSpPr/>
            <p:nvPr/>
          </p:nvSpPr>
          <p:spPr>
            <a:xfrm rot="5400000">
              <a:off x="447539" y="31337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091" name="Google Shape;1091;p24"/>
            <p:cNvGrpSpPr/>
            <p:nvPr/>
          </p:nvGrpSpPr>
          <p:grpSpPr>
            <a:xfrm>
              <a:off x="736485" y="4387072"/>
              <a:ext cx="161977" cy="161940"/>
              <a:chOff x="1101075" y="2142375"/>
              <a:chExt cx="439200" cy="439100"/>
            </a:xfrm>
          </p:grpSpPr>
          <p:sp>
            <p:nvSpPr>
              <p:cNvPr id="1092" name="Google Shape;1092;p24"/>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24"/>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094" name="Google Shape;1094;p24"/>
            <p:cNvGrpSpPr/>
            <p:nvPr/>
          </p:nvGrpSpPr>
          <p:grpSpPr>
            <a:xfrm rot="10800000">
              <a:off x="2118901" y="4805293"/>
              <a:ext cx="161977" cy="161940"/>
              <a:chOff x="1101075" y="2142375"/>
              <a:chExt cx="439200" cy="439100"/>
            </a:xfrm>
          </p:grpSpPr>
          <p:sp>
            <p:nvSpPr>
              <p:cNvPr id="1095" name="Google Shape;1095;p24"/>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6" name="Google Shape;1096;p24"/>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097" name="Google Shape;1097;p24"/>
          <p:cNvGrpSpPr/>
          <p:nvPr/>
        </p:nvGrpSpPr>
        <p:grpSpPr>
          <a:xfrm>
            <a:off x="-515563" y="-797996"/>
            <a:ext cx="1433417" cy="2584783"/>
            <a:chOff x="-363163" y="-645596"/>
            <a:chExt cx="1433417" cy="2584783"/>
          </a:xfrm>
        </p:grpSpPr>
        <p:grpSp>
          <p:nvGrpSpPr>
            <p:cNvPr id="1098" name="Google Shape;1098;p24"/>
            <p:cNvGrpSpPr/>
            <p:nvPr/>
          </p:nvGrpSpPr>
          <p:grpSpPr>
            <a:xfrm rot="10800000">
              <a:off x="-64595" y="-645596"/>
              <a:ext cx="1134849" cy="2370191"/>
              <a:chOff x="-575575" y="3685599"/>
              <a:chExt cx="1421048" cy="2967932"/>
            </a:xfrm>
          </p:grpSpPr>
          <p:sp>
            <p:nvSpPr>
              <p:cNvPr id="1099" name="Google Shape;1099;p24"/>
              <p:cNvSpPr/>
              <p:nvPr/>
            </p:nvSpPr>
            <p:spPr>
              <a:xfrm>
                <a:off x="-575575" y="3685599"/>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0" name="Google Shape;1100;p24"/>
              <p:cNvSpPr/>
              <p:nvPr/>
            </p:nvSpPr>
            <p:spPr>
              <a:xfrm rot="10800000">
                <a:off x="-575573" y="3820175"/>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101" name="Google Shape;1101;p24"/>
            <p:cNvSpPr/>
            <p:nvPr/>
          </p:nvSpPr>
          <p:spPr>
            <a:xfrm>
              <a:off x="0" y="36165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2" name="Google Shape;1102;p24"/>
            <p:cNvSpPr/>
            <p:nvPr/>
          </p:nvSpPr>
          <p:spPr>
            <a:xfrm>
              <a:off x="131225" y="0"/>
              <a:ext cx="581991" cy="575861"/>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03" name="Google Shape;1103;p24"/>
            <p:cNvGrpSpPr/>
            <p:nvPr/>
          </p:nvGrpSpPr>
          <p:grpSpPr>
            <a:xfrm flipH="1" rot="-2700000">
              <a:off x="-216370" y="1084101"/>
              <a:ext cx="708093" cy="708493"/>
              <a:chOff x="3678700" y="407275"/>
              <a:chExt cx="708100" cy="708500"/>
            </a:xfrm>
          </p:grpSpPr>
          <p:sp>
            <p:nvSpPr>
              <p:cNvPr id="1104" name="Google Shape;1104;p24"/>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24"/>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6" name="Google Shape;1106;p24"/>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7" name="Google Shape;1107;p24"/>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8" name="Google Shape;1108;p24"/>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24"/>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24"/>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6_1">
    <p:spTree>
      <p:nvGrpSpPr>
        <p:cNvPr id="1111" name="Shape 1111"/>
        <p:cNvGrpSpPr/>
        <p:nvPr/>
      </p:nvGrpSpPr>
      <p:grpSpPr>
        <a:xfrm>
          <a:off x="0" y="0"/>
          <a:ext cx="0" cy="0"/>
          <a:chOff x="0" y="0"/>
          <a:chExt cx="0" cy="0"/>
        </a:xfrm>
      </p:grpSpPr>
      <p:sp>
        <p:nvSpPr>
          <p:cNvPr id="1112" name="Google Shape;1112;p25"/>
          <p:cNvSpPr txBox="1"/>
          <p:nvPr>
            <p:ph idx="1" type="subTitle"/>
          </p:nvPr>
        </p:nvSpPr>
        <p:spPr>
          <a:xfrm>
            <a:off x="720000" y="35204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13" name="Google Shape;1113;p25"/>
          <p:cNvSpPr txBox="1"/>
          <p:nvPr>
            <p:ph idx="2" type="subTitle"/>
          </p:nvPr>
        </p:nvSpPr>
        <p:spPr>
          <a:xfrm>
            <a:off x="3584484" y="35204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14" name="Google Shape;1114;p25"/>
          <p:cNvSpPr txBox="1"/>
          <p:nvPr>
            <p:ph idx="3" type="subTitle"/>
          </p:nvPr>
        </p:nvSpPr>
        <p:spPr>
          <a:xfrm>
            <a:off x="6448975" y="3520475"/>
            <a:ext cx="1981800" cy="10881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15" name="Google Shape;1115;p2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16" name="Google Shape;1116;p25"/>
          <p:cNvSpPr txBox="1"/>
          <p:nvPr>
            <p:ph idx="4" type="subTitle"/>
          </p:nvPr>
        </p:nvSpPr>
        <p:spPr>
          <a:xfrm>
            <a:off x="720000" y="31943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17" name="Google Shape;1117;p25"/>
          <p:cNvSpPr txBox="1"/>
          <p:nvPr>
            <p:ph idx="5" type="subTitle"/>
          </p:nvPr>
        </p:nvSpPr>
        <p:spPr>
          <a:xfrm>
            <a:off x="3584483" y="31943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18" name="Google Shape;1118;p25"/>
          <p:cNvSpPr txBox="1"/>
          <p:nvPr>
            <p:ph idx="6" type="subTitle"/>
          </p:nvPr>
        </p:nvSpPr>
        <p:spPr>
          <a:xfrm>
            <a:off x="6448972" y="3194375"/>
            <a:ext cx="19818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19" name="Google Shape;1119;p25"/>
          <p:cNvSpPr/>
          <p:nvPr>
            <p:ph idx="7" type="pic"/>
          </p:nvPr>
        </p:nvSpPr>
        <p:spPr>
          <a:xfrm>
            <a:off x="720000" y="1236800"/>
            <a:ext cx="1981800" cy="1662300"/>
          </a:xfrm>
          <a:prstGeom prst="snip1Rect">
            <a:avLst>
              <a:gd fmla="val 16667" name="adj"/>
            </a:avLst>
          </a:prstGeom>
          <a:noFill/>
          <a:ln>
            <a:noFill/>
          </a:ln>
        </p:spPr>
      </p:sp>
      <p:sp>
        <p:nvSpPr>
          <p:cNvPr id="1120" name="Google Shape;1120;p25"/>
          <p:cNvSpPr/>
          <p:nvPr>
            <p:ph idx="8" type="pic"/>
          </p:nvPr>
        </p:nvSpPr>
        <p:spPr>
          <a:xfrm>
            <a:off x="3584475" y="1236800"/>
            <a:ext cx="1981800" cy="1662300"/>
          </a:xfrm>
          <a:prstGeom prst="snip1Rect">
            <a:avLst>
              <a:gd fmla="val 16667" name="adj"/>
            </a:avLst>
          </a:prstGeom>
          <a:noFill/>
          <a:ln>
            <a:noFill/>
          </a:ln>
        </p:spPr>
      </p:sp>
      <p:sp>
        <p:nvSpPr>
          <p:cNvPr id="1121" name="Google Shape;1121;p25"/>
          <p:cNvSpPr/>
          <p:nvPr>
            <p:ph idx="9" type="pic"/>
          </p:nvPr>
        </p:nvSpPr>
        <p:spPr>
          <a:xfrm>
            <a:off x="6448950" y="1236800"/>
            <a:ext cx="1981800" cy="1662300"/>
          </a:xfrm>
          <a:prstGeom prst="snip1Rect">
            <a:avLst>
              <a:gd fmla="val 16667" name="adj"/>
            </a:avLst>
          </a:prstGeom>
          <a:noFill/>
          <a:ln>
            <a:noFill/>
          </a:ln>
        </p:spPr>
      </p:sp>
      <p:grpSp>
        <p:nvGrpSpPr>
          <p:cNvPr id="1122" name="Google Shape;1122;p25"/>
          <p:cNvGrpSpPr/>
          <p:nvPr/>
        </p:nvGrpSpPr>
        <p:grpSpPr>
          <a:xfrm>
            <a:off x="-928041" y="3925887"/>
            <a:ext cx="2833357" cy="1517787"/>
            <a:chOff x="-623241" y="3849687"/>
            <a:chExt cx="2833357" cy="1517787"/>
          </a:xfrm>
        </p:grpSpPr>
        <p:grpSp>
          <p:nvGrpSpPr>
            <p:cNvPr id="1123" name="Google Shape;1123;p25"/>
            <p:cNvGrpSpPr/>
            <p:nvPr/>
          </p:nvGrpSpPr>
          <p:grpSpPr>
            <a:xfrm rot="5400000">
              <a:off x="-879113" y="4155104"/>
              <a:ext cx="1517787" cy="906953"/>
              <a:chOff x="-55500" y="4835979"/>
              <a:chExt cx="1517787" cy="906953"/>
            </a:xfrm>
          </p:grpSpPr>
          <p:sp>
            <p:nvSpPr>
              <p:cNvPr id="1124" name="Google Shape;1124;p25"/>
              <p:cNvSpPr/>
              <p:nvPr/>
            </p:nvSpPr>
            <p:spPr>
              <a:xfrm>
                <a:off x="-55500" y="48951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5" name="Google Shape;1125;p25"/>
              <p:cNvSpPr/>
              <p:nvPr/>
            </p:nvSpPr>
            <p:spPr>
              <a:xfrm>
                <a:off x="522674" y="49517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6" name="Google Shape;1126;p25"/>
              <p:cNvSpPr/>
              <p:nvPr/>
            </p:nvSpPr>
            <p:spPr>
              <a:xfrm>
                <a:off x="401812" y="5185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7" name="Google Shape;1127;p25"/>
              <p:cNvSpPr/>
              <p:nvPr/>
            </p:nvSpPr>
            <p:spPr>
              <a:xfrm>
                <a:off x="880250" y="48359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28" name="Google Shape;1128;p25"/>
            <p:cNvGrpSpPr/>
            <p:nvPr/>
          </p:nvGrpSpPr>
          <p:grpSpPr>
            <a:xfrm>
              <a:off x="-623241" y="3946426"/>
              <a:ext cx="2833357" cy="1421047"/>
              <a:chOff x="-677366" y="4067276"/>
              <a:chExt cx="2833357" cy="1421047"/>
            </a:xfrm>
          </p:grpSpPr>
          <p:sp>
            <p:nvSpPr>
              <p:cNvPr id="1129" name="Google Shape;1129;p25"/>
              <p:cNvSpPr/>
              <p:nvPr/>
            </p:nvSpPr>
            <p:spPr>
              <a:xfrm rot="5400000">
                <a:off x="28789" y="33611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30" name="Google Shape;1130;p25"/>
              <p:cNvGrpSpPr/>
              <p:nvPr/>
            </p:nvGrpSpPr>
            <p:grpSpPr>
              <a:xfrm>
                <a:off x="317735" y="4614472"/>
                <a:ext cx="161977" cy="161940"/>
                <a:chOff x="1101075" y="2142375"/>
                <a:chExt cx="439200" cy="439100"/>
              </a:xfrm>
            </p:grpSpPr>
            <p:sp>
              <p:nvSpPr>
                <p:cNvPr id="1131" name="Google Shape;1131;p2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2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3" name="Google Shape;1133;p25"/>
              <p:cNvGrpSpPr/>
              <p:nvPr/>
            </p:nvGrpSpPr>
            <p:grpSpPr>
              <a:xfrm rot="10800000">
                <a:off x="1700151" y="5032693"/>
                <a:ext cx="161977" cy="161940"/>
                <a:chOff x="1101075" y="2142375"/>
                <a:chExt cx="439200" cy="439100"/>
              </a:xfrm>
            </p:grpSpPr>
            <p:sp>
              <p:nvSpPr>
                <p:cNvPr id="1134" name="Google Shape;1134;p2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5" name="Google Shape;1135;p2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136" name="Google Shape;1136;p25"/>
            <p:cNvSpPr/>
            <p:nvPr/>
          </p:nvSpPr>
          <p:spPr>
            <a:xfrm rot="-5400000">
              <a:off x="289120" y="3696219"/>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37" name="Google Shape;1137;p25"/>
          <p:cNvGrpSpPr/>
          <p:nvPr/>
        </p:nvGrpSpPr>
        <p:grpSpPr>
          <a:xfrm>
            <a:off x="6400125" y="-1754449"/>
            <a:ext cx="4189199" cy="3065874"/>
            <a:chOff x="6171525" y="-1678249"/>
            <a:chExt cx="4189199" cy="3065874"/>
          </a:xfrm>
        </p:grpSpPr>
        <p:sp>
          <p:nvSpPr>
            <p:cNvPr id="1138" name="Google Shape;1138;p25"/>
            <p:cNvSpPr/>
            <p:nvPr/>
          </p:nvSpPr>
          <p:spPr>
            <a:xfrm rot="-5400000">
              <a:off x="6808863" y="-808395"/>
              <a:ext cx="1558682"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39" name="Google Shape;1139;p25"/>
            <p:cNvPicPr preferRelativeResize="0"/>
            <p:nvPr/>
          </p:nvPicPr>
          <p:blipFill rotWithShape="1">
            <a:blip r:embed="rId2">
              <a:alphaModFix/>
            </a:blip>
            <a:srcRect b="26177" l="16960" r="7121" t="24719"/>
            <a:stretch/>
          </p:blipFill>
          <p:spPr>
            <a:xfrm>
              <a:off x="6587425" y="-1678249"/>
              <a:ext cx="3773299" cy="2879876"/>
            </a:xfrm>
            <a:prstGeom prst="rect">
              <a:avLst/>
            </a:prstGeom>
            <a:noFill/>
            <a:ln>
              <a:noFill/>
            </a:ln>
          </p:spPr>
        </p:pic>
        <p:sp>
          <p:nvSpPr>
            <p:cNvPr id="1140" name="Google Shape;1140;p25"/>
            <p:cNvSpPr/>
            <p:nvPr/>
          </p:nvSpPr>
          <p:spPr>
            <a:xfrm>
              <a:off x="8292929" y="-80469"/>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41" name="Google Shape;1141;p25"/>
            <p:cNvGrpSpPr/>
            <p:nvPr/>
          </p:nvGrpSpPr>
          <p:grpSpPr>
            <a:xfrm rot="-2700000">
              <a:off x="8302147" y="61289"/>
              <a:ext cx="582044" cy="582419"/>
              <a:chOff x="959750" y="3039275"/>
              <a:chExt cx="582050" cy="582425"/>
            </a:xfrm>
          </p:grpSpPr>
          <p:sp>
            <p:nvSpPr>
              <p:cNvPr id="1142" name="Google Shape;1142;p2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3" name="Google Shape;1143;p2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4" name="Google Shape;1144;p2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5" name="Google Shape;1145;p2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6" name="Google Shape;1146;p2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2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2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49" name="Google Shape;1149;p25"/>
            <p:cNvGrpSpPr/>
            <p:nvPr/>
          </p:nvGrpSpPr>
          <p:grpSpPr>
            <a:xfrm rot="-2700000">
              <a:off x="8551447" y="61289"/>
              <a:ext cx="582044" cy="582419"/>
              <a:chOff x="959750" y="3039275"/>
              <a:chExt cx="582050" cy="582425"/>
            </a:xfrm>
          </p:grpSpPr>
          <p:sp>
            <p:nvSpPr>
              <p:cNvPr id="1150" name="Google Shape;1150;p25"/>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1" name="Google Shape;1151;p25"/>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2" name="Google Shape;1152;p25"/>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25"/>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25"/>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p25"/>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6" name="Google Shape;1156;p25"/>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157" name="Google Shape;1157;p25"/>
          <p:cNvGrpSpPr/>
          <p:nvPr/>
        </p:nvGrpSpPr>
        <p:grpSpPr>
          <a:xfrm rot="2700000">
            <a:off x="8945322" y="2352177"/>
            <a:ext cx="439196" cy="439096"/>
            <a:chOff x="1101075" y="2142375"/>
            <a:chExt cx="439200" cy="439100"/>
          </a:xfrm>
        </p:grpSpPr>
        <p:sp>
          <p:nvSpPr>
            <p:cNvPr id="1158" name="Google Shape;1158;p25"/>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25"/>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60" name="Google Shape;1160;p25"/>
          <p:cNvGrpSpPr/>
          <p:nvPr/>
        </p:nvGrpSpPr>
        <p:grpSpPr>
          <a:xfrm rot="10800000">
            <a:off x="4995775" y="180626"/>
            <a:ext cx="4558967" cy="134100"/>
            <a:chOff x="796100" y="3019701"/>
            <a:chExt cx="4558967" cy="134100"/>
          </a:xfrm>
        </p:grpSpPr>
        <p:sp>
          <p:nvSpPr>
            <p:cNvPr id="1161" name="Google Shape;1161;p25"/>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162" name="Google Shape;1162;p25"/>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163" name="Google Shape;1163;p25"/>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1164" name="Shape 1164"/>
        <p:cNvGrpSpPr/>
        <p:nvPr/>
      </p:nvGrpSpPr>
      <p:grpSpPr>
        <a:xfrm>
          <a:off x="0" y="0"/>
          <a:ext cx="0" cy="0"/>
          <a:chOff x="0" y="0"/>
          <a:chExt cx="0" cy="0"/>
        </a:xfrm>
      </p:grpSpPr>
      <p:sp>
        <p:nvSpPr>
          <p:cNvPr id="1165" name="Google Shape;1165;p26"/>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6" name="Google Shape;1166;p26"/>
          <p:cNvSpPr txBox="1"/>
          <p:nvPr>
            <p:ph idx="1" type="subTitle"/>
          </p:nvPr>
        </p:nvSpPr>
        <p:spPr>
          <a:xfrm>
            <a:off x="1804750" y="1935218"/>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67" name="Google Shape;1167;p26"/>
          <p:cNvSpPr txBox="1"/>
          <p:nvPr>
            <p:ph idx="2" type="subTitle"/>
          </p:nvPr>
        </p:nvSpPr>
        <p:spPr>
          <a:xfrm>
            <a:off x="5237152" y="1935218"/>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68" name="Google Shape;1168;p26"/>
          <p:cNvSpPr txBox="1"/>
          <p:nvPr>
            <p:ph idx="3" type="subTitle"/>
          </p:nvPr>
        </p:nvSpPr>
        <p:spPr>
          <a:xfrm>
            <a:off x="1804750" y="3561374"/>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69" name="Google Shape;1169;p26"/>
          <p:cNvSpPr txBox="1"/>
          <p:nvPr>
            <p:ph idx="4" type="subTitle"/>
          </p:nvPr>
        </p:nvSpPr>
        <p:spPr>
          <a:xfrm>
            <a:off x="5237152" y="3561374"/>
            <a:ext cx="2102100" cy="6654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170" name="Google Shape;1170;p26"/>
          <p:cNvSpPr txBox="1"/>
          <p:nvPr>
            <p:ph idx="5" type="subTitle"/>
          </p:nvPr>
        </p:nvSpPr>
        <p:spPr>
          <a:xfrm>
            <a:off x="1804750" y="1605775"/>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71" name="Google Shape;1171;p26"/>
          <p:cNvSpPr txBox="1"/>
          <p:nvPr>
            <p:ph idx="6" type="subTitle"/>
          </p:nvPr>
        </p:nvSpPr>
        <p:spPr>
          <a:xfrm>
            <a:off x="5237150" y="1605775"/>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72" name="Google Shape;1172;p26"/>
          <p:cNvSpPr txBox="1"/>
          <p:nvPr>
            <p:ph idx="7" type="subTitle"/>
          </p:nvPr>
        </p:nvSpPr>
        <p:spPr>
          <a:xfrm>
            <a:off x="1804750" y="3231981"/>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173" name="Google Shape;1173;p26"/>
          <p:cNvSpPr txBox="1"/>
          <p:nvPr>
            <p:ph idx="8" type="subTitle"/>
          </p:nvPr>
        </p:nvSpPr>
        <p:spPr>
          <a:xfrm>
            <a:off x="5237150" y="3231981"/>
            <a:ext cx="2102100" cy="4056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174" name="Google Shape;1174;p26"/>
          <p:cNvGrpSpPr/>
          <p:nvPr/>
        </p:nvGrpSpPr>
        <p:grpSpPr>
          <a:xfrm>
            <a:off x="-2902027" y="1271890"/>
            <a:ext cx="6191222" cy="6191222"/>
            <a:chOff x="-2825827" y="1271890"/>
            <a:chExt cx="6191222" cy="6191222"/>
          </a:xfrm>
        </p:grpSpPr>
        <p:pic>
          <p:nvPicPr>
            <p:cNvPr id="1175" name="Google Shape;1175;p26"/>
            <p:cNvPicPr preferRelativeResize="0"/>
            <p:nvPr/>
          </p:nvPicPr>
          <p:blipFill rotWithShape="1">
            <a:blip r:embed="rId2">
              <a:alphaModFix/>
            </a:blip>
            <a:srcRect b="26177" l="16960" r="7121" t="24719"/>
            <a:stretch/>
          </p:blipFill>
          <p:spPr>
            <a:xfrm>
              <a:off x="-680950" y="3866725"/>
              <a:ext cx="2441950" cy="1863749"/>
            </a:xfrm>
            <a:prstGeom prst="rect">
              <a:avLst/>
            </a:prstGeom>
            <a:noFill/>
            <a:ln>
              <a:noFill/>
            </a:ln>
          </p:spPr>
        </p:pic>
        <p:grpSp>
          <p:nvGrpSpPr>
            <p:cNvPr id="1176" name="Google Shape;1176;p26"/>
            <p:cNvGrpSpPr/>
            <p:nvPr/>
          </p:nvGrpSpPr>
          <p:grpSpPr>
            <a:xfrm>
              <a:off x="-2825827" y="1271890"/>
              <a:ext cx="6191222" cy="6191222"/>
              <a:chOff x="-2825827" y="1271890"/>
              <a:chExt cx="6191222" cy="6191222"/>
            </a:xfrm>
          </p:grpSpPr>
          <p:sp>
            <p:nvSpPr>
              <p:cNvPr id="1177" name="Google Shape;1177;p26"/>
              <p:cNvSpPr/>
              <p:nvPr/>
            </p:nvSpPr>
            <p:spPr>
              <a:xfrm flipH="1" rot="2700000">
                <a:off x="-1733384" y="1992813"/>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26"/>
              <p:cNvSpPr/>
              <p:nvPr/>
            </p:nvSpPr>
            <p:spPr>
              <a:xfrm flipH="1" rot="2700000">
                <a:off x="-1192832" y="2500186"/>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79" name="Google Shape;1179;p26"/>
              <p:cNvGrpSpPr/>
              <p:nvPr/>
            </p:nvGrpSpPr>
            <p:grpSpPr>
              <a:xfrm rot="10800000">
                <a:off x="384881" y="3042905"/>
                <a:ext cx="134100" cy="134100"/>
                <a:chOff x="-1999139" y="3143772"/>
                <a:chExt cx="134100" cy="134100"/>
              </a:xfrm>
            </p:grpSpPr>
            <p:sp>
              <p:nvSpPr>
                <p:cNvPr id="1180" name="Google Shape;1180;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1" name="Google Shape;1181;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2" name="Google Shape;1182;p26"/>
              <p:cNvGrpSpPr/>
              <p:nvPr/>
            </p:nvGrpSpPr>
            <p:grpSpPr>
              <a:xfrm rot="10800000">
                <a:off x="146106" y="3710980"/>
                <a:ext cx="134100" cy="134100"/>
                <a:chOff x="-1999139" y="3143772"/>
                <a:chExt cx="134100" cy="134100"/>
              </a:xfrm>
            </p:grpSpPr>
            <p:sp>
              <p:nvSpPr>
                <p:cNvPr id="1183" name="Google Shape;1183;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85" name="Google Shape;1185;p26"/>
              <p:cNvGrpSpPr/>
              <p:nvPr/>
            </p:nvGrpSpPr>
            <p:grpSpPr>
              <a:xfrm>
                <a:off x="-102297" y="3780153"/>
                <a:ext cx="939901" cy="2449421"/>
                <a:chOff x="-102297" y="3780153"/>
                <a:chExt cx="939901" cy="2449421"/>
              </a:xfrm>
            </p:grpSpPr>
            <p:sp>
              <p:nvSpPr>
                <p:cNvPr id="1186" name="Google Shape;1186;p26"/>
                <p:cNvSpPr/>
                <p:nvPr/>
              </p:nvSpPr>
              <p:spPr>
                <a:xfrm rot="10800000">
                  <a:off x="260154" y="4254866"/>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7" name="Google Shape;1187;p26"/>
                <p:cNvSpPr/>
                <p:nvPr/>
              </p:nvSpPr>
              <p:spPr>
                <a:xfrm rot="10800000">
                  <a:off x="-102297" y="3780153"/>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88" name="Google Shape;1188;p26"/>
                <p:cNvGrpSpPr/>
                <p:nvPr/>
              </p:nvGrpSpPr>
              <p:grpSpPr>
                <a:xfrm rot="10800000">
                  <a:off x="532825" y="5492502"/>
                  <a:ext cx="134004" cy="134004"/>
                  <a:chOff x="8356813" y="1074288"/>
                  <a:chExt cx="351900" cy="351900"/>
                </a:xfrm>
              </p:grpSpPr>
              <p:sp>
                <p:nvSpPr>
                  <p:cNvPr id="1189" name="Google Shape;1189;p26"/>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0" name="Google Shape;1190;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grpSp>
        <p:nvGrpSpPr>
          <p:cNvPr id="1191" name="Google Shape;1191;p26"/>
          <p:cNvGrpSpPr/>
          <p:nvPr/>
        </p:nvGrpSpPr>
        <p:grpSpPr>
          <a:xfrm>
            <a:off x="5650173" y="-1036475"/>
            <a:ext cx="6191222" cy="6865137"/>
            <a:chOff x="5497773" y="-1036475"/>
            <a:chExt cx="6191222" cy="6865137"/>
          </a:xfrm>
        </p:grpSpPr>
        <p:grpSp>
          <p:nvGrpSpPr>
            <p:cNvPr id="1192" name="Google Shape;1192;p26"/>
            <p:cNvGrpSpPr/>
            <p:nvPr/>
          </p:nvGrpSpPr>
          <p:grpSpPr>
            <a:xfrm>
              <a:off x="5497773" y="-362560"/>
              <a:ext cx="6191222" cy="6191222"/>
              <a:chOff x="5584373" y="-362560"/>
              <a:chExt cx="6191222" cy="6191222"/>
            </a:xfrm>
          </p:grpSpPr>
          <p:grpSp>
            <p:nvGrpSpPr>
              <p:cNvPr id="1193" name="Google Shape;1193;p26"/>
              <p:cNvGrpSpPr/>
              <p:nvPr/>
            </p:nvGrpSpPr>
            <p:grpSpPr>
              <a:xfrm>
                <a:off x="5584373" y="-362560"/>
                <a:ext cx="6191222" cy="6191222"/>
                <a:chOff x="5443673" y="-405860"/>
                <a:chExt cx="6191222" cy="6191222"/>
              </a:xfrm>
            </p:grpSpPr>
            <p:sp>
              <p:nvSpPr>
                <p:cNvPr id="1194" name="Google Shape;1194;p26"/>
                <p:cNvSpPr/>
                <p:nvPr/>
              </p:nvSpPr>
              <p:spPr>
                <a:xfrm flipH="1" rot="-8100000">
                  <a:off x="6536116" y="315063"/>
                  <a:ext cx="4006334" cy="4749375"/>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5" name="Google Shape;1195;p26"/>
                <p:cNvSpPr/>
                <p:nvPr/>
              </p:nvSpPr>
              <p:spPr>
                <a:xfrm flipH="1" rot="-8100000">
                  <a:off x="7076657" y="1499343"/>
                  <a:ext cx="2925242" cy="3057723"/>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6" name="Google Shape;1196;p26"/>
                <p:cNvSpPr/>
                <p:nvPr/>
              </p:nvSpPr>
              <p:spPr>
                <a:xfrm>
                  <a:off x="8301511" y="-335348"/>
                  <a:ext cx="577450" cy="1974708"/>
                </a:xfrm>
                <a:custGeom>
                  <a:rect b="b" l="l" r="r" t="t"/>
                  <a:pathLst>
                    <a:path extrusionOk="0" h="48146" w="14079">
                      <a:moveTo>
                        <a:pt x="13866" y="0"/>
                      </a:moveTo>
                      <a:lnTo>
                        <a:pt x="5867" y="7999"/>
                      </a:lnTo>
                      <a:lnTo>
                        <a:pt x="5836" y="8045"/>
                      </a:lnTo>
                      <a:lnTo>
                        <a:pt x="5836" y="31737"/>
                      </a:lnTo>
                      <a:lnTo>
                        <a:pt x="1" y="37541"/>
                      </a:lnTo>
                      <a:lnTo>
                        <a:pt x="1" y="48146"/>
                      </a:lnTo>
                      <a:lnTo>
                        <a:pt x="306" y="48146"/>
                      </a:lnTo>
                      <a:lnTo>
                        <a:pt x="306" y="37679"/>
                      </a:lnTo>
                      <a:lnTo>
                        <a:pt x="6141" y="31874"/>
                      </a:lnTo>
                      <a:lnTo>
                        <a:pt x="6141" y="8167"/>
                      </a:lnTo>
                      <a:lnTo>
                        <a:pt x="14079" y="229"/>
                      </a:lnTo>
                      <a:lnTo>
                        <a:pt x="13866" y="0"/>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7" name="Google Shape;1197;p26"/>
                <p:cNvSpPr/>
                <p:nvPr/>
              </p:nvSpPr>
              <p:spPr>
                <a:xfrm>
                  <a:off x="8554000" y="27076"/>
                  <a:ext cx="687411" cy="2086997"/>
                </a:xfrm>
                <a:custGeom>
                  <a:rect b="b" l="l" r="r" t="t"/>
                  <a:pathLst>
                    <a:path extrusionOk="0" h="43180" w="16760">
                      <a:moveTo>
                        <a:pt x="16531" y="1"/>
                      </a:moveTo>
                      <a:lnTo>
                        <a:pt x="4403" y="12159"/>
                      </a:lnTo>
                      <a:lnTo>
                        <a:pt x="4342" y="12190"/>
                      </a:lnTo>
                      <a:lnTo>
                        <a:pt x="4342" y="25734"/>
                      </a:lnTo>
                      <a:lnTo>
                        <a:pt x="0" y="30077"/>
                      </a:lnTo>
                      <a:lnTo>
                        <a:pt x="8746" y="38822"/>
                      </a:lnTo>
                      <a:lnTo>
                        <a:pt x="8746" y="43180"/>
                      </a:lnTo>
                      <a:lnTo>
                        <a:pt x="9066" y="43180"/>
                      </a:lnTo>
                      <a:lnTo>
                        <a:pt x="9066" y="38700"/>
                      </a:lnTo>
                      <a:lnTo>
                        <a:pt x="442" y="30077"/>
                      </a:lnTo>
                      <a:lnTo>
                        <a:pt x="4662" y="25872"/>
                      </a:lnTo>
                      <a:lnTo>
                        <a:pt x="4662" y="12327"/>
                      </a:lnTo>
                      <a:lnTo>
                        <a:pt x="16760" y="230"/>
                      </a:lnTo>
                      <a:lnTo>
                        <a:pt x="16531" y="1"/>
                      </a:lnTo>
                      <a:close/>
                    </a:path>
                  </a:pathLst>
                </a:custGeom>
                <a:gradFill>
                  <a:gsLst>
                    <a:gs pos="0">
                      <a:srgbClr val="9900FF">
                        <a:alpha val="46667"/>
                      </a:srgbClr>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98" name="Google Shape;1198;p26"/>
              <p:cNvGrpSpPr/>
              <p:nvPr/>
            </p:nvGrpSpPr>
            <p:grpSpPr>
              <a:xfrm>
                <a:off x="8430786" y="3923547"/>
                <a:ext cx="134100" cy="134100"/>
                <a:chOff x="-1999139" y="3143772"/>
                <a:chExt cx="134100" cy="134100"/>
              </a:xfrm>
            </p:grpSpPr>
            <p:sp>
              <p:nvSpPr>
                <p:cNvPr id="1199" name="Google Shape;1199;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1" name="Google Shape;1201;p26"/>
              <p:cNvGrpSpPr/>
              <p:nvPr/>
            </p:nvGrpSpPr>
            <p:grpSpPr>
              <a:xfrm>
                <a:off x="8669561" y="3255472"/>
                <a:ext cx="134100" cy="134100"/>
                <a:chOff x="-1999139" y="3143772"/>
                <a:chExt cx="134100" cy="134100"/>
              </a:xfrm>
            </p:grpSpPr>
            <p:sp>
              <p:nvSpPr>
                <p:cNvPr id="1202" name="Google Shape;1202;p26"/>
                <p:cNvSpPr/>
                <p:nvPr/>
              </p:nvSpPr>
              <p:spPr>
                <a:xfrm>
                  <a:off x="-1999139" y="3143772"/>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26"/>
                <p:cNvSpPr/>
                <p:nvPr/>
              </p:nvSpPr>
              <p:spPr>
                <a:xfrm>
                  <a:off x="-1980219" y="3162691"/>
                  <a:ext cx="96300" cy="963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04" name="Google Shape;1204;p26"/>
              <p:cNvGrpSpPr/>
              <p:nvPr/>
            </p:nvGrpSpPr>
            <p:grpSpPr>
              <a:xfrm>
                <a:off x="8612986" y="311022"/>
                <a:ext cx="134004" cy="134004"/>
                <a:chOff x="8356813" y="1074288"/>
                <a:chExt cx="351900" cy="351900"/>
              </a:xfrm>
            </p:grpSpPr>
            <p:sp>
              <p:nvSpPr>
                <p:cNvPr id="1205" name="Google Shape;1205;p26"/>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p26"/>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pic>
          <p:nvPicPr>
            <p:cNvPr id="1207" name="Google Shape;1207;p26"/>
            <p:cNvPicPr preferRelativeResize="0"/>
            <p:nvPr/>
          </p:nvPicPr>
          <p:blipFill rotWithShape="1">
            <a:blip r:embed="rId2">
              <a:alphaModFix/>
            </a:blip>
            <a:srcRect b="26177" l="16960" r="7121" t="24719"/>
            <a:stretch/>
          </p:blipFill>
          <p:spPr>
            <a:xfrm>
              <a:off x="6929350" y="-1036475"/>
              <a:ext cx="2441950" cy="1863749"/>
            </a:xfrm>
            <a:prstGeom prst="rect">
              <a:avLst/>
            </a:prstGeom>
            <a:noFill/>
            <a:ln>
              <a:noFill/>
            </a:ln>
          </p:spPr>
        </p:pic>
      </p:grpSp>
      <p:grpSp>
        <p:nvGrpSpPr>
          <p:cNvPr id="1208" name="Google Shape;1208;p26"/>
          <p:cNvGrpSpPr/>
          <p:nvPr/>
        </p:nvGrpSpPr>
        <p:grpSpPr>
          <a:xfrm>
            <a:off x="3983988" y="4933175"/>
            <a:ext cx="667916" cy="439200"/>
            <a:chOff x="3983988" y="4933175"/>
            <a:chExt cx="667916" cy="439200"/>
          </a:xfrm>
        </p:grpSpPr>
        <p:grpSp>
          <p:nvGrpSpPr>
            <p:cNvPr id="1209" name="Google Shape;1209;p26"/>
            <p:cNvGrpSpPr/>
            <p:nvPr/>
          </p:nvGrpSpPr>
          <p:grpSpPr>
            <a:xfrm rot="5400000">
              <a:off x="3983938" y="4933225"/>
              <a:ext cx="439200" cy="439100"/>
              <a:chOff x="1101075" y="2142375"/>
              <a:chExt cx="439200" cy="439100"/>
            </a:xfrm>
          </p:grpSpPr>
          <p:sp>
            <p:nvSpPr>
              <p:cNvPr id="1210" name="Google Shape;1210;p2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1" name="Google Shape;1211;p2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12" name="Google Shape;1212;p26"/>
            <p:cNvGrpSpPr/>
            <p:nvPr/>
          </p:nvGrpSpPr>
          <p:grpSpPr>
            <a:xfrm rot="5400000">
              <a:off x="4423062" y="5038369"/>
              <a:ext cx="228867" cy="228815"/>
              <a:chOff x="1101075" y="2142375"/>
              <a:chExt cx="439200" cy="439100"/>
            </a:xfrm>
          </p:grpSpPr>
          <p:sp>
            <p:nvSpPr>
              <p:cNvPr id="1213" name="Google Shape;1213;p26"/>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4" name="Google Shape;1214;p26"/>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0C0A9E">
                      <a:alpha val="20000"/>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1215" name="Shape 1215"/>
        <p:cNvGrpSpPr/>
        <p:nvPr/>
      </p:nvGrpSpPr>
      <p:grpSpPr>
        <a:xfrm>
          <a:off x="0" y="0"/>
          <a:ext cx="0" cy="0"/>
          <a:chOff x="0" y="0"/>
          <a:chExt cx="0" cy="0"/>
        </a:xfrm>
      </p:grpSpPr>
      <p:sp>
        <p:nvSpPr>
          <p:cNvPr id="1216" name="Google Shape;1216;p2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217" name="Google Shape;1217;p27"/>
          <p:cNvSpPr txBox="1"/>
          <p:nvPr>
            <p:ph idx="1" type="subTitle"/>
          </p:nvPr>
        </p:nvSpPr>
        <p:spPr>
          <a:xfrm>
            <a:off x="720000" y="2113784"/>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18" name="Google Shape;1218;p27"/>
          <p:cNvSpPr txBox="1"/>
          <p:nvPr>
            <p:ph idx="2" type="subTitle"/>
          </p:nvPr>
        </p:nvSpPr>
        <p:spPr>
          <a:xfrm>
            <a:off x="3469872" y="2113784"/>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19" name="Google Shape;1219;p27"/>
          <p:cNvSpPr txBox="1"/>
          <p:nvPr>
            <p:ph idx="3" type="subTitle"/>
          </p:nvPr>
        </p:nvSpPr>
        <p:spPr>
          <a:xfrm>
            <a:off x="720000" y="3859222"/>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0" name="Google Shape;1220;p27"/>
          <p:cNvSpPr txBox="1"/>
          <p:nvPr>
            <p:ph idx="4" type="subTitle"/>
          </p:nvPr>
        </p:nvSpPr>
        <p:spPr>
          <a:xfrm>
            <a:off x="3469872" y="3859222"/>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1" name="Google Shape;1221;p27"/>
          <p:cNvSpPr txBox="1"/>
          <p:nvPr>
            <p:ph idx="5" type="subTitle"/>
          </p:nvPr>
        </p:nvSpPr>
        <p:spPr>
          <a:xfrm>
            <a:off x="6219751" y="2113784"/>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2" name="Google Shape;1222;p27"/>
          <p:cNvSpPr txBox="1"/>
          <p:nvPr>
            <p:ph idx="6" type="subTitle"/>
          </p:nvPr>
        </p:nvSpPr>
        <p:spPr>
          <a:xfrm>
            <a:off x="6219751" y="3859222"/>
            <a:ext cx="22041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1400"/>
              <a:buNone/>
              <a:defRPr sz="1400"/>
            </a:lvl1pPr>
            <a:lvl2pPr lvl="1" rtl="0" algn="ctr">
              <a:lnSpc>
                <a:spcPct val="100000"/>
              </a:lnSpc>
              <a:spcBef>
                <a:spcPts val="0"/>
              </a:spcBef>
              <a:spcAft>
                <a:spcPts val="0"/>
              </a:spcAft>
              <a:buSzPts val="1400"/>
              <a:buNone/>
              <a:defRPr/>
            </a:lvl2pPr>
            <a:lvl3pPr lvl="2" rtl="0" algn="ctr">
              <a:lnSpc>
                <a:spcPct val="100000"/>
              </a:lnSpc>
              <a:spcBef>
                <a:spcPts val="0"/>
              </a:spcBef>
              <a:spcAft>
                <a:spcPts val="0"/>
              </a:spcAft>
              <a:buSzPts val="1400"/>
              <a:buNone/>
              <a:defRPr/>
            </a:lvl3pPr>
            <a:lvl4pPr lvl="3" rtl="0" algn="ctr">
              <a:lnSpc>
                <a:spcPct val="100000"/>
              </a:lnSpc>
              <a:spcBef>
                <a:spcPts val="0"/>
              </a:spcBef>
              <a:spcAft>
                <a:spcPts val="0"/>
              </a:spcAft>
              <a:buSzPts val="1400"/>
              <a:buNone/>
              <a:defRPr/>
            </a:lvl4pPr>
            <a:lvl5pPr lvl="4" rtl="0" algn="ctr">
              <a:lnSpc>
                <a:spcPct val="100000"/>
              </a:lnSpc>
              <a:spcBef>
                <a:spcPts val="0"/>
              </a:spcBef>
              <a:spcAft>
                <a:spcPts val="0"/>
              </a:spcAft>
              <a:buSzPts val="1400"/>
              <a:buNone/>
              <a:defRPr/>
            </a:lvl5pPr>
            <a:lvl6pPr lvl="5" rtl="0" algn="ctr">
              <a:lnSpc>
                <a:spcPct val="100000"/>
              </a:lnSpc>
              <a:spcBef>
                <a:spcPts val="0"/>
              </a:spcBef>
              <a:spcAft>
                <a:spcPts val="0"/>
              </a:spcAft>
              <a:buSzPts val="1400"/>
              <a:buNone/>
              <a:defRPr/>
            </a:lvl6pPr>
            <a:lvl7pPr lvl="6" rtl="0" algn="ctr">
              <a:lnSpc>
                <a:spcPct val="100000"/>
              </a:lnSpc>
              <a:spcBef>
                <a:spcPts val="0"/>
              </a:spcBef>
              <a:spcAft>
                <a:spcPts val="0"/>
              </a:spcAft>
              <a:buSzPts val="1400"/>
              <a:buNone/>
              <a:defRPr/>
            </a:lvl7pPr>
            <a:lvl8pPr lvl="7" rtl="0" algn="ctr">
              <a:lnSpc>
                <a:spcPct val="100000"/>
              </a:lnSpc>
              <a:spcBef>
                <a:spcPts val="0"/>
              </a:spcBef>
              <a:spcAft>
                <a:spcPts val="0"/>
              </a:spcAft>
              <a:buSzPts val="1400"/>
              <a:buNone/>
              <a:defRPr/>
            </a:lvl8pPr>
            <a:lvl9pPr lvl="8" rtl="0" algn="ctr">
              <a:lnSpc>
                <a:spcPct val="100000"/>
              </a:lnSpc>
              <a:spcBef>
                <a:spcPts val="0"/>
              </a:spcBef>
              <a:spcAft>
                <a:spcPts val="0"/>
              </a:spcAft>
              <a:buSzPts val="1400"/>
              <a:buNone/>
              <a:defRPr/>
            </a:lvl9pPr>
          </a:lstStyle>
          <a:p/>
        </p:txBody>
      </p:sp>
      <p:sp>
        <p:nvSpPr>
          <p:cNvPr id="1223" name="Google Shape;1223;p27"/>
          <p:cNvSpPr txBox="1"/>
          <p:nvPr>
            <p:ph idx="7" type="subTitle"/>
          </p:nvPr>
        </p:nvSpPr>
        <p:spPr>
          <a:xfrm>
            <a:off x="720000" y="1787675"/>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4" name="Google Shape;1224;p27"/>
          <p:cNvSpPr txBox="1"/>
          <p:nvPr>
            <p:ph idx="8" type="subTitle"/>
          </p:nvPr>
        </p:nvSpPr>
        <p:spPr>
          <a:xfrm>
            <a:off x="3469873" y="1787675"/>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5" name="Google Shape;1225;p27"/>
          <p:cNvSpPr txBox="1"/>
          <p:nvPr>
            <p:ph idx="9" type="subTitle"/>
          </p:nvPr>
        </p:nvSpPr>
        <p:spPr>
          <a:xfrm>
            <a:off x="720000" y="3533123"/>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6" name="Google Shape;1226;p27"/>
          <p:cNvSpPr txBox="1"/>
          <p:nvPr>
            <p:ph idx="13" type="subTitle"/>
          </p:nvPr>
        </p:nvSpPr>
        <p:spPr>
          <a:xfrm>
            <a:off x="3469873" y="3533123"/>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7" name="Google Shape;1227;p27"/>
          <p:cNvSpPr txBox="1"/>
          <p:nvPr>
            <p:ph idx="14" type="subTitle"/>
          </p:nvPr>
        </p:nvSpPr>
        <p:spPr>
          <a:xfrm>
            <a:off x="6219752" y="1787675"/>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sp>
        <p:nvSpPr>
          <p:cNvPr id="1228" name="Google Shape;1228;p27"/>
          <p:cNvSpPr txBox="1"/>
          <p:nvPr>
            <p:ph idx="15" type="subTitle"/>
          </p:nvPr>
        </p:nvSpPr>
        <p:spPr>
          <a:xfrm>
            <a:off x="6219752" y="3533123"/>
            <a:ext cx="2204100" cy="4023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Font typeface="IBM Plex Mono"/>
              <a:buNone/>
              <a:defRPr b="1" sz="2000">
                <a:latin typeface="IBM Plex Mono"/>
                <a:ea typeface="IBM Plex Mono"/>
                <a:cs typeface="IBM Plex Mono"/>
                <a:sym typeface="IBM Plex Mono"/>
              </a:defRPr>
            </a:lvl1pPr>
            <a:lvl2pPr lvl="1"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2pPr>
            <a:lvl3pPr lvl="2"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3pPr>
            <a:lvl4pPr lvl="3"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4pPr>
            <a:lvl5pPr lvl="4"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5pPr>
            <a:lvl6pPr lvl="5"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6pPr>
            <a:lvl7pPr lvl="6"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7pPr>
            <a:lvl8pPr lvl="7"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8pPr>
            <a:lvl9pPr lvl="8" rtl="0" algn="ctr">
              <a:lnSpc>
                <a:spcPct val="100000"/>
              </a:lnSpc>
              <a:spcBef>
                <a:spcPts val="0"/>
              </a:spcBef>
              <a:spcAft>
                <a:spcPts val="0"/>
              </a:spcAft>
              <a:buSzPts val="2400"/>
              <a:buFont typeface="IBM Plex Mono"/>
              <a:buNone/>
              <a:defRPr b="1" sz="2400">
                <a:latin typeface="IBM Plex Mono"/>
                <a:ea typeface="IBM Plex Mono"/>
                <a:cs typeface="IBM Plex Mono"/>
                <a:sym typeface="IBM Plex Mono"/>
              </a:defRPr>
            </a:lvl9pPr>
          </a:lstStyle>
          <a:p/>
        </p:txBody>
      </p:sp>
      <p:grpSp>
        <p:nvGrpSpPr>
          <p:cNvPr id="1229" name="Google Shape;1229;p27"/>
          <p:cNvGrpSpPr/>
          <p:nvPr/>
        </p:nvGrpSpPr>
        <p:grpSpPr>
          <a:xfrm>
            <a:off x="6102850" y="-1735180"/>
            <a:ext cx="4625025" cy="4171657"/>
            <a:chOff x="6026650" y="-1658980"/>
            <a:chExt cx="4625025" cy="4171657"/>
          </a:xfrm>
        </p:grpSpPr>
        <p:pic>
          <p:nvPicPr>
            <p:cNvPr id="1230" name="Google Shape;1230;p27"/>
            <p:cNvPicPr preferRelativeResize="0"/>
            <p:nvPr/>
          </p:nvPicPr>
          <p:blipFill rotWithShape="1">
            <a:blip r:embed="rId2">
              <a:alphaModFix/>
            </a:blip>
            <a:srcRect b="26177" l="16960" r="7121" t="24719"/>
            <a:stretch/>
          </p:blipFill>
          <p:spPr>
            <a:xfrm>
              <a:off x="7361325" y="-596625"/>
              <a:ext cx="2441950" cy="1863749"/>
            </a:xfrm>
            <a:prstGeom prst="rect">
              <a:avLst/>
            </a:prstGeom>
            <a:noFill/>
            <a:ln>
              <a:noFill/>
            </a:ln>
          </p:spPr>
        </p:pic>
        <p:grpSp>
          <p:nvGrpSpPr>
            <p:cNvPr id="1231" name="Google Shape;1231;p27"/>
            <p:cNvGrpSpPr/>
            <p:nvPr/>
          </p:nvGrpSpPr>
          <p:grpSpPr>
            <a:xfrm flipH="1" rot="-2700000">
              <a:off x="7289785" y="-1246897"/>
              <a:ext cx="2552124" cy="3347490"/>
              <a:chOff x="2976325" y="908175"/>
              <a:chExt cx="4028179" cy="5283555"/>
            </a:xfrm>
          </p:grpSpPr>
          <p:sp>
            <p:nvSpPr>
              <p:cNvPr id="1232" name="Google Shape;1232;p27"/>
              <p:cNvSpPr/>
              <p:nvPr/>
            </p:nvSpPr>
            <p:spPr>
              <a:xfrm>
                <a:off x="2976325" y="93003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3" name="Google Shape;1233;p27"/>
              <p:cNvSpPr/>
              <p:nvPr/>
            </p:nvSpPr>
            <p:spPr>
              <a:xfrm>
                <a:off x="3934943" y="908175"/>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4" name="Google Shape;1234;p27"/>
              <p:cNvSpPr/>
              <p:nvPr/>
            </p:nvSpPr>
            <p:spPr>
              <a:xfrm>
                <a:off x="3851189" y="1072525"/>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35" name="Google Shape;1235;p27"/>
            <p:cNvGrpSpPr/>
            <p:nvPr/>
          </p:nvGrpSpPr>
          <p:grpSpPr>
            <a:xfrm>
              <a:off x="6026650" y="-49075"/>
              <a:ext cx="803471" cy="494095"/>
              <a:chOff x="6394675" y="-49075"/>
              <a:chExt cx="803471" cy="494095"/>
            </a:xfrm>
          </p:grpSpPr>
          <p:sp>
            <p:nvSpPr>
              <p:cNvPr id="1236" name="Google Shape;1236;p27"/>
              <p:cNvSpPr/>
              <p:nvPr/>
            </p:nvSpPr>
            <p:spPr>
              <a:xfrm>
                <a:off x="6394675" y="0"/>
                <a:ext cx="284119" cy="246048"/>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27"/>
              <p:cNvSpPr/>
              <p:nvPr/>
            </p:nvSpPr>
            <p:spPr>
              <a:xfrm>
                <a:off x="6627600" y="-49075"/>
                <a:ext cx="570546" cy="494095"/>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38" name="Google Shape;1238;p27"/>
          <p:cNvGrpSpPr/>
          <p:nvPr/>
        </p:nvGrpSpPr>
        <p:grpSpPr>
          <a:xfrm>
            <a:off x="-1089100" y="4200325"/>
            <a:ext cx="5368850" cy="1863749"/>
            <a:chOff x="-1089100" y="4200325"/>
            <a:chExt cx="5368850" cy="1863749"/>
          </a:xfrm>
        </p:grpSpPr>
        <p:grpSp>
          <p:nvGrpSpPr>
            <p:cNvPr id="1239" name="Google Shape;1239;p27"/>
            <p:cNvGrpSpPr/>
            <p:nvPr/>
          </p:nvGrpSpPr>
          <p:grpSpPr>
            <a:xfrm>
              <a:off x="-185037" y="4598363"/>
              <a:ext cx="904666" cy="726121"/>
              <a:chOff x="7945225" y="4302000"/>
              <a:chExt cx="904666" cy="726121"/>
            </a:xfrm>
          </p:grpSpPr>
          <p:sp>
            <p:nvSpPr>
              <p:cNvPr id="1240" name="Google Shape;1240;p27"/>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1" name="Google Shape;1241;p27"/>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2" name="Google Shape;1242;p27"/>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243" name="Google Shape;1243;p27"/>
            <p:cNvPicPr preferRelativeResize="0"/>
            <p:nvPr/>
          </p:nvPicPr>
          <p:blipFill rotWithShape="1">
            <a:blip r:embed="rId2">
              <a:alphaModFix/>
            </a:blip>
            <a:srcRect b="26177" l="16960" r="7121" t="24719"/>
            <a:stretch/>
          </p:blipFill>
          <p:spPr>
            <a:xfrm>
              <a:off x="1837800" y="4200325"/>
              <a:ext cx="2441950" cy="1863749"/>
            </a:xfrm>
            <a:prstGeom prst="rect">
              <a:avLst/>
            </a:prstGeom>
            <a:noFill/>
            <a:ln>
              <a:noFill/>
            </a:ln>
          </p:spPr>
        </p:pic>
        <p:grpSp>
          <p:nvGrpSpPr>
            <p:cNvPr id="1244" name="Google Shape;1244;p27"/>
            <p:cNvGrpSpPr/>
            <p:nvPr/>
          </p:nvGrpSpPr>
          <p:grpSpPr>
            <a:xfrm rot="-2700000">
              <a:off x="390377" y="4688868"/>
              <a:ext cx="299453" cy="545119"/>
              <a:chOff x="-66426" y="1151064"/>
              <a:chExt cx="299455" cy="545125"/>
            </a:xfrm>
          </p:grpSpPr>
          <p:grpSp>
            <p:nvGrpSpPr>
              <p:cNvPr id="1245" name="Google Shape;1245;p27"/>
              <p:cNvGrpSpPr/>
              <p:nvPr/>
            </p:nvGrpSpPr>
            <p:grpSpPr>
              <a:xfrm>
                <a:off x="-66426" y="1396564"/>
                <a:ext cx="299455" cy="299625"/>
                <a:chOff x="3678700" y="407275"/>
                <a:chExt cx="708100" cy="708500"/>
              </a:xfrm>
            </p:grpSpPr>
            <p:sp>
              <p:nvSpPr>
                <p:cNvPr id="1246" name="Google Shape;1246;p27"/>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7" name="Google Shape;1247;p27"/>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27"/>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9" name="Google Shape;1249;p27"/>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0" name="Google Shape;1250;p27"/>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1" name="Google Shape;1251;p27"/>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2" name="Google Shape;1252;p27"/>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53" name="Google Shape;1253;p27"/>
              <p:cNvGrpSpPr/>
              <p:nvPr/>
            </p:nvGrpSpPr>
            <p:grpSpPr>
              <a:xfrm>
                <a:off x="-66426" y="1151064"/>
                <a:ext cx="299455" cy="299625"/>
                <a:chOff x="3678700" y="407275"/>
                <a:chExt cx="708100" cy="708500"/>
              </a:xfrm>
            </p:grpSpPr>
            <p:sp>
              <p:nvSpPr>
                <p:cNvPr id="1254" name="Google Shape;1254;p27"/>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5" name="Google Shape;1255;p27"/>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6" name="Google Shape;1256;p27"/>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7" name="Google Shape;1257;p27"/>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8" name="Google Shape;1258;p27"/>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9" name="Google Shape;1259;p27"/>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0" name="Google Shape;1260;p27"/>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261" name="Google Shape;1261;p27"/>
            <p:cNvGrpSpPr/>
            <p:nvPr/>
          </p:nvGrpSpPr>
          <p:grpSpPr>
            <a:xfrm>
              <a:off x="-1089100" y="4894376"/>
              <a:ext cx="4558967" cy="134100"/>
              <a:chOff x="796100" y="3019701"/>
              <a:chExt cx="4558967" cy="134100"/>
            </a:xfrm>
          </p:grpSpPr>
          <p:sp>
            <p:nvSpPr>
              <p:cNvPr id="1262" name="Google Shape;1262;p27"/>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63" name="Google Shape;1263;p27"/>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264" name="Google Shape;1264;p27"/>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8">
    <p:spTree>
      <p:nvGrpSpPr>
        <p:cNvPr id="1265" name="Shape 1265"/>
        <p:cNvGrpSpPr/>
        <p:nvPr/>
      </p:nvGrpSpPr>
      <p:grpSpPr>
        <a:xfrm>
          <a:off x="0" y="0"/>
          <a:ext cx="0" cy="0"/>
          <a:chOff x="0" y="0"/>
          <a:chExt cx="0" cy="0"/>
        </a:xfrm>
      </p:grpSpPr>
      <p:sp>
        <p:nvSpPr>
          <p:cNvPr id="1266" name="Google Shape;1266;p28"/>
          <p:cNvSpPr txBox="1"/>
          <p:nvPr>
            <p:ph hasCustomPrompt="1" type="title"/>
          </p:nvPr>
        </p:nvSpPr>
        <p:spPr>
          <a:xfrm>
            <a:off x="2358450" y="664988"/>
            <a:ext cx="4696800" cy="768900"/>
          </a:xfrm>
          <a:prstGeom prst="rect">
            <a:avLst/>
          </a:prstGeom>
          <a:noFill/>
        </p:spPr>
        <p:txBody>
          <a:bodyPr anchorCtr="0" anchor="b" bIns="91425" lIns="91425" spcFirstLastPara="1" rIns="91425" wrap="square" tIns="91425">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267" name="Google Shape;1267;p28"/>
          <p:cNvSpPr txBox="1"/>
          <p:nvPr>
            <p:ph idx="1" type="subTitle"/>
          </p:nvPr>
        </p:nvSpPr>
        <p:spPr>
          <a:xfrm>
            <a:off x="2358450" y="1282313"/>
            <a:ext cx="4696800" cy="598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rtl="0" algn="ctr">
              <a:lnSpc>
                <a:spcPct val="100000"/>
              </a:lnSpc>
              <a:spcBef>
                <a:spcPts val="0"/>
              </a:spcBef>
              <a:spcAft>
                <a:spcPts val="0"/>
              </a:spcAft>
              <a:buClr>
                <a:schemeClr val="dk1"/>
              </a:buClr>
              <a:buSzPts val="2100"/>
              <a:buNone/>
              <a:defRPr sz="2100">
                <a:solidFill>
                  <a:schemeClr val="dk1"/>
                </a:solidFill>
              </a:defRPr>
            </a:lvl2pPr>
            <a:lvl3pPr lvl="2" rtl="0" algn="ctr">
              <a:lnSpc>
                <a:spcPct val="100000"/>
              </a:lnSpc>
              <a:spcBef>
                <a:spcPts val="0"/>
              </a:spcBef>
              <a:spcAft>
                <a:spcPts val="0"/>
              </a:spcAft>
              <a:buClr>
                <a:schemeClr val="dk1"/>
              </a:buClr>
              <a:buSzPts val="2100"/>
              <a:buNone/>
              <a:defRPr sz="2100">
                <a:solidFill>
                  <a:schemeClr val="dk1"/>
                </a:solidFill>
              </a:defRPr>
            </a:lvl3pPr>
            <a:lvl4pPr lvl="3"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68" name="Google Shape;1268;p28"/>
          <p:cNvSpPr txBox="1"/>
          <p:nvPr>
            <p:ph hasCustomPrompt="1" idx="2" type="title"/>
          </p:nvPr>
        </p:nvSpPr>
        <p:spPr>
          <a:xfrm>
            <a:off x="2358450" y="2027244"/>
            <a:ext cx="4696800" cy="768900"/>
          </a:xfrm>
          <a:prstGeom prst="rect">
            <a:avLst/>
          </a:prstGeom>
          <a:noFill/>
        </p:spPr>
        <p:txBody>
          <a:bodyPr anchorCtr="0" anchor="b" bIns="91425" lIns="91425" spcFirstLastPara="1" rIns="91425" wrap="square" tIns="91425">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269" name="Google Shape;1269;p28"/>
          <p:cNvSpPr txBox="1"/>
          <p:nvPr>
            <p:ph idx="3" type="subTitle"/>
          </p:nvPr>
        </p:nvSpPr>
        <p:spPr>
          <a:xfrm>
            <a:off x="2358450" y="2645558"/>
            <a:ext cx="4696800" cy="598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rtl="0" algn="ctr">
              <a:lnSpc>
                <a:spcPct val="100000"/>
              </a:lnSpc>
              <a:spcBef>
                <a:spcPts val="0"/>
              </a:spcBef>
              <a:spcAft>
                <a:spcPts val="0"/>
              </a:spcAft>
              <a:buClr>
                <a:schemeClr val="dk1"/>
              </a:buClr>
              <a:buSzPts val="2100"/>
              <a:buNone/>
              <a:defRPr sz="2100">
                <a:solidFill>
                  <a:schemeClr val="dk1"/>
                </a:solidFill>
              </a:defRPr>
            </a:lvl2pPr>
            <a:lvl3pPr lvl="2" rtl="0" algn="ctr">
              <a:lnSpc>
                <a:spcPct val="100000"/>
              </a:lnSpc>
              <a:spcBef>
                <a:spcPts val="0"/>
              </a:spcBef>
              <a:spcAft>
                <a:spcPts val="0"/>
              </a:spcAft>
              <a:buClr>
                <a:schemeClr val="dk1"/>
              </a:buClr>
              <a:buSzPts val="2100"/>
              <a:buNone/>
              <a:defRPr sz="2100">
                <a:solidFill>
                  <a:schemeClr val="dk1"/>
                </a:solidFill>
              </a:defRPr>
            </a:lvl3pPr>
            <a:lvl4pPr lvl="3"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0" name="Google Shape;1270;p28"/>
          <p:cNvSpPr txBox="1"/>
          <p:nvPr>
            <p:ph hasCustomPrompt="1" idx="4" type="title"/>
          </p:nvPr>
        </p:nvSpPr>
        <p:spPr>
          <a:xfrm>
            <a:off x="2358450" y="3390475"/>
            <a:ext cx="4696800" cy="768900"/>
          </a:xfrm>
          <a:prstGeom prst="rect">
            <a:avLst/>
          </a:prstGeom>
          <a:noFill/>
        </p:spPr>
        <p:txBody>
          <a:bodyPr anchorCtr="0" anchor="b" bIns="91425" lIns="91425" spcFirstLastPara="1" rIns="91425" wrap="square" tIns="91425">
            <a:noAutofit/>
          </a:bodyPr>
          <a:lstStyle>
            <a:lvl1pPr lvl="0" rtl="0">
              <a:spcBef>
                <a:spcPts val="0"/>
              </a:spcBef>
              <a:spcAft>
                <a:spcPts val="0"/>
              </a:spcAft>
              <a:buClr>
                <a:schemeClr val="lt1"/>
              </a:buClr>
              <a:buSzPts val="6000"/>
              <a:buNone/>
              <a:defRPr sz="4200">
                <a:latin typeface="Be Vietnam Pro"/>
                <a:ea typeface="Be Vietnam Pro"/>
                <a:cs typeface="Be Vietnam Pro"/>
                <a:sym typeface="Be Vietnam Pro"/>
              </a:defRPr>
            </a:lvl1pPr>
            <a:lvl2pPr lvl="1" rtl="0" algn="ctr">
              <a:spcBef>
                <a:spcPts val="0"/>
              </a:spcBef>
              <a:spcAft>
                <a:spcPts val="0"/>
              </a:spcAft>
              <a:buClr>
                <a:schemeClr val="lt1"/>
              </a:buClr>
              <a:buSzPts val="6000"/>
              <a:buNone/>
              <a:defRPr sz="6000">
                <a:solidFill>
                  <a:schemeClr val="lt1"/>
                </a:solidFill>
              </a:defRPr>
            </a:lvl2pPr>
            <a:lvl3pPr lvl="2" rtl="0" algn="ctr">
              <a:spcBef>
                <a:spcPts val="0"/>
              </a:spcBef>
              <a:spcAft>
                <a:spcPts val="0"/>
              </a:spcAft>
              <a:buClr>
                <a:schemeClr val="lt1"/>
              </a:buClr>
              <a:buSzPts val="6000"/>
              <a:buNone/>
              <a:defRPr sz="6000">
                <a:solidFill>
                  <a:schemeClr val="lt1"/>
                </a:solidFill>
              </a:defRPr>
            </a:lvl3pPr>
            <a:lvl4pPr lvl="3" rtl="0" algn="ctr">
              <a:spcBef>
                <a:spcPts val="0"/>
              </a:spcBef>
              <a:spcAft>
                <a:spcPts val="0"/>
              </a:spcAft>
              <a:buClr>
                <a:schemeClr val="lt1"/>
              </a:buClr>
              <a:buSzPts val="6000"/>
              <a:buNone/>
              <a:defRPr sz="6000">
                <a:solidFill>
                  <a:schemeClr val="lt1"/>
                </a:solidFill>
              </a:defRPr>
            </a:lvl4pPr>
            <a:lvl5pPr lvl="4" rtl="0" algn="ctr">
              <a:spcBef>
                <a:spcPts val="0"/>
              </a:spcBef>
              <a:spcAft>
                <a:spcPts val="0"/>
              </a:spcAft>
              <a:buClr>
                <a:schemeClr val="lt1"/>
              </a:buClr>
              <a:buSzPts val="6000"/>
              <a:buNone/>
              <a:defRPr sz="6000">
                <a:solidFill>
                  <a:schemeClr val="lt1"/>
                </a:solidFill>
              </a:defRPr>
            </a:lvl5pPr>
            <a:lvl6pPr lvl="5" rtl="0" algn="ctr">
              <a:spcBef>
                <a:spcPts val="0"/>
              </a:spcBef>
              <a:spcAft>
                <a:spcPts val="0"/>
              </a:spcAft>
              <a:buClr>
                <a:schemeClr val="lt1"/>
              </a:buClr>
              <a:buSzPts val="6000"/>
              <a:buNone/>
              <a:defRPr sz="6000">
                <a:solidFill>
                  <a:schemeClr val="lt1"/>
                </a:solidFill>
              </a:defRPr>
            </a:lvl6pPr>
            <a:lvl7pPr lvl="6" rtl="0" algn="ctr">
              <a:spcBef>
                <a:spcPts val="0"/>
              </a:spcBef>
              <a:spcAft>
                <a:spcPts val="0"/>
              </a:spcAft>
              <a:buClr>
                <a:schemeClr val="lt1"/>
              </a:buClr>
              <a:buSzPts val="6000"/>
              <a:buNone/>
              <a:defRPr sz="6000">
                <a:solidFill>
                  <a:schemeClr val="lt1"/>
                </a:solidFill>
              </a:defRPr>
            </a:lvl7pPr>
            <a:lvl8pPr lvl="7" rtl="0" algn="ctr">
              <a:spcBef>
                <a:spcPts val="0"/>
              </a:spcBef>
              <a:spcAft>
                <a:spcPts val="0"/>
              </a:spcAft>
              <a:buClr>
                <a:schemeClr val="lt1"/>
              </a:buClr>
              <a:buSzPts val="6000"/>
              <a:buNone/>
              <a:defRPr sz="6000">
                <a:solidFill>
                  <a:schemeClr val="lt1"/>
                </a:solidFill>
              </a:defRPr>
            </a:lvl8pPr>
            <a:lvl9pPr lvl="8" rtl="0" algn="ctr">
              <a:spcBef>
                <a:spcPts val="0"/>
              </a:spcBef>
              <a:spcAft>
                <a:spcPts val="0"/>
              </a:spcAft>
              <a:buClr>
                <a:schemeClr val="lt1"/>
              </a:buClr>
              <a:buSzPts val="6000"/>
              <a:buNone/>
              <a:defRPr sz="6000">
                <a:solidFill>
                  <a:schemeClr val="lt1"/>
                </a:solidFill>
              </a:defRPr>
            </a:lvl9pPr>
          </a:lstStyle>
          <a:p>
            <a:r>
              <a:t>xx%</a:t>
            </a:r>
          </a:p>
        </p:txBody>
      </p:sp>
      <p:sp>
        <p:nvSpPr>
          <p:cNvPr id="1271" name="Google Shape;1271;p28"/>
          <p:cNvSpPr txBox="1"/>
          <p:nvPr>
            <p:ph idx="5" type="subTitle"/>
          </p:nvPr>
        </p:nvSpPr>
        <p:spPr>
          <a:xfrm>
            <a:off x="2358450" y="4009779"/>
            <a:ext cx="4696800" cy="598800"/>
          </a:xfrm>
          <a:prstGeom prst="rect">
            <a:avLst/>
          </a:prstGeom>
        </p:spPr>
        <p:txBody>
          <a:bodyPr anchorCtr="0" anchor="t" bIns="91425" lIns="91425" spcFirstLastPara="1" rIns="91425" wrap="square" tIns="91425">
            <a:noAutofit/>
          </a:bodyPr>
          <a:lstStyle>
            <a:lvl1pPr lvl="0" rtl="0">
              <a:lnSpc>
                <a:spcPct val="100000"/>
              </a:lnSpc>
              <a:spcBef>
                <a:spcPts val="0"/>
              </a:spcBef>
              <a:spcAft>
                <a:spcPts val="0"/>
              </a:spcAft>
              <a:buClr>
                <a:schemeClr val="dk1"/>
              </a:buClr>
              <a:buSzPts val="2400"/>
              <a:buFont typeface="Be Vietnam Pro"/>
              <a:buNone/>
              <a:defRPr sz="1600">
                <a:solidFill>
                  <a:schemeClr val="dk1"/>
                </a:solidFill>
              </a:defRPr>
            </a:lvl1pPr>
            <a:lvl2pPr lvl="1" rtl="0" algn="ctr">
              <a:lnSpc>
                <a:spcPct val="100000"/>
              </a:lnSpc>
              <a:spcBef>
                <a:spcPts val="0"/>
              </a:spcBef>
              <a:spcAft>
                <a:spcPts val="0"/>
              </a:spcAft>
              <a:buClr>
                <a:schemeClr val="dk1"/>
              </a:buClr>
              <a:buSzPts val="2100"/>
              <a:buNone/>
              <a:defRPr sz="2100">
                <a:solidFill>
                  <a:schemeClr val="dk1"/>
                </a:solidFill>
              </a:defRPr>
            </a:lvl2pPr>
            <a:lvl3pPr lvl="2" rtl="0" algn="ctr">
              <a:lnSpc>
                <a:spcPct val="100000"/>
              </a:lnSpc>
              <a:spcBef>
                <a:spcPts val="0"/>
              </a:spcBef>
              <a:spcAft>
                <a:spcPts val="0"/>
              </a:spcAft>
              <a:buClr>
                <a:schemeClr val="dk1"/>
              </a:buClr>
              <a:buSzPts val="2100"/>
              <a:buNone/>
              <a:defRPr sz="2100">
                <a:solidFill>
                  <a:schemeClr val="dk1"/>
                </a:solidFill>
              </a:defRPr>
            </a:lvl3pPr>
            <a:lvl4pPr lvl="3"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4pPr>
            <a:lvl5pPr lvl="4"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5pPr>
            <a:lvl6pPr lvl="5"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6pPr>
            <a:lvl7pPr lvl="6"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7pPr>
            <a:lvl8pPr lvl="7"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8pPr>
            <a:lvl9pPr lvl="8" rtl="0" algn="ctr">
              <a:lnSpc>
                <a:spcPct val="100000"/>
              </a:lnSpc>
              <a:spcBef>
                <a:spcPts val="0"/>
              </a:spcBef>
              <a:spcAft>
                <a:spcPts val="0"/>
              </a:spcAft>
              <a:buClr>
                <a:schemeClr val="dk1"/>
              </a:buClr>
              <a:buSzPts val="2100"/>
              <a:buFont typeface="Be Vietnam Pro"/>
              <a:buNone/>
              <a:defRPr sz="2100">
                <a:solidFill>
                  <a:schemeClr val="dk1"/>
                </a:solidFill>
                <a:latin typeface="Be Vietnam Pro"/>
                <a:ea typeface="Be Vietnam Pro"/>
                <a:cs typeface="Be Vietnam Pro"/>
                <a:sym typeface="Be Vietnam Pro"/>
              </a:defRPr>
            </a:lvl9pPr>
          </a:lstStyle>
          <a:p/>
        </p:txBody>
      </p:sp>
      <p:sp>
        <p:nvSpPr>
          <p:cNvPr id="1272" name="Google Shape;1272;p28"/>
          <p:cNvSpPr/>
          <p:nvPr/>
        </p:nvSpPr>
        <p:spPr>
          <a:xfrm>
            <a:off x="6751200" y="2645550"/>
            <a:ext cx="2925000" cy="2945400"/>
          </a:xfrm>
          <a:prstGeom prst="ellipse">
            <a:avLst/>
          </a:pr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73" name="Google Shape;1273;p28"/>
          <p:cNvGrpSpPr/>
          <p:nvPr/>
        </p:nvGrpSpPr>
        <p:grpSpPr>
          <a:xfrm rot="5400000">
            <a:off x="8359950" y="-226050"/>
            <a:ext cx="439200" cy="439100"/>
            <a:chOff x="1101075" y="2142375"/>
            <a:chExt cx="439200" cy="439100"/>
          </a:xfrm>
        </p:grpSpPr>
        <p:sp>
          <p:nvSpPr>
            <p:cNvPr id="1274" name="Google Shape;1274;p2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2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76" name="Google Shape;1276;p28"/>
          <p:cNvGrpSpPr/>
          <p:nvPr/>
        </p:nvGrpSpPr>
        <p:grpSpPr>
          <a:xfrm>
            <a:off x="-903250" y="4838101"/>
            <a:ext cx="4558967" cy="134100"/>
            <a:chOff x="796100" y="3019701"/>
            <a:chExt cx="4558967" cy="134100"/>
          </a:xfrm>
        </p:grpSpPr>
        <p:sp>
          <p:nvSpPr>
            <p:cNvPr id="1277" name="Google Shape;1277;p2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278" name="Google Shape;1278;p2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279" name="Google Shape;1279;p2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_3">
    <p:spTree>
      <p:nvGrpSpPr>
        <p:cNvPr id="1280" name="Shape 1280"/>
        <p:cNvGrpSpPr/>
        <p:nvPr/>
      </p:nvGrpSpPr>
      <p:grpSpPr>
        <a:xfrm>
          <a:off x="0" y="0"/>
          <a:ext cx="0" cy="0"/>
          <a:chOff x="0" y="0"/>
          <a:chExt cx="0" cy="0"/>
        </a:xfrm>
      </p:grpSpPr>
      <p:sp>
        <p:nvSpPr>
          <p:cNvPr id="1281" name="Google Shape;1281;p29"/>
          <p:cNvSpPr txBox="1"/>
          <p:nvPr>
            <p:ph idx="1" type="subTitle"/>
          </p:nvPr>
        </p:nvSpPr>
        <p:spPr>
          <a:xfrm>
            <a:off x="1157250" y="1609575"/>
            <a:ext cx="4448100" cy="1239300"/>
          </a:xfrm>
          <a:prstGeom prst="rect">
            <a:avLst/>
          </a:prstGeom>
        </p:spPr>
        <p:txBody>
          <a:bodyPr anchorCtr="0" anchor="t" bIns="91425" lIns="91425" spcFirstLastPara="1" rIns="91425" wrap="square" tIns="91425">
            <a:noAutofit/>
          </a:bodyPr>
          <a:lstStyle>
            <a:lvl1pPr lvl="0">
              <a:spcBef>
                <a:spcPts val="0"/>
              </a:spcBef>
              <a:spcAft>
                <a:spcPts val="0"/>
              </a:spcAft>
              <a:buSzPts val="2500"/>
              <a:buFont typeface="IBM Plex Mono"/>
              <a:buNone/>
              <a:defRPr b="1" sz="2000">
                <a:latin typeface="IBM Plex Mono"/>
                <a:ea typeface="IBM Plex Mono"/>
                <a:cs typeface="IBM Plex Mono"/>
                <a:sym typeface="IBM Plex Mono"/>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82" name="Google Shape;1282;p29"/>
          <p:cNvSpPr txBox="1"/>
          <p:nvPr>
            <p:ph type="title"/>
          </p:nvPr>
        </p:nvSpPr>
        <p:spPr>
          <a:xfrm>
            <a:off x="1157302" y="494775"/>
            <a:ext cx="5126700" cy="1058700"/>
          </a:xfrm>
          <a:prstGeom prst="rect">
            <a:avLst/>
          </a:prstGeom>
        </p:spPr>
        <p:txBody>
          <a:bodyPr anchorCtr="0" anchor="t" bIns="91425" lIns="91425" spcFirstLastPara="1" rIns="91425" wrap="square" tIns="91425">
            <a:noAutofit/>
          </a:bodyPr>
          <a:lstStyle>
            <a:lvl1pPr lvl="0" rtl="0">
              <a:spcBef>
                <a:spcPts val="0"/>
              </a:spcBef>
              <a:spcAft>
                <a:spcPts val="0"/>
              </a:spcAft>
              <a:buSzPts val="3000"/>
              <a:buNone/>
              <a:defRPr sz="65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grpSp>
        <p:nvGrpSpPr>
          <p:cNvPr id="1283" name="Google Shape;1283;p29"/>
          <p:cNvGrpSpPr/>
          <p:nvPr/>
        </p:nvGrpSpPr>
        <p:grpSpPr>
          <a:xfrm>
            <a:off x="-291585" y="-494819"/>
            <a:ext cx="1448824" cy="2238804"/>
            <a:chOff x="-308635" y="-494819"/>
            <a:chExt cx="1448824" cy="2238804"/>
          </a:xfrm>
        </p:grpSpPr>
        <p:grpSp>
          <p:nvGrpSpPr>
            <p:cNvPr id="1284" name="Google Shape;1284;p29"/>
            <p:cNvGrpSpPr/>
            <p:nvPr/>
          </p:nvGrpSpPr>
          <p:grpSpPr>
            <a:xfrm>
              <a:off x="-275757" y="-242066"/>
              <a:ext cx="981772" cy="1986051"/>
              <a:chOff x="-293545" y="3454371"/>
              <a:chExt cx="981772" cy="1986051"/>
            </a:xfrm>
          </p:grpSpPr>
          <p:sp>
            <p:nvSpPr>
              <p:cNvPr id="1285" name="Google Shape;1285;p29"/>
              <p:cNvSpPr/>
              <p:nvPr/>
            </p:nvSpPr>
            <p:spPr>
              <a:xfrm rot="10800000">
                <a:off x="-293545" y="3454371"/>
                <a:ext cx="844677" cy="1985522"/>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p29"/>
              <p:cNvSpPr/>
              <p:nvPr/>
            </p:nvSpPr>
            <p:spPr>
              <a:xfrm rot="10800000">
                <a:off x="-156450" y="3454901"/>
                <a:ext cx="844677" cy="1985522"/>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87" name="Google Shape;1287;p29"/>
            <p:cNvGrpSpPr/>
            <p:nvPr/>
          </p:nvGrpSpPr>
          <p:grpSpPr>
            <a:xfrm>
              <a:off x="364499" y="794648"/>
              <a:ext cx="699940" cy="478601"/>
              <a:chOff x="39722" y="4349021"/>
              <a:chExt cx="1061964" cy="726143"/>
            </a:xfrm>
          </p:grpSpPr>
          <p:grpSp>
            <p:nvGrpSpPr>
              <p:cNvPr id="1288" name="Google Shape;1288;p29"/>
              <p:cNvGrpSpPr/>
              <p:nvPr/>
            </p:nvGrpSpPr>
            <p:grpSpPr>
              <a:xfrm rot="2700000">
                <a:off x="140502" y="4460924"/>
                <a:ext cx="524584" cy="502337"/>
                <a:chOff x="1189791" y="-1767331"/>
                <a:chExt cx="904284" cy="865933"/>
              </a:xfrm>
            </p:grpSpPr>
            <p:sp>
              <p:nvSpPr>
                <p:cNvPr id="1289" name="Google Shape;1289;p29"/>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290" name="Google Shape;1290;p29"/>
                <p:cNvGrpSpPr/>
                <p:nvPr/>
              </p:nvGrpSpPr>
              <p:grpSpPr>
                <a:xfrm>
                  <a:off x="1232795" y="-1740829"/>
                  <a:ext cx="717621" cy="717392"/>
                  <a:chOff x="1483457" y="3953671"/>
                  <a:chExt cx="717621" cy="717392"/>
                </a:xfrm>
              </p:grpSpPr>
              <p:sp>
                <p:nvSpPr>
                  <p:cNvPr id="1291" name="Google Shape;1291;p29"/>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2" name="Google Shape;1292;p29"/>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29"/>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29"/>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5" name="Google Shape;1295;p29"/>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296" name="Google Shape;1296;p29"/>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297" name="Google Shape;1297;p29"/>
            <p:cNvGrpSpPr/>
            <p:nvPr/>
          </p:nvGrpSpPr>
          <p:grpSpPr>
            <a:xfrm rot="-5400000">
              <a:off x="-460623" y="-342832"/>
              <a:ext cx="1351491" cy="1047516"/>
              <a:chOff x="-2460210" y="2758493"/>
              <a:chExt cx="1351491" cy="1047516"/>
            </a:xfrm>
          </p:grpSpPr>
          <p:sp>
            <p:nvSpPr>
              <p:cNvPr id="1298" name="Google Shape;1298;p29"/>
              <p:cNvSpPr/>
              <p:nvPr/>
            </p:nvSpPr>
            <p:spPr>
              <a:xfrm rot="-2700000">
                <a:off x="-2341816" y="31085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9" name="Google Shape;1299;p29"/>
              <p:cNvSpPr/>
              <p:nvPr/>
            </p:nvSpPr>
            <p:spPr>
              <a:xfrm rot="-2700000">
                <a:off x="-2157466" y="30323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0" name="Google Shape;1300;p29"/>
              <p:cNvSpPr/>
              <p:nvPr/>
            </p:nvSpPr>
            <p:spPr>
              <a:xfrm rot="-2700000">
                <a:off x="-1993591" y="29561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1" name="Google Shape;1301;p29"/>
              <p:cNvSpPr/>
              <p:nvPr/>
            </p:nvSpPr>
            <p:spPr>
              <a:xfrm rot="-2700000">
                <a:off x="-1809241" y="2879954"/>
                <a:ext cx="582127" cy="575995"/>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02" name="Google Shape;1302;p29"/>
            <p:cNvGrpSpPr/>
            <p:nvPr/>
          </p:nvGrpSpPr>
          <p:grpSpPr>
            <a:xfrm>
              <a:off x="440249" y="455173"/>
              <a:ext cx="699940" cy="478601"/>
              <a:chOff x="39722" y="4349021"/>
              <a:chExt cx="1061964" cy="726143"/>
            </a:xfrm>
          </p:grpSpPr>
          <p:grpSp>
            <p:nvGrpSpPr>
              <p:cNvPr id="1303" name="Google Shape;1303;p29"/>
              <p:cNvGrpSpPr/>
              <p:nvPr/>
            </p:nvGrpSpPr>
            <p:grpSpPr>
              <a:xfrm rot="2700000">
                <a:off x="140502" y="4460924"/>
                <a:ext cx="524584" cy="502337"/>
                <a:chOff x="1189791" y="-1767331"/>
                <a:chExt cx="904284" cy="865933"/>
              </a:xfrm>
            </p:grpSpPr>
            <p:sp>
              <p:nvSpPr>
                <p:cNvPr id="1304" name="Google Shape;1304;p29"/>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05" name="Google Shape;1305;p29"/>
                <p:cNvGrpSpPr/>
                <p:nvPr/>
              </p:nvGrpSpPr>
              <p:grpSpPr>
                <a:xfrm>
                  <a:off x="1232795" y="-1740829"/>
                  <a:ext cx="717621" cy="717392"/>
                  <a:chOff x="1483457" y="3953671"/>
                  <a:chExt cx="717621" cy="717392"/>
                </a:xfrm>
              </p:grpSpPr>
              <p:sp>
                <p:nvSpPr>
                  <p:cNvPr id="1306" name="Google Shape;1306;p29"/>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7" name="Google Shape;1307;p29"/>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8" name="Google Shape;1308;p29"/>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29"/>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29"/>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11" name="Google Shape;1311;p29"/>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12" name="Google Shape;1312;p29"/>
            <p:cNvGrpSpPr/>
            <p:nvPr/>
          </p:nvGrpSpPr>
          <p:grpSpPr>
            <a:xfrm>
              <a:off x="-63826" y="511661"/>
              <a:ext cx="699940" cy="478601"/>
              <a:chOff x="39722" y="4349021"/>
              <a:chExt cx="1061964" cy="726143"/>
            </a:xfrm>
          </p:grpSpPr>
          <p:grpSp>
            <p:nvGrpSpPr>
              <p:cNvPr id="1313" name="Google Shape;1313;p29"/>
              <p:cNvGrpSpPr/>
              <p:nvPr/>
            </p:nvGrpSpPr>
            <p:grpSpPr>
              <a:xfrm rot="2700000">
                <a:off x="140502" y="4460924"/>
                <a:ext cx="524584" cy="502337"/>
                <a:chOff x="1189791" y="-1767331"/>
                <a:chExt cx="904284" cy="865933"/>
              </a:xfrm>
            </p:grpSpPr>
            <p:sp>
              <p:nvSpPr>
                <p:cNvPr id="1314" name="Google Shape;1314;p29"/>
                <p:cNvSpPr/>
                <p:nvPr/>
              </p:nvSpPr>
              <p:spPr>
                <a:xfrm>
                  <a:off x="1189791" y="-1767331"/>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15" name="Google Shape;1315;p29"/>
                <p:cNvGrpSpPr/>
                <p:nvPr/>
              </p:nvGrpSpPr>
              <p:grpSpPr>
                <a:xfrm>
                  <a:off x="1232795" y="-1740829"/>
                  <a:ext cx="717621" cy="717392"/>
                  <a:chOff x="1483457" y="3953671"/>
                  <a:chExt cx="717621" cy="717392"/>
                </a:xfrm>
              </p:grpSpPr>
              <p:sp>
                <p:nvSpPr>
                  <p:cNvPr id="1316" name="Google Shape;1316;p29"/>
                  <p:cNvSpPr/>
                  <p:nvPr/>
                </p:nvSpPr>
                <p:spPr>
                  <a:xfrm>
                    <a:off x="1483457" y="4257265"/>
                    <a:ext cx="413799" cy="413799"/>
                  </a:xfrm>
                  <a:custGeom>
                    <a:rect b="b" l="l" r="r" t="t"/>
                    <a:pathLst>
                      <a:path extrusionOk="0" h="27121" w="27121">
                        <a:moveTo>
                          <a:pt x="381" y="1"/>
                        </a:moveTo>
                        <a:lnTo>
                          <a:pt x="0" y="382"/>
                        </a:lnTo>
                        <a:lnTo>
                          <a:pt x="26739" y="27121"/>
                        </a:lnTo>
                        <a:lnTo>
                          <a:pt x="27120" y="26740"/>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7" name="Google Shape;1317;p29"/>
                  <p:cNvSpPr/>
                  <p:nvPr/>
                </p:nvSpPr>
                <p:spPr>
                  <a:xfrm>
                    <a:off x="1559470" y="4181481"/>
                    <a:ext cx="413799" cy="413799"/>
                  </a:xfrm>
                  <a:custGeom>
                    <a:rect b="b" l="l" r="r" t="t"/>
                    <a:pathLst>
                      <a:path extrusionOk="0" h="27121" w="27121">
                        <a:moveTo>
                          <a:pt x="366" y="1"/>
                        </a:moveTo>
                        <a:lnTo>
                          <a:pt x="0" y="382"/>
                        </a:lnTo>
                        <a:lnTo>
                          <a:pt x="26739" y="27121"/>
                        </a:lnTo>
                        <a:lnTo>
                          <a:pt x="27120" y="26740"/>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8" name="Google Shape;1318;p29"/>
                  <p:cNvSpPr/>
                  <p:nvPr/>
                </p:nvSpPr>
                <p:spPr>
                  <a:xfrm>
                    <a:off x="1635483" y="4105239"/>
                    <a:ext cx="413799" cy="413799"/>
                  </a:xfrm>
                  <a:custGeom>
                    <a:rect b="b" l="l" r="r" t="t"/>
                    <a:pathLst>
                      <a:path extrusionOk="0" h="27121" w="27121">
                        <a:moveTo>
                          <a:pt x="366" y="1"/>
                        </a:moveTo>
                        <a:lnTo>
                          <a:pt x="1" y="381"/>
                        </a:lnTo>
                        <a:lnTo>
                          <a:pt x="26740" y="27120"/>
                        </a:lnTo>
                        <a:lnTo>
                          <a:pt x="27121" y="26755"/>
                        </a:lnTo>
                        <a:lnTo>
                          <a:pt x="366"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9" name="Google Shape;1319;p29"/>
                  <p:cNvSpPr/>
                  <p:nvPr/>
                </p:nvSpPr>
                <p:spPr>
                  <a:xfrm>
                    <a:off x="1711267" y="4029455"/>
                    <a:ext cx="413799" cy="413799"/>
                  </a:xfrm>
                  <a:custGeom>
                    <a:rect b="b" l="l" r="r" t="t"/>
                    <a:pathLst>
                      <a:path extrusionOk="0" h="27121" w="27121">
                        <a:moveTo>
                          <a:pt x="381" y="1"/>
                        </a:moveTo>
                        <a:lnTo>
                          <a:pt x="0" y="382"/>
                        </a:lnTo>
                        <a:lnTo>
                          <a:pt x="26755" y="27121"/>
                        </a:lnTo>
                        <a:lnTo>
                          <a:pt x="27120" y="26755"/>
                        </a:lnTo>
                        <a:lnTo>
                          <a:pt x="381"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0" name="Google Shape;1320;p29"/>
                  <p:cNvSpPr/>
                  <p:nvPr/>
                </p:nvSpPr>
                <p:spPr>
                  <a:xfrm>
                    <a:off x="1787280" y="3953671"/>
                    <a:ext cx="413799" cy="413799"/>
                  </a:xfrm>
                  <a:custGeom>
                    <a:rect b="b" l="l" r="r" t="t"/>
                    <a:pathLst>
                      <a:path extrusionOk="0" h="27121" w="27121">
                        <a:moveTo>
                          <a:pt x="382" y="1"/>
                        </a:moveTo>
                        <a:lnTo>
                          <a:pt x="1" y="382"/>
                        </a:lnTo>
                        <a:lnTo>
                          <a:pt x="26740" y="27121"/>
                        </a:lnTo>
                        <a:lnTo>
                          <a:pt x="27121" y="26740"/>
                        </a:lnTo>
                        <a:lnTo>
                          <a:pt x="382" y="1"/>
                        </a:lnTo>
                        <a:close/>
                      </a:path>
                    </a:pathLst>
                  </a:custGeom>
                  <a:gradFill>
                    <a:gsLst>
                      <a:gs pos="0">
                        <a:srgbClr val="9900FF">
                          <a:alpha val="46667"/>
                          <a:alpha val="46820"/>
                        </a:srgbClr>
                      </a:gs>
                      <a:gs pos="100000">
                        <a:srgbClr val="FFFFFF">
                          <a:alpha val="0"/>
                          <a:alpha val="4682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21" name="Google Shape;1321;p29"/>
              <p:cNvSpPr/>
              <p:nvPr/>
            </p:nvSpPr>
            <p:spPr>
              <a:xfrm rot="-2700000">
                <a:off x="542534" y="4469276"/>
                <a:ext cx="492898" cy="391560"/>
              </a:xfrm>
              <a:custGeom>
                <a:rect b="b" l="l" r="r" t="t"/>
                <a:pathLst>
                  <a:path extrusionOk="0" h="35440" w="44612">
                    <a:moveTo>
                      <a:pt x="40817" y="1"/>
                    </a:moveTo>
                    <a:lnTo>
                      <a:pt x="37420" y="3383"/>
                    </a:lnTo>
                    <a:lnTo>
                      <a:pt x="41213" y="7177"/>
                    </a:lnTo>
                    <a:lnTo>
                      <a:pt x="44611" y="3779"/>
                    </a:lnTo>
                    <a:lnTo>
                      <a:pt x="40817" y="1"/>
                    </a:lnTo>
                    <a:close/>
                    <a:moveTo>
                      <a:pt x="22184" y="4099"/>
                    </a:moveTo>
                    <a:lnTo>
                      <a:pt x="18801" y="7482"/>
                    </a:lnTo>
                    <a:lnTo>
                      <a:pt x="22595" y="11275"/>
                    </a:lnTo>
                    <a:lnTo>
                      <a:pt x="25978" y="7878"/>
                    </a:lnTo>
                    <a:lnTo>
                      <a:pt x="22184" y="4099"/>
                    </a:lnTo>
                    <a:close/>
                    <a:moveTo>
                      <a:pt x="15983" y="10300"/>
                    </a:moveTo>
                    <a:lnTo>
                      <a:pt x="12585" y="13698"/>
                    </a:lnTo>
                    <a:lnTo>
                      <a:pt x="16379" y="17476"/>
                    </a:lnTo>
                    <a:lnTo>
                      <a:pt x="19776" y="14094"/>
                    </a:lnTo>
                    <a:lnTo>
                      <a:pt x="15983" y="10300"/>
                    </a:lnTo>
                    <a:close/>
                    <a:moveTo>
                      <a:pt x="9431" y="16852"/>
                    </a:moveTo>
                    <a:lnTo>
                      <a:pt x="6034" y="20249"/>
                    </a:lnTo>
                    <a:lnTo>
                      <a:pt x="15190" y="29406"/>
                    </a:lnTo>
                    <a:lnTo>
                      <a:pt x="18588" y="26008"/>
                    </a:lnTo>
                    <a:lnTo>
                      <a:pt x="9431" y="16852"/>
                    </a:lnTo>
                    <a:close/>
                    <a:moveTo>
                      <a:pt x="3383" y="22885"/>
                    </a:moveTo>
                    <a:lnTo>
                      <a:pt x="0" y="26283"/>
                    </a:lnTo>
                    <a:lnTo>
                      <a:pt x="9157" y="35440"/>
                    </a:lnTo>
                    <a:lnTo>
                      <a:pt x="12555" y="32057"/>
                    </a:lnTo>
                    <a:lnTo>
                      <a:pt x="3383" y="22885"/>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22" name="Google Shape;1322;p29"/>
          <p:cNvGrpSpPr/>
          <p:nvPr/>
        </p:nvGrpSpPr>
        <p:grpSpPr>
          <a:xfrm>
            <a:off x="2659712" y="4275400"/>
            <a:ext cx="4952059" cy="2992224"/>
            <a:chOff x="2659712" y="4275400"/>
            <a:chExt cx="4952059" cy="2992224"/>
          </a:xfrm>
        </p:grpSpPr>
        <p:pic>
          <p:nvPicPr>
            <p:cNvPr id="1323" name="Google Shape;1323;p29"/>
            <p:cNvPicPr preferRelativeResize="0"/>
            <p:nvPr/>
          </p:nvPicPr>
          <p:blipFill rotWithShape="1">
            <a:blip r:embed="rId2">
              <a:alphaModFix/>
            </a:blip>
            <a:srcRect b="26177" l="16960" r="7121" t="24719"/>
            <a:stretch/>
          </p:blipFill>
          <p:spPr>
            <a:xfrm rot="10800000">
              <a:off x="2659712" y="4275400"/>
              <a:ext cx="3549051" cy="2992224"/>
            </a:xfrm>
            <a:prstGeom prst="rect">
              <a:avLst/>
            </a:prstGeom>
            <a:noFill/>
            <a:ln>
              <a:noFill/>
            </a:ln>
          </p:spPr>
        </p:pic>
        <p:grpSp>
          <p:nvGrpSpPr>
            <p:cNvPr id="1324" name="Google Shape;1324;p29"/>
            <p:cNvGrpSpPr/>
            <p:nvPr/>
          </p:nvGrpSpPr>
          <p:grpSpPr>
            <a:xfrm rot="-5400000">
              <a:off x="3258038" y="4413859"/>
              <a:ext cx="906953" cy="1517787"/>
              <a:chOff x="79748" y="2808602"/>
              <a:chExt cx="906953" cy="1517787"/>
            </a:xfrm>
          </p:grpSpPr>
          <p:sp>
            <p:nvSpPr>
              <p:cNvPr id="1325" name="Google Shape;1325;p29"/>
              <p:cNvSpPr/>
              <p:nvPr/>
            </p:nvSpPr>
            <p:spPr>
              <a:xfrm rot="5400000">
                <a:off x="357831" y="282094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29"/>
              <p:cNvSpPr/>
              <p:nvPr/>
            </p:nvSpPr>
            <p:spPr>
              <a:xfrm rot="5400000">
                <a:off x="537866" y="3393994"/>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29"/>
              <p:cNvSpPr/>
              <p:nvPr/>
            </p:nvSpPr>
            <p:spPr>
              <a:xfrm rot="5400000">
                <a:off x="67406" y="3278257"/>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8" name="Google Shape;1328;p29"/>
              <p:cNvSpPr/>
              <p:nvPr/>
            </p:nvSpPr>
            <p:spPr>
              <a:xfrm rot="5400000">
                <a:off x="417006" y="375669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29" name="Google Shape;1329;p29"/>
            <p:cNvGrpSpPr/>
            <p:nvPr/>
          </p:nvGrpSpPr>
          <p:grpSpPr>
            <a:xfrm rot="5400000">
              <a:off x="5484569" y="3756062"/>
              <a:ext cx="1421047" cy="2833357"/>
              <a:chOff x="334358" y="2186737"/>
              <a:chExt cx="1421047" cy="2833357"/>
            </a:xfrm>
          </p:grpSpPr>
          <p:sp>
            <p:nvSpPr>
              <p:cNvPr id="1330" name="Google Shape;1330;p29"/>
              <p:cNvSpPr/>
              <p:nvPr/>
            </p:nvSpPr>
            <p:spPr>
              <a:xfrm rot="10800000">
                <a:off x="334358" y="2186737"/>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31" name="Google Shape;1331;p29"/>
              <p:cNvGrpSpPr/>
              <p:nvPr/>
            </p:nvGrpSpPr>
            <p:grpSpPr>
              <a:xfrm rot="5400000">
                <a:off x="1046250" y="3181856"/>
                <a:ext cx="161977" cy="161940"/>
                <a:chOff x="1101075" y="2142375"/>
                <a:chExt cx="439200" cy="439100"/>
              </a:xfrm>
            </p:grpSpPr>
            <p:sp>
              <p:nvSpPr>
                <p:cNvPr id="1332" name="Google Shape;1332;p29"/>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3" name="Google Shape;1333;p29"/>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34" name="Google Shape;1334;p29"/>
              <p:cNvGrpSpPr/>
              <p:nvPr/>
            </p:nvGrpSpPr>
            <p:grpSpPr>
              <a:xfrm rot="-5400000">
                <a:off x="628029" y="4564272"/>
                <a:ext cx="161977" cy="161940"/>
                <a:chOff x="1101075" y="2142375"/>
                <a:chExt cx="439200" cy="439100"/>
              </a:xfrm>
            </p:grpSpPr>
            <p:sp>
              <p:nvSpPr>
                <p:cNvPr id="1335" name="Google Shape;1335;p29"/>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6" name="Google Shape;1336;p29"/>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9">
    <p:spTree>
      <p:nvGrpSpPr>
        <p:cNvPr id="1338" name="Shape 1338"/>
        <p:cNvGrpSpPr/>
        <p:nvPr/>
      </p:nvGrpSpPr>
      <p:grpSpPr>
        <a:xfrm>
          <a:off x="0" y="0"/>
          <a:ext cx="0" cy="0"/>
          <a:chOff x="0" y="0"/>
          <a:chExt cx="0" cy="0"/>
        </a:xfrm>
      </p:grpSpPr>
      <p:grpSp>
        <p:nvGrpSpPr>
          <p:cNvPr id="1339" name="Google Shape;1339;p30"/>
          <p:cNvGrpSpPr/>
          <p:nvPr/>
        </p:nvGrpSpPr>
        <p:grpSpPr>
          <a:xfrm>
            <a:off x="-623241" y="3925887"/>
            <a:ext cx="2833357" cy="1517787"/>
            <a:chOff x="-623241" y="3849687"/>
            <a:chExt cx="2833357" cy="1517787"/>
          </a:xfrm>
        </p:grpSpPr>
        <p:grpSp>
          <p:nvGrpSpPr>
            <p:cNvPr id="1340" name="Google Shape;1340;p30"/>
            <p:cNvGrpSpPr/>
            <p:nvPr/>
          </p:nvGrpSpPr>
          <p:grpSpPr>
            <a:xfrm rot="5400000">
              <a:off x="-879113" y="4155104"/>
              <a:ext cx="1517787" cy="906953"/>
              <a:chOff x="-55500" y="4835979"/>
              <a:chExt cx="1517787" cy="906953"/>
            </a:xfrm>
          </p:grpSpPr>
          <p:sp>
            <p:nvSpPr>
              <p:cNvPr id="1341" name="Google Shape;1341;p30"/>
              <p:cNvSpPr/>
              <p:nvPr/>
            </p:nvSpPr>
            <p:spPr>
              <a:xfrm>
                <a:off x="-55500" y="489515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2" name="Google Shape;1342;p30"/>
              <p:cNvSpPr/>
              <p:nvPr/>
            </p:nvSpPr>
            <p:spPr>
              <a:xfrm>
                <a:off x="522674" y="4951702"/>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3" name="Google Shape;1343;p30"/>
              <p:cNvSpPr/>
              <p:nvPr/>
            </p:nvSpPr>
            <p:spPr>
              <a:xfrm>
                <a:off x="401812" y="51855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4" name="Google Shape;1344;p30"/>
              <p:cNvSpPr/>
              <p:nvPr/>
            </p:nvSpPr>
            <p:spPr>
              <a:xfrm>
                <a:off x="880250" y="4835979"/>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5" name="Google Shape;1345;p30"/>
            <p:cNvGrpSpPr/>
            <p:nvPr/>
          </p:nvGrpSpPr>
          <p:grpSpPr>
            <a:xfrm>
              <a:off x="-623241" y="3946426"/>
              <a:ext cx="2833357" cy="1421047"/>
              <a:chOff x="-677366" y="4067276"/>
              <a:chExt cx="2833357" cy="1421047"/>
            </a:xfrm>
          </p:grpSpPr>
          <p:sp>
            <p:nvSpPr>
              <p:cNvPr id="1346" name="Google Shape;1346;p30"/>
              <p:cNvSpPr/>
              <p:nvPr/>
            </p:nvSpPr>
            <p:spPr>
              <a:xfrm rot="5400000">
                <a:off x="28789" y="3361120"/>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47" name="Google Shape;1347;p30"/>
              <p:cNvGrpSpPr/>
              <p:nvPr/>
            </p:nvGrpSpPr>
            <p:grpSpPr>
              <a:xfrm>
                <a:off x="317735" y="4614472"/>
                <a:ext cx="161977" cy="161940"/>
                <a:chOff x="1101075" y="2142375"/>
                <a:chExt cx="439200" cy="439100"/>
              </a:xfrm>
            </p:grpSpPr>
            <p:sp>
              <p:nvSpPr>
                <p:cNvPr id="1348" name="Google Shape;1348;p30"/>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9" name="Google Shape;1349;p30"/>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50" name="Google Shape;1350;p30"/>
              <p:cNvGrpSpPr/>
              <p:nvPr/>
            </p:nvGrpSpPr>
            <p:grpSpPr>
              <a:xfrm rot="10800000">
                <a:off x="1700151" y="5032693"/>
                <a:ext cx="161977" cy="161940"/>
                <a:chOff x="1101075" y="2142375"/>
                <a:chExt cx="439200" cy="439100"/>
              </a:xfrm>
            </p:grpSpPr>
            <p:sp>
              <p:nvSpPr>
                <p:cNvPr id="1351" name="Google Shape;1351;p30"/>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2" name="Google Shape;1352;p30"/>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353" name="Google Shape;1353;p30"/>
            <p:cNvSpPr/>
            <p:nvPr/>
          </p:nvSpPr>
          <p:spPr>
            <a:xfrm rot="-5400000">
              <a:off x="289120" y="3696219"/>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54" name="Google Shape;1354;p30"/>
          <p:cNvGrpSpPr/>
          <p:nvPr/>
        </p:nvGrpSpPr>
        <p:grpSpPr>
          <a:xfrm>
            <a:off x="6323925" y="-1678249"/>
            <a:ext cx="4189199" cy="3065874"/>
            <a:chOff x="6171525" y="-1678249"/>
            <a:chExt cx="4189199" cy="3065874"/>
          </a:xfrm>
        </p:grpSpPr>
        <p:sp>
          <p:nvSpPr>
            <p:cNvPr id="1355" name="Google Shape;1355;p30"/>
            <p:cNvSpPr/>
            <p:nvPr/>
          </p:nvSpPr>
          <p:spPr>
            <a:xfrm rot="-5400000">
              <a:off x="6808863" y="-808395"/>
              <a:ext cx="1558682"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356" name="Google Shape;1356;p30"/>
            <p:cNvPicPr preferRelativeResize="0"/>
            <p:nvPr/>
          </p:nvPicPr>
          <p:blipFill rotWithShape="1">
            <a:blip r:embed="rId2">
              <a:alphaModFix/>
            </a:blip>
            <a:srcRect b="26177" l="16960" r="7121" t="24719"/>
            <a:stretch/>
          </p:blipFill>
          <p:spPr>
            <a:xfrm>
              <a:off x="6587425" y="-1678249"/>
              <a:ext cx="3773299" cy="2879876"/>
            </a:xfrm>
            <a:prstGeom prst="rect">
              <a:avLst/>
            </a:prstGeom>
            <a:noFill/>
            <a:ln>
              <a:noFill/>
            </a:ln>
          </p:spPr>
        </p:pic>
        <p:sp>
          <p:nvSpPr>
            <p:cNvPr id="1357" name="Google Shape;1357;p30"/>
            <p:cNvSpPr/>
            <p:nvPr/>
          </p:nvSpPr>
          <p:spPr>
            <a:xfrm>
              <a:off x="8292929" y="-80469"/>
              <a:ext cx="904284" cy="86593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58" name="Google Shape;1358;p30"/>
            <p:cNvGrpSpPr/>
            <p:nvPr/>
          </p:nvGrpSpPr>
          <p:grpSpPr>
            <a:xfrm rot="-2700000">
              <a:off x="8302147" y="61289"/>
              <a:ext cx="582044" cy="582419"/>
              <a:chOff x="959750" y="3039275"/>
              <a:chExt cx="582050" cy="582425"/>
            </a:xfrm>
          </p:grpSpPr>
          <p:sp>
            <p:nvSpPr>
              <p:cNvPr id="1359" name="Google Shape;1359;p30"/>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0" name="Google Shape;1360;p30"/>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1" name="Google Shape;1361;p30"/>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2" name="Google Shape;1362;p30"/>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3" name="Google Shape;1363;p30"/>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30"/>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5" name="Google Shape;1365;p30"/>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66" name="Google Shape;1366;p30"/>
            <p:cNvGrpSpPr/>
            <p:nvPr/>
          </p:nvGrpSpPr>
          <p:grpSpPr>
            <a:xfrm rot="-2700000">
              <a:off x="8551447" y="61289"/>
              <a:ext cx="582044" cy="582419"/>
              <a:chOff x="959750" y="3039275"/>
              <a:chExt cx="582050" cy="582425"/>
            </a:xfrm>
          </p:grpSpPr>
          <p:sp>
            <p:nvSpPr>
              <p:cNvPr id="1367" name="Google Shape;1367;p30"/>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8" name="Google Shape;1368;p30"/>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30"/>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0" name="Google Shape;1370;p30"/>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1" name="Google Shape;1371;p30"/>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30"/>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3" name="Google Shape;1373;p30"/>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9900FF">
                      <a:alpha val="46667"/>
                      <a:alpha val="37270"/>
                    </a:srgbClr>
                  </a:gs>
                  <a:gs pos="100000">
                    <a:srgbClr val="FFFFFF">
                      <a:alpha val="0"/>
                      <a:alpha val="3727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374" name="Google Shape;1374;p30"/>
          <p:cNvGrpSpPr/>
          <p:nvPr/>
        </p:nvGrpSpPr>
        <p:grpSpPr>
          <a:xfrm rot="2700000">
            <a:off x="8945322" y="2352177"/>
            <a:ext cx="439196" cy="439096"/>
            <a:chOff x="1101075" y="2142375"/>
            <a:chExt cx="439200" cy="439100"/>
          </a:xfrm>
        </p:grpSpPr>
        <p:sp>
          <p:nvSpPr>
            <p:cNvPr id="1375" name="Google Shape;1375;p30"/>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6" name="Google Shape;1376;p30"/>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9_1">
    <p:bg>
      <p:bgPr>
        <a:solidFill>
          <a:schemeClr val="dk2"/>
        </a:solidFill>
      </p:bgPr>
    </p:bg>
    <p:spTree>
      <p:nvGrpSpPr>
        <p:cNvPr id="1377" name="Shape 1377"/>
        <p:cNvGrpSpPr/>
        <p:nvPr/>
      </p:nvGrpSpPr>
      <p:grpSpPr>
        <a:xfrm>
          <a:off x="0" y="0"/>
          <a:ext cx="0" cy="0"/>
          <a:chOff x="0" y="0"/>
          <a:chExt cx="0" cy="0"/>
        </a:xfrm>
      </p:grpSpPr>
      <p:grpSp>
        <p:nvGrpSpPr>
          <p:cNvPr id="1378" name="Google Shape;1378;p31"/>
          <p:cNvGrpSpPr/>
          <p:nvPr/>
        </p:nvGrpSpPr>
        <p:grpSpPr>
          <a:xfrm>
            <a:off x="8332551" y="-7"/>
            <a:ext cx="2386151" cy="3293873"/>
            <a:chOff x="8256351" y="-7"/>
            <a:chExt cx="2386151" cy="3293873"/>
          </a:xfrm>
        </p:grpSpPr>
        <p:pic>
          <p:nvPicPr>
            <p:cNvPr id="1379" name="Google Shape;1379;p31"/>
            <p:cNvPicPr preferRelativeResize="0"/>
            <p:nvPr/>
          </p:nvPicPr>
          <p:blipFill rotWithShape="1">
            <a:blip r:embed="rId2">
              <a:alphaModFix/>
            </a:blip>
            <a:srcRect b="26177" l="16960" r="7121" t="24719"/>
            <a:stretch/>
          </p:blipFill>
          <p:spPr>
            <a:xfrm rot="5400000">
              <a:off x="7886227" y="537590"/>
              <a:ext cx="3126400" cy="2386151"/>
            </a:xfrm>
            <a:prstGeom prst="rect">
              <a:avLst/>
            </a:prstGeom>
            <a:noFill/>
            <a:ln>
              <a:noFill/>
            </a:ln>
          </p:spPr>
        </p:pic>
        <p:grpSp>
          <p:nvGrpSpPr>
            <p:cNvPr id="1380" name="Google Shape;1380;p31"/>
            <p:cNvGrpSpPr/>
            <p:nvPr/>
          </p:nvGrpSpPr>
          <p:grpSpPr>
            <a:xfrm rot="10800000">
              <a:off x="8452444" y="-7"/>
              <a:ext cx="325154" cy="1788670"/>
              <a:chOff x="8869019" y="-622132"/>
              <a:chExt cx="325154" cy="1788670"/>
            </a:xfrm>
          </p:grpSpPr>
          <p:sp>
            <p:nvSpPr>
              <p:cNvPr id="1381" name="Google Shape;1381;p31"/>
              <p:cNvSpPr/>
              <p:nvPr/>
            </p:nvSpPr>
            <p:spPr>
              <a:xfrm rot="10800000">
                <a:off x="8869019" y="-622132"/>
                <a:ext cx="246869" cy="1703243"/>
              </a:xfrm>
              <a:custGeom>
                <a:rect b="b" l="l" r="r" t="t"/>
                <a:pathLst>
                  <a:path extrusionOk="0" h="29909" w="6019">
                    <a:moveTo>
                      <a:pt x="1" y="1"/>
                    </a:moveTo>
                    <a:lnTo>
                      <a:pt x="1" y="306"/>
                    </a:lnTo>
                    <a:lnTo>
                      <a:pt x="5699" y="306"/>
                    </a:lnTo>
                    <a:lnTo>
                      <a:pt x="5699" y="29909"/>
                    </a:lnTo>
                    <a:lnTo>
                      <a:pt x="6019" y="29909"/>
                    </a:lnTo>
                    <a:lnTo>
                      <a:pt x="6019"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82" name="Google Shape;1382;p31"/>
              <p:cNvGrpSpPr/>
              <p:nvPr/>
            </p:nvGrpSpPr>
            <p:grpSpPr>
              <a:xfrm rot="1800062">
                <a:off x="9035610" y="1007995"/>
                <a:ext cx="134040" cy="134009"/>
                <a:chOff x="1101075" y="2142375"/>
                <a:chExt cx="439200" cy="439100"/>
              </a:xfrm>
            </p:grpSpPr>
            <p:sp>
              <p:nvSpPr>
                <p:cNvPr id="1383" name="Google Shape;1383;p31"/>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40000">
                      <a:srgbClr val="FF9900">
                        <a:alpha val="40784"/>
                      </a:srgbClr>
                    </a:gs>
                    <a:gs pos="100000">
                      <a:srgbClr val="FFFFFF">
                        <a:alpha val="0"/>
                      </a:srgbClr>
                    </a:gs>
                  </a:gsLst>
                  <a:lin ang="2698631" scaled="0"/>
                </a:gra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4" name="Google Shape;1384;p31"/>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grpSp>
        <p:nvGrpSpPr>
          <p:cNvPr id="1385" name="Google Shape;1385;p31"/>
          <p:cNvGrpSpPr/>
          <p:nvPr/>
        </p:nvGrpSpPr>
        <p:grpSpPr>
          <a:xfrm>
            <a:off x="-213525" y="171225"/>
            <a:ext cx="439200" cy="439100"/>
            <a:chOff x="1101075" y="2142375"/>
            <a:chExt cx="439200" cy="439100"/>
          </a:xfrm>
        </p:grpSpPr>
        <p:sp>
          <p:nvSpPr>
            <p:cNvPr id="1386" name="Google Shape;1386;p31"/>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7" name="Google Shape;1387;p31"/>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1"/>
                </a:gs>
                <a:gs pos="18000">
                  <a:schemeClr val="lt1"/>
                </a:gs>
                <a:gs pos="56000">
                  <a:srgbClr val="FFFFFF">
                    <a:alpha val="0"/>
                  </a:srgbClr>
                </a:gs>
                <a:gs pos="74000">
                  <a:schemeClr val="lt1"/>
                </a:gs>
                <a:gs pos="100000">
                  <a:srgbClr val="0C0A9E">
                    <a:alpha val="20000"/>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88" name="Google Shape;1388;p31"/>
          <p:cNvGrpSpPr/>
          <p:nvPr/>
        </p:nvGrpSpPr>
        <p:grpSpPr>
          <a:xfrm>
            <a:off x="-1262974" y="3161328"/>
            <a:ext cx="4822591" cy="2934500"/>
            <a:chOff x="-1186774" y="3161328"/>
            <a:chExt cx="4822591" cy="2934500"/>
          </a:xfrm>
        </p:grpSpPr>
        <p:pic>
          <p:nvPicPr>
            <p:cNvPr id="1389" name="Google Shape;1389;p31"/>
            <p:cNvPicPr preferRelativeResize="0"/>
            <p:nvPr/>
          </p:nvPicPr>
          <p:blipFill rotWithShape="1">
            <a:blip r:embed="rId2">
              <a:alphaModFix/>
            </a:blip>
            <a:srcRect b="26177" l="16960" r="7121" t="24719"/>
            <a:stretch/>
          </p:blipFill>
          <p:spPr>
            <a:xfrm rot="5400000">
              <a:off x="-1534175" y="3508728"/>
              <a:ext cx="2934500" cy="2239699"/>
            </a:xfrm>
            <a:prstGeom prst="rect">
              <a:avLst/>
            </a:prstGeom>
            <a:noFill/>
            <a:ln>
              <a:noFill/>
            </a:ln>
          </p:spPr>
        </p:pic>
        <p:sp>
          <p:nvSpPr>
            <p:cNvPr id="1390" name="Google Shape;1390;p31"/>
            <p:cNvSpPr/>
            <p:nvPr/>
          </p:nvSpPr>
          <p:spPr>
            <a:xfrm rot="-5400000">
              <a:off x="-184180" y="3596444"/>
              <a:ext cx="503090" cy="2327806"/>
            </a:xfrm>
            <a:custGeom>
              <a:rect b="b" l="l" r="r" t="t"/>
              <a:pathLst>
                <a:path extrusionOk="0" h="56755" w="12266">
                  <a:moveTo>
                    <a:pt x="6811" y="1"/>
                  </a:moveTo>
                  <a:lnTo>
                    <a:pt x="2133" y="4663"/>
                  </a:lnTo>
                  <a:lnTo>
                    <a:pt x="2133" y="16836"/>
                  </a:lnTo>
                  <a:lnTo>
                    <a:pt x="2438" y="16836"/>
                  </a:lnTo>
                  <a:lnTo>
                    <a:pt x="2438" y="4800"/>
                  </a:lnTo>
                  <a:lnTo>
                    <a:pt x="6475" y="747"/>
                  </a:lnTo>
                  <a:lnTo>
                    <a:pt x="6475" y="11793"/>
                  </a:lnTo>
                  <a:lnTo>
                    <a:pt x="11534" y="11793"/>
                  </a:lnTo>
                  <a:lnTo>
                    <a:pt x="8197" y="15130"/>
                  </a:lnTo>
                  <a:lnTo>
                    <a:pt x="11640" y="18573"/>
                  </a:lnTo>
                  <a:lnTo>
                    <a:pt x="5668" y="24546"/>
                  </a:lnTo>
                  <a:lnTo>
                    <a:pt x="5668" y="41686"/>
                  </a:lnTo>
                  <a:lnTo>
                    <a:pt x="0" y="47369"/>
                  </a:lnTo>
                  <a:lnTo>
                    <a:pt x="0" y="56754"/>
                  </a:lnTo>
                  <a:lnTo>
                    <a:pt x="305" y="56754"/>
                  </a:lnTo>
                  <a:lnTo>
                    <a:pt x="305" y="47476"/>
                  </a:lnTo>
                  <a:lnTo>
                    <a:pt x="5973" y="41823"/>
                  </a:lnTo>
                  <a:lnTo>
                    <a:pt x="5973" y="24683"/>
                  </a:lnTo>
                  <a:lnTo>
                    <a:pt x="12082" y="18573"/>
                  </a:lnTo>
                  <a:lnTo>
                    <a:pt x="8639" y="15130"/>
                  </a:lnTo>
                  <a:lnTo>
                    <a:pt x="12265" y="11488"/>
                  </a:lnTo>
                  <a:lnTo>
                    <a:pt x="6811" y="11488"/>
                  </a:lnTo>
                  <a:lnTo>
                    <a:pt x="6811" y="1"/>
                  </a:lnTo>
                  <a:close/>
                </a:path>
              </a:pathLst>
            </a:custGeom>
            <a:gradFill>
              <a:gsLst>
                <a:gs pos="0">
                  <a:schemeClr val="lt1"/>
                </a:gs>
                <a:gs pos="18000">
                  <a:schemeClr val="lt1"/>
                </a:gs>
                <a:gs pos="56000">
                  <a:srgbClr val="FFFFFF">
                    <a:alpha val="0"/>
                  </a:srgbClr>
                </a:gs>
                <a:gs pos="74000">
                  <a:schemeClr val="lt1"/>
                </a:gs>
                <a:gs pos="100000">
                  <a:srgbClr val="9900FF">
                    <a:alpha val="28627"/>
                  </a:srgbClr>
                </a:gs>
              </a:gsLst>
              <a:path path="circle">
                <a:fillToRect b="100%" l="0%" r="100%" t="0%"/>
              </a:path>
              <a:tileRect b="0%" l="-100%" r="0%" t="-10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391" name="Google Shape;1391;p31"/>
            <p:cNvGrpSpPr/>
            <p:nvPr/>
          </p:nvGrpSpPr>
          <p:grpSpPr>
            <a:xfrm>
              <a:off x="58899" y="4608583"/>
              <a:ext cx="604346" cy="657081"/>
              <a:chOff x="58899" y="4608583"/>
              <a:chExt cx="604346" cy="657081"/>
            </a:xfrm>
          </p:grpSpPr>
          <p:grpSp>
            <p:nvGrpSpPr>
              <p:cNvPr id="1392" name="Google Shape;1392;p31"/>
              <p:cNvGrpSpPr/>
              <p:nvPr/>
            </p:nvGrpSpPr>
            <p:grpSpPr>
              <a:xfrm rot="10800000">
                <a:off x="58899" y="4608583"/>
                <a:ext cx="328346" cy="328531"/>
                <a:chOff x="3678700" y="407275"/>
                <a:chExt cx="708100" cy="708500"/>
              </a:xfrm>
            </p:grpSpPr>
            <p:sp>
              <p:nvSpPr>
                <p:cNvPr id="1393" name="Google Shape;1393;p3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4" name="Google Shape;1394;p3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5" name="Google Shape;1395;p3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3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7" name="Google Shape;1397;p3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8" name="Google Shape;1398;p3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9" name="Google Shape;1399;p3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0" name="Google Shape;1400;p31"/>
              <p:cNvGrpSpPr/>
              <p:nvPr/>
            </p:nvGrpSpPr>
            <p:grpSpPr>
              <a:xfrm rot="10800000">
                <a:off x="334899" y="4608583"/>
                <a:ext cx="328346" cy="328531"/>
                <a:chOff x="3678700" y="407275"/>
                <a:chExt cx="708100" cy="708500"/>
              </a:xfrm>
            </p:grpSpPr>
            <p:sp>
              <p:nvSpPr>
                <p:cNvPr id="1401" name="Google Shape;1401;p3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2" name="Google Shape;1402;p3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3" name="Google Shape;1403;p3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4" name="Google Shape;1404;p3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3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6" name="Google Shape;1406;p3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7" name="Google Shape;1407;p3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08" name="Google Shape;1408;p31"/>
              <p:cNvGrpSpPr/>
              <p:nvPr/>
            </p:nvGrpSpPr>
            <p:grpSpPr>
              <a:xfrm rot="10800000">
                <a:off x="282574" y="4937133"/>
                <a:ext cx="328346" cy="328531"/>
                <a:chOff x="3678700" y="407275"/>
                <a:chExt cx="708100" cy="708500"/>
              </a:xfrm>
            </p:grpSpPr>
            <p:sp>
              <p:nvSpPr>
                <p:cNvPr id="1409" name="Google Shape;1409;p31"/>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31"/>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1" name="Google Shape;1411;p31"/>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2" name="Google Shape;1412;p31"/>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3" name="Google Shape;1413;p31"/>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4" name="Google Shape;1414;p31"/>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5" name="Google Shape;1415;p31"/>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rgbClr val="0C0A9E">
                        <a:alpha val="37255"/>
                        <a:alpha val="46820"/>
                      </a:srgbClr>
                    </a:gs>
                    <a:gs pos="100000">
                      <a:srgbClr val="FFFFFF">
                        <a:alpha val="0"/>
                        <a:alpha val="4682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16" name="Google Shape;1416;p31"/>
            <p:cNvGrpSpPr/>
            <p:nvPr/>
          </p:nvGrpSpPr>
          <p:grpSpPr>
            <a:xfrm>
              <a:off x="-923150" y="4796551"/>
              <a:ext cx="4558967" cy="134100"/>
              <a:chOff x="796100" y="3019701"/>
              <a:chExt cx="4558967" cy="134100"/>
            </a:xfrm>
          </p:grpSpPr>
          <p:sp>
            <p:nvSpPr>
              <p:cNvPr id="1417" name="Google Shape;1417;p31"/>
              <p:cNvSpPr/>
              <p:nvPr/>
            </p:nvSpPr>
            <p:spPr>
              <a:xfrm>
                <a:off x="5220967" y="3019701"/>
                <a:ext cx="134100" cy="134100"/>
              </a:xfrm>
              <a:prstGeom prst="ellipse">
                <a:avLst/>
              </a:prstGeom>
              <a:no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18" name="Google Shape;1418;p31"/>
              <p:cNvCxnSpPr/>
              <p:nvPr/>
            </p:nvCxnSpPr>
            <p:spPr>
              <a:xfrm>
                <a:off x="796100" y="3086750"/>
                <a:ext cx="4462800" cy="0"/>
              </a:xfrm>
              <a:prstGeom prst="straightConnector1">
                <a:avLst/>
              </a:prstGeom>
              <a:noFill/>
              <a:ln cap="flat" cmpd="sng" w="9525">
                <a:solidFill>
                  <a:schemeClr val="lt1"/>
                </a:solidFill>
                <a:prstDash val="solid"/>
                <a:round/>
                <a:headEnd len="med" w="med" type="none"/>
                <a:tailEnd len="med" w="med" type="none"/>
              </a:ln>
            </p:spPr>
          </p:cxnSp>
          <p:sp>
            <p:nvSpPr>
              <p:cNvPr id="1419" name="Google Shape;1419;p31"/>
              <p:cNvSpPr/>
              <p:nvPr/>
            </p:nvSpPr>
            <p:spPr>
              <a:xfrm>
                <a:off x="5251079" y="3049843"/>
                <a:ext cx="73800" cy="738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423" name="Shape 1423"/>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CUSTOM">
    <p:spTree>
      <p:nvGrpSpPr>
        <p:cNvPr id="1424" name="Shape 1424"/>
        <p:cNvGrpSpPr/>
        <p:nvPr/>
      </p:nvGrpSpPr>
      <p:grpSpPr>
        <a:xfrm>
          <a:off x="0" y="0"/>
          <a:ext cx="0" cy="0"/>
          <a:chOff x="0" y="0"/>
          <a:chExt cx="0" cy="0"/>
        </a:xfrm>
      </p:grpSpPr>
      <p:sp>
        <p:nvSpPr>
          <p:cNvPr id="1425" name="Google Shape;1425;p34"/>
          <p:cNvSpPr txBox="1"/>
          <p:nvPr>
            <p:ph type="title"/>
          </p:nvPr>
        </p:nvSpPr>
        <p:spPr>
          <a:xfrm>
            <a:off x="716775" y="510900"/>
            <a:ext cx="7710600" cy="482400"/>
          </a:xfrm>
          <a:prstGeom prst="rect">
            <a:avLst/>
          </a:prstGeom>
        </p:spPr>
        <p:txBody>
          <a:bodyPr anchorCtr="0" anchor="t" bIns="91425" lIns="91425" spcFirstLastPara="1" rIns="91425" wrap="square" tIns="91425">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713225" y="445025"/>
            <a:ext cx="77175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1pPr>
            <a:lvl2pPr lvl="1"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2pPr>
            <a:lvl3pPr lvl="2"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3pPr>
            <a:lvl4pPr lvl="3"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4pPr>
            <a:lvl5pPr lvl="4"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5pPr>
            <a:lvl6pPr lvl="5"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6pPr>
            <a:lvl7pPr lvl="6"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7pPr>
            <a:lvl8pPr lvl="7"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8pPr>
            <a:lvl9pPr lvl="8" rtl="0">
              <a:spcBef>
                <a:spcPts val="0"/>
              </a:spcBef>
              <a:spcAft>
                <a:spcPts val="0"/>
              </a:spcAft>
              <a:buClr>
                <a:schemeClr val="dk2"/>
              </a:buClr>
              <a:buSzPts val="3000"/>
              <a:buFont typeface="IBM Plex Mono"/>
              <a:buNone/>
              <a:defRPr b="1" sz="3000">
                <a:solidFill>
                  <a:schemeClr val="dk2"/>
                </a:solidFill>
                <a:latin typeface="IBM Plex Mono"/>
                <a:ea typeface="IBM Plex Mono"/>
                <a:cs typeface="IBM Plex Mono"/>
                <a:sym typeface="IBM Plex Mono"/>
              </a:defRPr>
            </a:lvl9pPr>
          </a:lstStyle>
          <a:p/>
        </p:txBody>
      </p:sp>
      <p:sp>
        <p:nvSpPr>
          <p:cNvPr id="7" name="Google Shape;7;p1"/>
          <p:cNvSpPr txBox="1"/>
          <p:nvPr>
            <p:ph idx="1" type="body"/>
          </p:nvPr>
        </p:nvSpPr>
        <p:spPr>
          <a:xfrm>
            <a:off x="713225" y="1152475"/>
            <a:ext cx="7681800" cy="3416400"/>
          </a:xfrm>
          <a:prstGeom prst="rect">
            <a:avLst/>
          </a:prstGeom>
          <a:noFill/>
          <a:ln>
            <a:noFill/>
          </a:ln>
        </p:spPr>
        <p:txBody>
          <a:bodyPr anchorCtr="0" anchor="t" bIns="91425" lIns="91425" spcFirstLastPara="1" rIns="91425" wrap="square" tIns="91425">
            <a:noAutofit/>
          </a:bodyPr>
          <a:lstStyle>
            <a:lvl1pPr indent="-317500" lvl="0" marL="4572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1pPr>
            <a:lvl2pPr indent="-317500" lvl="1" marL="9144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2pPr>
            <a:lvl3pPr indent="-317500" lvl="2" marL="13716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3pPr>
            <a:lvl4pPr indent="-317500" lvl="3" marL="18288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4pPr>
            <a:lvl5pPr indent="-317500" lvl="4" marL="22860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5pPr>
            <a:lvl6pPr indent="-317500" lvl="5" marL="27432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6pPr>
            <a:lvl7pPr indent="-317500" lvl="6" marL="32004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7pPr>
            <a:lvl8pPr indent="-317500" lvl="7" marL="36576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8pPr>
            <a:lvl9pPr indent="-317500" lvl="8" marL="4114800">
              <a:lnSpc>
                <a:spcPct val="115000"/>
              </a:lnSpc>
              <a:spcBef>
                <a:spcPts val="0"/>
              </a:spcBef>
              <a:spcAft>
                <a:spcPts val="0"/>
              </a:spcAft>
              <a:buClr>
                <a:schemeClr val="dk1"/>
              </a:buClr>
              <a:buSzPts val="1400"/>
              <a:buFont typeface="Be Vietnam Pro"/>
              <a:buChar char="■"/>
              <a:defRPr>
                <a:solidFill>
                  <a:schemeClr val="dk1"/>
                </a:solidFill>
                <a:latin typeface="Be Vietnam Pro"/>
                <a:ea typeface="Be Vietnam Pro"/>
                <a:cs typeface="Be Vietnam Pro"/>
                <a:sym typeface="Be Vietnam Pro"/>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0E2A47"/>
        </a:solidFill>
      </p:bgPr>
    </p:bg>
    <p:spTree>
      <p:nvGrpSpPr>
        <p:cNvPr id="1420" name="Shape 1420"/>
        <p:cNvGrpSpPr/>
        <p:nvPr/>
      </p:nvGrpSpPr>
      <p:grpSpPr>
        <a:xfrm>
          <a:off x="0" y="0"/>
          <a:ext cx="0" cy="0"/>
          <a:chOff x="0" y="0"/>
          <a:chExt cx="0" cy="0"/>
        </a:xfrm>
      </p:grpSpPr>
      <p:sp>
        <p:nvSpPr>
          <p:cNvPr id="1421" name="Google Shape;1421;p32"/>
          <p:cNvSpPr txBox="1"/>
          <p:nvPr>
            <p:ph type="title"/>
          </p:nvPr>
        </p:nvSpPr>
        <p:spPr>
          <a:xfrm>
            <a:off x="1068100" y="933450"/>
            <a:ext cx="7047300" cy="482400"/>
          </a:xfrm>
          <a:prstGeom prst="rect">
            <a:avLst/>
          </a:prstGeom>
          <a:noFill/>
          <a:ln>
            <a:noFill/>
          </a:ln>
        </p:spPr>
        <p:txBody>
          <a:bodyPr anchorCtr="0" anchor="t" bIns="91425" lIns="91425" spcFirstLastPara="1" rIns="91425" wrap="square" tIns="91425">
            <a:noAutofit/>
          </a:bodyPr>
          <a:lstStyle>
            <a:lvl1pPr lvl="0" rtl="0" algn="ctr">
              <a:spcBef>
                <a:spcPts val="0"/>
              </a:spcBef>
              <a:spcAft>
                <a:spcPts val="0"/>
              </a:spcAft>
              <a:buClr>
                <a:srgbClr val="FFFFFF"/>
              </a:buClr>
              <a:buSzPts val="2400"/>
              <a:buNone/>
              <a:defRPr sz="2400">
                <a:solidFill>
                  <a:srgbClr val="FFFFFF"/>
                </a:solidFill>
              </a:defRPr>
            </a:lvl1pPr>
            <a:lvl2pPr lvl="1" rtl="0" algn="ctr">
              <a:spcBef>
                <a:spcPts val="0"/>
              </a:spcBef>
              <a:spcAft>
                <a:spcPts val="0"/>
              </a:spcAft>
              <a:buClr>
                <a:srgbClr val="FFFFFF"/>
              </a:buClr>
              <a:buSzPts val="2400"/>
              <a:buNone/>
              <a:defRPr sz="2400">
                <a:solidFill>
                  <a:srgbClr val="FFFFFF"/>
                </a:solidFill>
              </a:defRPr>
            </a:lvl2pPr>
            <a:lvl3pPr lvl="2" rtl="0" algn="ctr">
              <a:spcBef>
                <a:spcPts val="0"/>
              </a:spcBef>
              <a:spcAft>
                <a:spcPts val="0"/>
              </a:spcAft>
              <a:buClr>
                <a:srgbClr val="FFFFFF"/>
              </a:buClr>
              <a:buSzPts val="2400"/>
              <a:buNone/>
              <a:defRPr sz="2400">
                <a:solidFill>
                  <a:srgbClr val="FFFFFF"/>
                </a:solidFill>
              </a:defRPr>
            </a:lvl3pPr>
            <a:lvl4pPr lvl="3" rtl="0" algn="ctr">
              <a:spcBef>
                <a:spcPts val="0"/>
              </a:spcBef>
              <a:spcAft>
                <a:spcPts val="0"/>
              </a:spcAft>
              <a:buClr>
                <a:srgbClr val="FFFFFF"/>
              </a:buClr>
              <a:buSzPts val="2400"/>
              <a:buNone/>
              <a:defRPr sz="2400">
                <a:solidFill>
                  <a:srgbClr val="FFFFFF"/>
                </a:solidFill>
              </a:defRPr>
            </a:lvl4pPr>
            <a:lvl5pPr lvl="4" rtl="0" algn="ctr">
              <a:spcBef>
                <a:spcPts val="0"/>
              </a:spcBef>
              <a:spcAft>
                <a:spcPts val="0"/>
              </a:spcAft>
              <a:buClr>
                <a:srgbClr val="FFFFFF"/>
              </a:buClr>
              <a:buSzPts val="2400"/>
              <a:buNone/>
              <a:defRPr sz="2400">
                <a:solidFill>
                  <a:srgbClr val="FFFFFF"/>
                </a:solidFill>
              </a:defRPr>
            </a:lvl5pPr>
            <a:lvl6pPr lvl="5" rtl="0" algn="ctr">
              <a:spcBef>
                <a:spcPts val="0"/>
              </a:spcBef>
              <a:spcAft>
                <a:spcPts val="0"/>
              </a:spcAft>
              <a:buClr>
                <a:srgbClr val="FFFFFF"/>
              </a:buClr>
              <a:buSzPts val="2400"/>
              <a:buNone/>
              <a:defRPr sz="2400">
                <a:solidFill>
                  <a:srgbClr val="FFFFFF"/>
                </a:solidFill>
              </a:defRPr>
            </a:lvl6pPr>
            <a:lvl7pPr lvl="6" rtl="0" algn="ctr">
              <a:spcBef>
                <a:spcPts val="0"/>
              </a:spcBef>
              <a:spcAft>
                <a:spcPts val="0"/>
              </a:spcAft>
              <a:buClr>
                <a:srgbClr val="FFFFFF"/>
              </a:buClr>
              <a:buSzPts val="2400"/>
              <a:buNone/>
              <a:defRPr sz="2400">
                <a:solidFill>
                  <a:srgbClr val="FFFFFF"/>
                </a:solidFill>
              </a:defRPr>
            </a:lvl7pPr>
            <a:lvl8pPr lvl="7" rtl="0" algn="ctr">
              <a:spcBef>
                <a:spcPts val="0"/>
              </a:spcBef>
              <a:spcAft>
                <a:spcPts val="0"/>
              </a:spcAft>
              <a:buClr>
                <a:srgbClr val="FFFFFF"/>
              </a:buClr>
              <a:buSzPts val="2400"/>
              <a:buNone/>
              <a:defRPr sz="2400">
                <a:solidFill>
                  <a:srgbClr val="FFFFFF"/>
                </a:solidFill>
              </a:defRPr>
            </a:lvl8pPr>
            <a:lvl9pPr lvl="8" rtl="0" algn="ctr">
              <a:spcBef>
                <a:spcPts val="0"/>
              </a:spcBef>
              <a:spcAft>
                <a:spcPts val="0"/>
              </a:spcAft>
              <a:buClr>
                <a:srgbClr val="FFFFFF"/>
              </a:buClr>
              <a:buSzPts val="2400"/>
              <a:buNone/>
              <a:defRPr sz="2400">
                <a:solidFill>
                  <a:srgbClr val="FFFFFF"/>
                </a:solidFill>
              </a:defRPr>
            </a:lvl9pPr>
          </a:lstStyle>
          <a:p/>
        </p:txBody>
      </p:sp>
      <p:sp>
        <p:nvSpPr>
          <p:cNvPr id="1422" name="Google Shape;1422;p32"/>
          <p:cNvSpPr txBox="1"/>
          <p:nvPr>
            <p:ph idx="1" type="body"/>
          </p:nvPr>
        </p:nvSpPr>
        <p:spPr>
          <a:xfrm>
            <a:off x="1068100" y="1695450"/>
            <a:ext cx="7047300" cy="2502000"/>
          </a:xfrm>
          <a:prstGeom prst="rect">
            <a:avLst/>
          </a:prstGeom>
          <a:noFill/>
          <a:ln>
            <a:noFill/>
          </a:ln>
        </p:spPr>
        <p:txBody>
          <a:bodyPr anchorCtr="0" anchor="t" bIns="91425" lIns="91425" spcFirstLastPara="1" rIns="91425" wrap="square" tIns="91425">
            <a:noAutofit/>
          </a:bodyPr>
          <a:lstStyle>
            <a:lvl1pPr indent="-298450" lvl="0" marL="4572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1pPr>
            <a:lvl2pPr indent="-298450" lvl="1" marL="9144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2pPr>
            <a:lvl3pPr indent="-298450" lvl="2" marL="13716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3pPr>
            <a:lvl4pPr indent="-298450" lvl="3" marL="18288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4pPr>
            <a:lvl5pPr indent="-298450" lvl="4" marL="22860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5pPr>
            <a:lvl6pPr indent="-298450" lvl="5" marL="27432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6pPr>
            <a:lvl7pPr indent="-298450" lvl="6" marL="32004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7pPr>
            <a:lvl8pPr indent="-298450" lvl="7" marL="36576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8pPr>
            <a:lvl9pPr indent="-298450" lvl="8" marL="4114800" rtl="0">
              <a:lnSpc>
                <a:spcPct val="115000"/>
              </a:lnSpc>
              <a:spcBef>
                <a:spcPts val="0"/>
              </a:spcBef>
              <a:spcAft>
                <a:spcPts val="0"/>
              </a:spcAft>
              <a:buClr>
                <a:srgbClr val="435D74"/>
              </a:buClr>
              <a:buSzPts val="1100"/>
              <a:buFont typeface="Be Vietnam Pro"/>
              <a:buChar char="■"/>
              <a:defRPr sz="1100">
                <a:solidFill>
                  <a:srgbClr val="435D74"/>
                </a:solidFill>
                <a:latin typeface="Be Vietnam Pro"/>
                <a:ea typeface="Be Vietnam Pro"/>
                <a:cs typeface="Be Vietnam Pro"/>
                <a:sym typeface="Be Vietnam Pro"/>
              </a:defRPr>
            </a:lvl9pPr>
          </a:lstStyle>
          <a:p/>
        </p:txBody>
      </p:sp>
    </p:spTree>
  </p:cSld>
  <p:clrMap accent1="accent1" accent2="accent2" accent3="accent3" accent4="accent4" accent5="accent5" accent6="accent6" bg1="lt1" bg2="dk2" tx1="dk1" tx2="lt2" folHlink="folHlink" hlink="hlink"/>
  <p:sldLayoutIdLst>
    <p:sldLayoutId id="2147483678" r:id="rId1"/>
    <p:sldLayoutId id="214748367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hyperlink" Target="https://docs.google.com/spreadsheets/d/1W6PeJrd7QuaEwtNjMzLFIwk8GMla41rffW2XDaGrDt4/copy" TargetMode="External"/><Relationship Id="rId5" Type="http://schemas.openxmlformats.org/officeDocument/2006/relationships/image" Target="../media/image7.png"/><Relationship Id="rId6" Type="http://schemas.openxmlformats.org/officeDocument/2006/relationships/chart" Targe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29" name="Shape 1429"/>
        <p:cNvGrpSpPr/>
        <p:nvPr/>
      </p:nvGrpSpPr>
      <p:grpSpPr>
        <a:xfrm>
          <a:off x="0" y="0"/>
          <a:ext cx="0" cy="0"/>
          <a:chOff x="0" y="0"/>
          <a:chExt cx="0" cy="0"/>
        </a:xfrm>
      </p:grpSpPr>
      <p:sp>
        <p:nvSpPr>
          <p:cNvPr id="1430" name="Google Shape;1430;p35"/>
          <p:cNvSpPr txBox="1"/>
          <p:nvPr>
            <p:ph idx="1" type="subTitle"/>
          </p:nvPr>
        </p:nvSpPr>
        <p:spPr>
          <a:xfrm>
            <a:off x="1096850" y="3456250"/>
            <a:ext cx="5760720" cy="82296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sz="1000"/>
              <a:t>Tối ưu đồng thời quỹ đạo UAV, lựa chọn relay và phân bổ băng thông cho truyền cảnh báo kịp hạn trong mạng sau thảm họa</a:t>
            </a:r>
          </a:p>
          <a:p>
            <a:pPr indent="0" lvl="0" marL="0" rtl="0" algn="l">
              <a:spcBef>
                <a:spcPts val="600"/>
              </a:spcBef>
              <a:spcAft>
                <a:spcPts val="0"/>
              </a:spcAft>
              <a:buNone/>
            </a:pPr>
            <a:r>
              <a:rPr lang="vi-VN" b="1" sz="1000"/>
              <a:t>Doãn Văn An · Nguyễn Bá Minh Đạt · Phạm Sơn Tùng · Lê Tuấn Đạt · Lê Xuân Lợi</a:t>
            </a:r>
          </a:p>
        </p:txBody>
      </p:sp>
      <p:sp>
        <p:nvSpPr>
          <p:cNvPr id="1431" name="Google Shape;1431;p35"/>
          <p:cNvSpPr txBox="1"/>
          <p:nvPr>
            <p:ph type="ctrTitle"/>
          </p:nvPr>
        </p:nvSpPr>
        <p:spPr>
          <a:xfrm>
            <a:off x="1096850" y="816324"/>
            <a:ext cx="5760720" cy="2326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2200">
                <a:solidFill>
                  <a:schemeClr val="dk2"/>
                </a:solidFill>
              </a:rPr>
              <a:t>Joint UAV Trajectory, Relay Selection, and Bandwidth Allocation for Deadline-Aware Alert Delivery in Disaster Networks</a:t>
            </a:r>
          </a:p>
        </p:txBody>
      </p:sp>
      <p:grpSp>
        <p:nvGrpSpPr>
          <p:cNvPr id="1432" name="Google Shape;1432;p35"/>
          <p:cNvGrpSpPr/>
          <p:nvPr/>
        </p:nvGrpSpPr>
        <p:grpSpPr>
          <a:xfrm>
            <a:off x="1096850" y="3242811"/>
            <a:ext cx="3936683" cy="134070"/>
            <a:chOff x="1096850" y="3242811"/>
            <a:chExt cx="3936683" cy="134070"/>
          </a:xfrm>
        </p:grpSpPr>
        <p:cxnSp>
          <p:nvCxnSpPr>
            <p:cNvPr id="1433" name="Google Shape;1433;p35"/>
            <p:cNvCxnSpPr/>
            <p:nvPr/>
          </p:nvCxnSpPr>
          <p:spPr>
            <a:xfrm>
              <a:off x="1096850" y="3309850"/>
              <a:ext cx="3840600" cy="0"/>
            </a:xfrm>
            <a:prstGeom prst="straightConnector1">
              <a:avLst/>
            </a:prstGeom>
            <a:noFill/>
            <a:ln cap="flat" cmpd="sng" w="9525">
              <a:solidFill>
                <a:schemeClr val="dk2"/>
              </a:solidFill>
              <a:prstDash val="solid"/>
              <a:round/>
              <a:headEnd len="med" w="med" type="none"/>
              <a:tailEnd len="med" w="med" type="none"/>
            </a:ln>
          </p:spPr>
        </p:cxnSp>
        <p:grpSp>
          <p:nvGrpSpPr>
            <p:cNvPr id="1434" name="Google Shape;1434;p35"/>
            <p:cNvGrpSpPr/>
            <p:nvPr/>
          </p:nvGrpSpPr>
          <p:grpSpPr>
            <a:xfrm>
              <a:off x="4899464" y="3242811"/>
              <a:ext cx="134070" cy="134070"/>
              <a:chOff x="8382514" y="1084976"/>
              <a:chExt cx="265800" cy="265800"/>
            </a:xfrm>
          </p:grpSpPr>
          <p:sp>
            <p:nvSpPr>
              <p:cNvPr id="1435" name="Google Shape;1435;p35"/>
              <p:cNvSpPr/>
              <p:nvPr/>
            </p:nvSpPr>
            <p:spPr>
              <a:xfrm>
                <a:off x="8442213" y="1144734"/>
                <a:ext cx="146400" cy="1464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35"/>
              <p:cNvSpPr/>
              <p:nvPr/>
            </p:nvSpPr>
            <p:spPr>
              <a:xfrm>
                <a:off x="8382514" y="1084976"/>
                <a:ext cx="265800" cy="265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437" name="Google Shape;1437;p35"/>
          <p:cNvGrpSpPr/>
          <p:nvPr/>
        </p:nvGrpSpPr>
        <p:grpSpPr>
          <a:xfrm>
            <a:off x="8017432" y="-313900"/>
            <a:ext cx="134070" cy="1891362"/>
            <a:chOff x="8017432" y="-313900"/>
            <a:chExt cx="134070" cy="1891362"/>
          </a:xfrm>
        </p:grpSpPr>
        <p:sp>
          <p:nvSpPr>
            <p:cNvPr id="1438" name="Google Shape;1438;p35"/>
            <p:cNvSpPr/>
            <p:nvPr/>
          </p:nvSpPr>
          <p:spPr>
            <a:xfrm rot="5400000">
              <a:off x="8017432" y="1443393"/>
              <a:ext cx="134070" cy="13407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439" name="Google Shape;1439;p35"/>
            <p:cNvCxnSpPr/>
            <p:nvPr/>
          </p:nvCxnSpPr>
          <p:spPr>
            <a:xfrm>
              <a:off x="8084450" y="-313900"/>
              <a:ext cx="0" cy="1795200"/>
            </a:xfrm>
            <a:prstGeom prst="straightConnector1">
              <a:avLst/>
            </a:prstGeom>
            <a:noFill/>
            <a:ln cap="flat" cmpd="sng" w="9525">
              <a:solidFill>
                <a:schemeClr val="dk2"/>
              </a:solidFill>
              <a:prstDash val="solid"/>
              <a:round/>
              <a:headEnd len="med" w="med" type="none"/>
              <a:tailEnd len="med" w="med" type="none"/>
            </a:ln>
          </p:spPr>
        </p:cxnSp>
        <p:sp>
          <p:nvSpPr>
            <p:cNvPr id="1440" name="Google Shape;1440;p35"/>
            <p:cNvSpPr/>
            <p:nvPr/>
          </p:nvSpPr>
          <p:spPr>
            <a:xfrm rot="5400000">
              <a:off x="8047515" y="1473505"/>
              <a:ext cx="73844" cy="73844"/>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1" name="Google Shape;1441;p35"/>
          <p:cNvGrpSpPr/>
          <p:nvPr/>
        </p:nvGrpSpPr>
        <p:grpSpPr>
          <a:xfrm>
            <a:off x="6309526" y="957475"/>
            <a:ext cx="3504715" cy="5119205"/>
            <a:chOff x="6309526" y="836950"/>
            <a:chExt cx="3504715" cy="5119205"/>
          </a:xfrm>
        </p:grpSpPr>
        <p:sp>
          <p:nvSpPr>
            <p:cNvPr id="1442" name="Google Shape;1442;p35"/>
            <p:cNvSpPr/>
            <p:nvPr/>
          </p:nvSpPr>
          <p:spPr>
            <a:xfrm>
              <a:off x="6309526" y="8369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443" name="Google Shape;1443;p35"/>
            <p:cNvGrpSpPr/>
            <p:nvPr/>
          </p:nvGrpSpPr>
          <p:grpSpPr>
            <a:xfrm>
              <a:off x="7728436" y="3524084"/>
              <a:ext cx="134004" cy="134004"/>
              <a:chOff x="8356813" y="1074288"/>
              <a:chExt cx="351900" cy="351900"/>
            </a:xfrm>
          </p:grpSpPr>
          <p:sp>
            <p:nvSpPr>
              <p:cNvPr id="1444" name="Google Shape;1444;p35"/>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5" name="Google Shape;1445;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6" name="Google Shape;1446;p35"/>
            <p:cNvGrpSpPr/>
            <p:nvPr/>
          </p:nvGrpSpPr>
          <p:grpSpPr>
            <a:xfrm>
              <a:off x="7344361" y="3150259"/>
              <a:ext cx="134004" cy="134004"/>
              <a:chOff x="8356813" y="1074288"/>
              <a:chExt cx="351900" cy="351900"/>
            </a:xfrm>
          </p:grpSpPr>
          <p:sp>
            <p:nvSpPr>
              <p:cNvPr id="1447" name="Google Shape;1447;p35"/>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8" name="Google Shape;1448;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449" name="Google Shape;1449;p35"/>
            <p:cNvGrpSpPr/>
            <p:nvPr/>
          </p:nvGrpSpPr>
          <p:grpSpPr>
            <a:xfrm>
              <a:off x="8337811" y="2464059"/>
              <a:ext cx="134004" cy="134004"/>
              <a:chOff x="8356813" y="1074288"/>
              <a:chExt cx="351900" cy="351900"/>
            </a:xfrm>
          </p:grpSpPr>
          <p:sp>
            <p:nvSpPr>
              <p:cNvPr id="1450" name="Google Shape;1450;p35"/>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1" name="Google Shape;1451;p35"/>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452" name="Google Shape;1452;p35"/>
            <p:cNvSpPr/>
            <p:nvPr/>
          </p:nvSpPr>
          <p:spPr>
            <a:xfrm rot="5400000">
              <a:off x="7687039" y="1023058"/>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5" name="Shape 1465"/>
        <p:cNvGrpSpPr/>
        <p:nvPr/>
      </p:nvGrpSpPr>
      <p:grpSpPr>
        <a:xfrm>
          <a:off x="0" y="0"/>
          <a:ext cx="0" cy="0"/>
          <a:chOff x="0" y="0"/>
          <a:chExt cx="0" cy="0"/>
        </a:xfrm>
      </p:grpSpPr>
      <p:sp>
        <p:nvSpPr>
          <p:cNvPr id="1466" name="Google Shape;1466;p3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sz="3200">
                <a:solidFill>
                  <a:schemeClr val="dk2"/>
                </a:solidFill>
                <a:latin typeface="IBM Plex Mono"/>
                <a:ea typeface="IBM Plex Mono"/>
                <a:cs typeface="IBM Plex Mono"/>
                <a:sym typeface="IBM Plex Mono"/>
              </a:rPr>
              <a:t>Nội dung</a:t>
            </a:r>
          </a:p>
        </p:txBody>
      </p:sp>
      <p:sp>
        <p:nvSpPr>
          <p:cNvPr id="1467" name="Google Shape;1467;p37"/>
          <p:cNvSpPr txBox="1"/>
          <p:nvPr>
            <p:ph idx="9" type="subTitle"/>
          </p:nvPr>
        </p:nvSpPr>
        <p:spPr>
          <a:xfrm>
            <a:off x="720000" y="1918675"/>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Bài toán</a:t>
            </a:r>
          </a:p>
        </p:txBody>
      </p:sp>
      <p:sp>
        <p:nvSpPr>
          <p:cNvPr id="1468" name="Google Shape;1468;p37"/>
          <p:cNvSpPr txBox="1"/>
          <p:nvPr>
            <p:ph idx="1" type="subTitle"/>
          </p:nvPr>
        </p:nvSpPr>
        <p:spPr>
          <a:xfrm>
            <a:off x="720000" y="2244725"/>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Từ paper gốc đến bài toán thực tế hơn</a:t>
            </a:r>
          </a:p>
        </p:txBody>
      </p:sp>
      <p:sp>
        <p:nvSpPr>
          <p:cNvPr id="1469" name="Google Shape;1469;p37"/>
          <p:cNvSpPr txBox="1"/>
          <p:nvPr>
            <p:ph idx="2" type="subTitle"/>
          </p:nvPr>
        </p:nvSpPr>
        <p:spPr>
          <a:xfrm>
            <a:off x="4366700" y="2244725"/>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tối ưu, NP-hardness và LP upper bound</a:t>
            </a:r>
          </a:p>
        </p:txBody>
      </p:sp>
      <p:sp>
        <p:nvSpPr>
          <p:cNvPr id="1470" name="Google Shape;1470;p37"/>
          <p:cNvSpPr txBox="1"/>
          <p:nvPr>
            <p:ph idx="3" type="subTitle"/>
          </p:nvPr>
        </p:nvSpPr>
        <p:spPr>
          <a:xfrm>
            <a:off x="720000" y="3940900"/>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Sample-scored block search và SBS-R</a:t>
            </a:r>
          </a:p>
        </p:txBody>
      </p:sp>
      <p:sp>
        <p:nvSpPr>
          <p:cNvPr id="1471" name="Google Shape;1471;p37"/>
          <p:cNvSpPr txBox="1"/>
          <p:nvPr>
            <p:ph idx="4" type="subTitle"/>
          </p:nvPr>
        </p:nvSpPr>
        <p:spPr>
          <a:xfrm>
            <a:off x="4366700" y="3940900"/>
            <a:ext cx="2661000" cy="60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Benchmark, ablation, case study RescueNet</a:t>
            </a:r>
          </a:p>
        </p:txBody>
      </p:sp>
      <p:sp>
        <p:nvSpPr>
          <p:cNvPr id="1472" name="Google Shape;1472;p37"/>
          <p:cNvSpPr txBox="1"/>
          <p:nvPr>
            <p:ph idx="5" type="title"/>
          </p:nvPr>
        </p:nvSpPr>
        <p:spPr>
          <a:xfrm>
            <a:off x="720003" y="1344775"/>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01</a:t>
            </a:r>
            <a:endParaRPr/>
          </a:p>
        </p:txBody>
      </p:sp>
      <p:sp>
        <p:nvSpPr>
          <p:cNvPr id="1473" name="Google Shape;1473;p37"/>
          <p:cNvSpPr txBox="1"/>
          <p:nvPr>
            <p:ph idx="6" type="title"/>
          </p:nvPr>
        </p:nvSpPr>
        <p:spPr>
          <a:xfrm>
            <a:off x="720003" y="3040971"/>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03</a:t>
            </a:r>
            <a:endParaRPr/>
          </a:p>
        </p:txBody>
      </p:sp>
      <p:sp>
        <p:nvSpPr>
          <p:cNvPr id="1474" name="Google Shape;1474;p37"/>
          <p:cNvSpPr txBox="1"/>
          <p:nvPr>
            <p:ph idx="7" type="title"/>
          </p:nvPr>
        </p:nvSpPr>
        <p:spPr>
          <a:xfrm>
            <a:off x="4366698" y="1344775"/>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02</a:t>
            </a:r>
            <a:endParaRPr/>
          </a:p>
        </p:txBody>
      </p:sp>
      <p:sp>
        <p:nvSpPr>
          <p:cNvPr id="1475" name="Google Shape;1475;p37"/>
          <p:cNvSpPr txBox="1"/>
          <p:nvPr>
            <p:ph idx="8" type="title"/>
          </p:nvPr>
        </p:nvSpPr>
        <p:spPr>
          <a:xfrm>
            <a:off x="4366698" y="3040971"/>
            <a:ext cx="1057500" cy="640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n"/>
              <a:t>04</a:t>
            </a:r>
            <a:endParaRPr/>
          </a:p>
        </p:txBody>
      </p:sp>
      <p:sp>
        <p:nvSpPr>
          <p:cNvPr id="1476" name="Google Shape;1476;p37"/>
          <p:cNvSpPr txBox="1"/>
          <p:nvPr>
            <p:ph idx="13" type="subTitle"/>
          </p:nvPr>
        </p:nvSpPr>
        <p:spPr>
          <a:xfrm>
            <a:off x="4366698" y="1918675"/>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Formulation</a:t>
            </a:r>
          </a:p>
        </p:txBody>
      </p:sp>
      <p:sp>
        <p:nvSpPr>
          <p:cNvPr id="1477" name="Google Shape;1477;p37"/>
          <p:cNvSpPr txBox="1"/>
          <p:nvPr>
            <p:ph idx="14" type="subTitle"/>
          </p:nvPr>
        </p:nvSpPr>
        <p:spPr>
          <a:xfrm>
            <a:off x="720000" y="3614801"/>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Phương pháp</a:t>
            </a:r>
          </a:p>
        </p:txBody>
      </p:sp>
      <p:sp>
        <p:nvSpPr>
          <p:cNvPr id="1478" name="Google Shape;1478;p37"/>
          <p:cNvSpPr txBox="1"/>
          <p:nvPr>
            <p:ph idx="15" type="subTitle"/>
          </p:nvPr>
        </p:nvSpPr>
        <p:spPr>
          <a:xfrm>
            <a:off x="4366698" y="3614801"/>
            <a:ext cx="32337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Kết quả</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01</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Paper gốc (Huang et al., 2025) và bài toán của nhóm</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Bài toán</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Paper gốc vs. bài của nhóm</a:t>
            </a:r>
          </a:p>
        </p:txBody>
      </p:sp>
      <p:sp>
        <p:nvSpPr>
          <p:cNvPr id="1531" name="Rounded Rectangle 1530"/>
          <p:cNvSpPr/>
          <p:nvPr/>
        </p:nvSpPr>
        <p:spPr>
          <a:xfrm>
            <a:off x="566928" y="1207008"/>
            <a:ext cx="3794760" cy="2395728"/>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Rounded Rectangle 1531"/>
          <p:cNvSpPr/>
          <p:nvPr/>
        </p:nvSpPr>
        <p:spPr>
          <a:xfrm>
            <a:off x="4782312" y="1207008"/>
            <a:ext cx="3794760" cy="2395728"/>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33" name="Picture 1532" descr="figure-01.png"/>
          <p:cNvPicPr>
            <a:picLocks noChangeAspect="1"/>
          </p:cNvPicPr>
          <p:nvPr/>
        </p:nvPicPr>
        <p:blipFill>
          <a:blip r:embed="rId3"/>
          <a:stretch>
            <a:fillRect/>
          </a:stretch>
        </p:blipFill>
        <p:spPr>
          <a:xfrm>
            <a:off x="658368" y="1273149"/>
            <a:ext cx="3611880" cy="2263445"/>
          </a:xfrm>
          <a:prstGeom prst="rect">
            <a:avLst/>
          </a:prstGeom>
        </p:spPr>
      </p:pic>
      <p:pic>
        <p:nvPicPr>
          <p:cNvPr id="1534" name="Picture 1533" descr="ours.png"/>
          <p:cNvPicPr>
            <a:picLocks noChangeAspect="1"/>
          </p:cNvPicPr>
          <p:nvPr/>
        </p:nvPicPr>
        <p:blipFill>
          <a:blip r:embed="rId4"/>
          <a:stretch>
            <a:fillRect/>
          </a:stretch>
        </p:blipFill>
        <p:spPr>
          <a:xfrm>
            <a:off x="4864608" y="1439606"/>
            <a:ext cx="3630168" cy="1930531"/>
          </a:xfrm>
          <a:prstGeom prst="rect">
            <a:avLst/>
          </a:prstGeom>
        </p:spPr>
      </p:pic>
      <p:sp>
        <p:nvSpPr>
          <p:cNvPr id="1535" name="Oval 1534"/>
          <p:cNvSpPr/>
          <p:nvPr/>
        </p:nvSpPr>
        <p:spPr>
          <a:xfrm>
            <a:off x="4297680" y="2157984"/>
            <a:ext cx="548640" cy="493776"/>
          </a:xfrm>
          <a:prstGeom prst="ellipse">
            <a:avLst/>
          </a:prstGeom>
          <a:solidFill>
            <a:srgbClr val="EB910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IBM Plex Mono"/>
              </a:rPr>
              <a:t>vs</a:t>
            </a:r>
          </a:p>
        </p:txBody>
      </p:sp>
      <p:sp>
        <p:nvSpPr>
          <p:cNvPr id="1536" name="TextBox 1535"/>
          <p:cNvSpPr txBox="1"/>
          <p:nvPr/>
        </p:nvSpPr>
        <p:spPr>
          <a:xfrm>
            <a:off x="566928" y="3675887"/>
            <a:ext cx="3794760" cy="274320"/>
          </a:xfrm>
          <a:prstGeom prst="rect">
            <a:avLst/>
          </a:prstGeom>
          <a:noFill/>
        </p:spPr>
        <p:txBody>
          <a:bodyPr wrap="square" lIns="36576" rIns="36576" tIns="18288" bIns="18288" anchor="t">
            <a:spAutoFit/>
          </a:bodyPr>
          <a:lstStyle/>
          <a:p>
            <a:pPr algn="l">
              <a:spcAft>
                <a:spcPts val="400"/>
              </a:spcAft>
            </a:pPr>
            <a:r>
              <a:rPr sz="1100" b="1">
                <a:solidFill>
                  <a:srgbClr val="0C0A9E"/>
                </a:solidFill>
                <a:latin typeface="IBM Plex Mono"/>
              </a:rPr>
              <a:t>Huang et al. (2025): DDATSAP</a:t>
            </a:r>
          </a:p>
        </p:txBody>
      </p:sp>
      <p:sp>
        <p:nvSpPr>
          <p:cNvPr id="1537" name="TextBox 1536"/>
          <p:cNvSpPr txBox="1"/>
          <p:nvPr/>
        </p:nvSpPr>
        <p:spPr>
          <a:xfrm>
            <a:off x="566928" y="3950208"/>
            <a:ext cx="3794760" cy="82296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UAV two-way relay cho các user pair, không có mạng mặt đất</a:t>
            </a:r>
          </a:p>
          <a:p>
            <a:pPr algn="l" marL="171450" indent="-171450">
              <a:spcAft>
                <a:spcPts val="200"/>
              </a:spcAft>
              <a:buClr>
                <a:srgbClr val="EB9109"/>
              </a:buClr>
              <a:buFont typeface="Arial"/>
              <a:buChar char="•"/>
            </a:pPr>
            <a:r>
              <a:rPr sz="950" b="0">
                <a:solidFill>
                  <a:srgbClr val="1D1D1D"/>
                </a:solidFill>
                <a:latin typeface="Be Vietnam Pro"/>
              </a:rPr>
              <a:t>Mục tiêu: max-min average rate</a:t>
            </a:r>
          </a:p>
          <a:p>
            <a:pPr algn="l" marL="171450" indent="-171450">
              <a:spcAft>
                <a:spcPts val="200"/>
              </a:spcAft>
              <a:buClr>
                <a:srgbClr val="EB9109"/>
              </a:buClr>
              <a:buFont typeface="Arial"/>
              <a:buChar char="•"/>
            </a:pPr>
            <a:r>
              <a:rPr sz="950" b="0">
                <a:solidFill>
                  <a:srgbClr val="1D1D1D"/>
                </a:solidFill>
                <a:latin typeface="Be Vietnam Pro"/>
              </a:rPr>
              <a:t>Luồng dữ liệu liên tục, không có deadline</a:t>
            </a:r>
          </a:p>
        </p:txBody>
      </p:sp>
      <p:sp>
        <p:nvSpPr>
          <p:cNvPr id="1538" name="TextBox 1537"/>
          <p:cNvSpPr txBox="1"/>
          <p:nvPr/>
        </p:nvSpPr>
        <p:spPr>
          <a:xfrm>
            <a:off x="4782312" y="3675887"/>
            <a:ext cx="3794760" cy="274320"/>
          </a:xfrm>
          <a:prstGeom prst="rect">
            <a:avLst/>
          </a:prstGeom>
          <a:noFill/>
        </p:spPr>
        <p:txBody>
          <a:bodyPr wrap="square" lIns="36576" rIns="36576" tIns="18288" bIns="18288" anchor="t">
            <a:spAutoFit/>
          </a:bodyPr>
          <a:lstStyle/>
          <a:p>
            <a:pPr algn="l">
              <a:spcAft>
                <a:spcPts val="400"/>
              </a:spcAft>
            </a:pPr>
            <a:r>
              <a:rPr sz="1100" b="1">
                <a:solidFill>
                  <a:srgbClr val="8208D5"/>
                </a:solidFill>
                <a:latin typeface="IBM Plex Mono"/>
              </a:rPr>
              <a:t>Bài của nhóm: alert delivery</a:t>
            </a:r>
          </a:p>
        </p:txBody>
      </p:sp>
      <p:sp>
        <p:nvSpPr>
          <p:cNvPr id="1539" name="TextBox 1538"/>
          <p:cNvSpPr txBox="1"/>
          <p:nvPr/>
        </p:nvSpPr>
        <p:spPr>
          <a:xfrm>
            <a:off x="4782312" y="3950208"/>
            <a:ext cx="3794760" cy="82296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Sources → UAV hoặc ground relay → rescue center c</a:t>
            </a:r>
          </a:p>
          <a:p>
            <a:pPr algn="l" marL="171450" indent="-171450">
              <a:spcAft>
                <a:spcPts val="200"/>
              </a:spcAft>
              <a:buClr>
                <a:srgbClr val="EB9109"/>
              </a:buClr>
              <a:buFont typeface="Arial"/>
              <a:buChar char="•"/>
            </a:pPr>
            <a:r>
              <a:rPr sz="950" b="0">
                <a:solidFill>
                  <a:srgbClr val="1D1D1D"/>
                </a:solidFill>
                <a:latin typeface="Be Vietnam Pro"/>
              </a:rPr>
              <a:t>Ground relay network: backhaul hữu hạn, có edge bị failed</a:t>
            </a:r>
          </a:p>
          <a:p>
            <a:pPr algn="l" marL="171450" indent="-171450">
              <a:spcAft>
                <a:spcPts val="200"/>
              </a:spcAft>
              <a:buClr>
                <a:srgbClr val="EB9109"/>
              </a:buClr>
              <a:buFont typeface="Arial"/>
              <a:buChar char="•"/>
            </a:pPr>
            <a:r>
              <a:rPr sz="950" b="0">
                <a:solidFill>
                  <a:srgbClr val="1D1D1D"/>
                </a:solidFill>
                <a:latin typeface="Be Vietnam Pro"/>
              </a:rPr>
              <a:t>Mỗi alert có release time, deadline và size</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65" name="Shape 1665"/>
        <p:cNvGrpSpPr/>
        <p:nvPr/>
      </p:nvGrpSpPr>
      <p:grpSpPr>
        <a:xfrm>
          <a:off x="0" y="0"/>
          <a:ext cx="0" cy="0"/>
          <a:chOff x="0" y="0"/>
          <a:chExt cx="0" cy="0"/>
        </a:xfrm>
      </p:grpSpPr>
      <p:sp>
        <p:nvSpPr>
          <p:cNvPr id="1666" name="Google Shape;1666;p42"/>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Vì sao cần bài toán mới?</a:t>
            </a:r>
          </a:p>
        </p:txBody>
      </p:sp>
      <p:sp>
        <p:nvSpPr>
          <p:cNvPr id="1667" name="Google Shape;1667;p42"/>
          <p:cNvSpPr txBox="1"/>
          <p:nvPr>
            <p:ph idx="6" type="subTitle"/>
          </p:nvPr>
        </p:nvSpPr>
        <p:spPr>
          <a:xfrm>
            <a:off x="6448972" y="2323875"/>
            <a:ext cx="237744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Kênh PrLoS</a:t>
            </a:r>
          </a:p>
        </p:txBody>
      </p:sp>
      <p:sp>
        <p:nvSpPr>
          <p:cNvPr id="1668" name="Google Shape;1668;p42"/>
          <p:cNvSpPr txBox="1"/>
          <p:nvPr>
            <p:ph idx="1" type="subTitle"/>
          </p:nvPr>
        </p:nvSpPr>
        <p:spPr>
          <a:xfrm>
            <a:off x="720000" y="2649975"/>
            <a:ext cx="2377440" cy="146304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Alert chỉ có giá trị khi tới rescue center đầy đủ trước deadline: cần đo timely-delivery ratio, không phải average rate</a:t>
            </a:r>
          </a:p>
        </p:txBody>
      </p:sp>
      <p:sp>
        <p:nvSpPr>
          <p:cNvPr id="1669" name="Google Shape;1669;p42"/>
          <p:cNvSpPr txBox="1"/>
          <p:nvPr>
            <p:ph idx="2" type="subTitle"/>
          </p:nvPr>
        </p:nvSpPr>
        <p:spPr>
          <a:xfrm>
            <a:off x="3584484" y="2649975"/>
            <a:ext cx="2377440" cy="146304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Relay gần nguồn có thể đã mất backhaul hoặc nghẽn, nên không thể coi ground network là ideal sink</a:t>
            </a:r>
          </a:p>
        </p:txBody>
      </p:sp>
      <p:sp>
        <p:nvSpPr>
          <p:cNvPr id="1670" name="Google Shape;1670;p42"/>
          <p:cNvSpPr txBox="1"/>
          <p:nvPr>
            <p:ph idx="3" type="subTitle"/>
          </p:nvPr>
        </p:nvSpPr>
        <p:spPr>
          <a:xfrm>
            <a:off x="6448975" y="2649975"/>
            <a:ext cx="2377440" cy="146304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Thiết kế trên expected rate đánh giá quá cao rate thực (Jensen's inequality), nên plan có thể trễ deadline</a:t>
            </a:r>
          </a:p>
        </p:txBody>
      </p:sp>
      <p:sp>
        <p:nvSpPr>
          <p:cNvPr id="1671" name="Google Shape;1671;p42"/>
          <p:cNvSpPr txBox="1"/>
          <p:nvPr>
            <p:ph idx="4" type="subTitle"/>
          </p:nvPr>
        </p:nvSpPr>
        <p:spPr>
          <a:xfrm>
            <a:off x="720000" y="2323875"/>
            <a:ext cx="237744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Alert có deadline</a:t>
            </a:r>
          </a:p>
        </p:txBody>
      </p:sp>
      <p:sp>
        <p:nvSpPr>
          <p:cNvPr id="1672" name="Google Shape;1672;p42"/>
          <p:cNvSpPr txBox="1"/>
          <p:nvPr>
            <p:ph idx="5" type="subTitle"/>
          </p:nvPr>
        </p:nvSpPr>
        <p:spPr>
          <a:xfrm>
            <a:off x="3584483" y="2323875"/>
            <a:ext cx="237744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Backhaul bị hỏng</a:t>
            </a:r>
          </a:p>
        </p:txBody>
      </p:sp>
      <p:grpSp>
        <p:nvGrpSpPr>
          <p:cNvPr id="1673" name="Google Shape;1673;p42"/>
          <p:cNvGrpSpPr/>
          <p:nvPr/>
        </p:nvGrpSpPr>
        <p:grpSpPr>
          <a:xfrm>
            <a:off x="812448" y="1849801"/>
            <a:ext cx="341227" cy="302177"/>
            <a:chOff x="713167" y="740543"/>
            <a:chExt cx="476707" cy="422153"/>
          </a:xfrm>
        </p:grpSpPr>
        <p:sp>
          <p:nvSpPr>
            <p:cNvPr id="1674" name="Google Shape;1674;p42"/>
            <p:cNvSpPr/>
            <p:nvPr/>
          </p:nvSpPr>
          <p:spPr>
            <a:xfrm>
              <a:off x="713167" y="740543"/>
              <a:ext cx="476707" cy="422153"/>
            </a:xfrm>
            <a:custGeom>
              <a:rect b="b" l="l" r="r" t="t"/>
              <a:pathLst>
                <a:path extrusionOk="0" h="11143" w="12583">
                  <a:moveTo>
                    <a:pt x="3671" y="1967"/>
                  </a:moveTo>
                  <a:lnTo>
                    <a:pt x="3671" y="4501"/>
                  </a:lnTo>
                  <a:cubicBezTo>
                    <a:pt x="3671" y="4596"/>
                    <a:pt x="3740" y="4681"/>
                    <a:pt x="3835" y="4691"/>
                  </a:cubicBezTo>
                  <a:cubicBezTo>
                    <a:pt x="3840" y="4691"/>
                    <a:pt x="3846" y="4691"/>
                    <a:pt x="3851" y="4691"/>
                  </a:cubicBezTo>
                  <a:cubicBezTo>
                    <a:pt x="3951" y="4691"/>
                    <a:pt x="4032" y="4609"/>
                    <a:pt x="4032" y="4507"/>
                  </a:cubicBezTo>
                  <a:lnTo>
                    <a:pt x="4032" y="1968"/>
                  </a:lnTo>
                  <a:lnTo>
                    <a:pt x="12223" y="1968"/>
                  </a:lnTo>
                  <a:lnTo>
                    <a:pt x="12223" y="10529"/>
                  </a:lnTo>
                  <a:lnTo>
                    <a:pt x="12222" y="10529"/>
                  </a:lnTo>
                  <a:cubicBezTo>
                    <a:pt x="12222" y="10667"/>
                    <a:pt x="12109" y="10780"/>
                    <a:pt x="11971" y="10780"/>
                  </a:cubicBezTo>
                  <a:lnTo>
                    <a:pt x="4030" y="10780"/>
                  </a:lnTo>
                  <a:lnTo>
                    <a:pt x="4030" y="5342"/>
                  </a:lnTo>
                  <a:cubicBezTo>
                    <a:pt x="4030" y="5254"/>
                    <a:pt x="3973" y="5174"/>
                    <a:pt x="3886" y="5157"/>
                  </a:cubicBezTo>
                  <a:cubicBezTo>
                    <a:pt x="3873" y="5154"/>
                    <a:pt x="3861" y="5153"/>
                    <a:pt x="3849" y="5153"/>
                  </a:cubicBezTo>
                  <a:cubicBezTo>
                    <a:pt x="3750" y="5153"/>
                    <a:pt x="3670" y="5236"/>
                    <a:pt x="3670" y="5337"/>
                  </a:cubicBezTo>
                  <a:lnTo>
                    <a:pt x="3670" y="10780"/>
                  </a:lnTo>
                  <a:lnTo>
                    <a:pt x="614" y="10780"/>
                  </a:lnTo>
                  <a:cubicBezTo>
                    <a:pt x="475" y="10780"/>
                    <a:pt x="362" y="10667"/>
                    <a:pt x="362" y="10529"/>
                  </a:cubicBezTo>
                  <a:lnTo>
                    <a:pt x="362" y="1967"/>
                  </a:lnTo>
                  <a:close/>
                  <a:moveTo>
                    <a:pt x="8476" y="1"/>
                  </a:moveTo>
                  <a:cubicBezTo>
                    <a:pt x="8476" y="1"/>
                    <a:pt x="8475" y="1"/>
                    <a:pt x="8474" y="1"/>
                  </a:cubicBezTo>
                  <a:lnTo>
                    <a:pt x="637" y="1"/>
                  </a:lnTo>
                  <a:cubicBezTo>
                    <a:pt x="295" y="1"/>
                    <a:pt x="16" y="278"/>
                    <a:pt x="0" y="622"/>
                  </a:cubicBezTo>
                  <a:lnTo>
                    <a:pt x="33" y="10521"/>
                  </a:lnTo>
                  <a:cubicBezTo>
                    <a:pt x="33" y="10865"/>
                    <a:pt x="310" y="11142"/>
                    <a:pt x="654" y="11142"/>
                  </a:cubicBezTo>
                  <a:lnTo>
                    <a:pt x="11961" y="11142"/>
                  </a:lnTo>
                  <a:cubicBezTo>
                    <a:pt x="12305" y="11142"/>
                    <a:pt x="12582" y="10865"/>
                    <a:pt x="12582" y="10521"/>
                  </a:cubicBezTo>
                  <a:lnTo>
                    <a:pt x="12582" y="623"/>
                  </a:lnTo>
                  <a:cubicBezTo>
                    <a:pt x="12582" y="278"/>
                    <a:pt x="12305" y="1"/>
                    <a:pt x="11964" y="1"/>
                  </a:cubicBezTo>
                  <a:lnTo>
                    <a:pt x="9348" y="1"/>
                  </a:lnTo>
                  <a:cubicBezTo>
                    <a:pt x="9253" y="1"/>
                    <a:pt x="9168" y="71"/>
                    <a:pt x="9159" y="165"/>
                  </a:cubicBezTo>
                  <a:cubicBezTo>
                    <a:pt x="9150" y="272"/>
                    <a:pt x="9234" y="361"/>
                    <a:pt x="9339" y="361"/>
                  </a:cubicBezTo>
                  <a:lnTo>
                    <a:pt x="11969" y="361"/>
                  </a:lnTo>
                  <a:cubicBezTo>
                    <a:pt x="12108" y="361"/>
                    <a:pt x="12221" y="474"/>
                    <a:pt x="12221" y="612"/>
                  </a:cubicBezTo>
                  <a:lnTo>
                    <a:pt x="12221" y="1574"/>
                  </a:lnTo>
                  <a:lnTo>
                    <a:pt x="360" y="1571"/>
                  </a:lnTo>
                  <a:lnTo>
                    <a:pt x="360" y="612"/>
                  </a:lnTo>
                  <a:cubicBezTo>
                    <a:pt x="360" y="474"/>
                    <a:pt x="472" y="361"/>
                    <a:pt x="611" y="361"/>
                  </a:cubicBezTo>
                  <a:lnTo>
                    <a:pt x="8474" y="361"/>
                  </a:lnTo>
                  <a:cubicBezTo>
                    <a:pt x="8474" y="361"/>
                    <a:pt x="8660" y="287"/>
                    <a:pt x="8660" y="184"/>
                  </a:cubicBezTo>
                  <a:cubicBezTo>
                    <a:pt x="8660" y="83"/>
                    <a:pt x="8578" y="1"/>
                    <a:pt x="847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5" name="Google Shape;1675;p42"/>
            <p:cNvSpPr/>
            <p:nvPr/>
          </p:nvSpPr>
          <p:spPr>
            <a:xfrm>
              <a:off x="756621" y="834914"/>
              <a:ext cx="37468" cy="13676"/>
            </a:xfrm>
            <a:custGeom>
              <a:rect b="b" l="l" r="r" t="t"/>
              <a:pathLst>
                <a:path extrusionOk="0" h="361" w="989">
                  <a:moveTo>
                    <a:pt x="198" y="0"/>
                  </a:moveTo>
                  <a:cubicBezTo>
                    <a:pt x="103" y="0"/>
                    <a:pt x="17" y="69"/>
                    <a:pt x="10" y="164"/>
                  </a:cubicBezTo>
                  <a:cubicBezTo>
                    <a:pt x="0" y="272"/>
                    <a:pt x="84" y="361"/>
                    <a:pt x="189" y="361"/>
                  </a:cubicBezTo>
                  <a:lnTo>
                    <a:pt x="791" y="361"/>
                  </a:lnTo>
                  <a:cubicBezTo>
                    <a:pt x="886" y="361"/>
                    <a:pt x="972" y="290"/>
                    <a:pt x="979" y="196"/>
                  </a:cubicBezTo>
                  <a:cubicBezTo>
                    <a:pt x="989" y="89"/>
                    <a:pt x="905" y="0"/>
                    <a:pt x="8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6" name="Google Shape;1676;p42"/>
            <p:cNvSpPr/>
            <p:nvPr/>
          </p:nvSpPr>
          <p:spPr>
            <a:xfrm>
              <a:off x="756583" y="869617"/>
              <a:ext cx="37506" cy="13714"/>
            </a:xfrm>
            <a:custGeom>
              <a:rect b="b" l="l" r="r" t="t"/>
              <a:pathLst>
                <a:path extrusionOk="0" h="362" w="990">
                  <a:moveTo>
                    <a:pt x="198" y="1"/>
                  </a:moveTo>
                  <a:cubicBezTo>
                    <a:pt x="102" y="1"/>
                    <a:pt x="17" y="70"/>
                    <a:pt x="10" y="164"/>
                  </a:cubicBezTo>
                  <a:cubicBezTo>
                    <a:pt x="0" y="272"/>
                    <a:pt x="84" y="361"/>
                    <a:pt x="189" y="361"/>
                  </a:cubicBezTo>
                  <a:lnTo>
                    <a:pt x="792" y="361"/>
                  </a:lnTo>
                  <a:cubicBezTo>
                    <a:pt x="887" y="361"/>
                    <a:pt x="973" y="291"/>
                    <a:pt x="980" y="197"/>
                  </a:cubicBezTo>
                  <a:cubicBezTo>
                    <a:pt x="990" y="91"/>
                    <a:pt x="906" y="1"/>
                    <a:pt x="80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7" name="Google Shape;1677;p42"/>
            <p:cNvSpPr/>
            <p:nvPr/>
          </p:nvSpPr>
          <p:spPr>
            <a:xfrm>
              <a:off x="756583" y="904395"/>
              <a:ext cx="37506" cy="13676"/>
            </a:xfrm>
            <a:custGeom>
              <a:rect b="b" l="l" r="r" t="t"/>
              <a:pathLst>
                <a:path extrusionOk="0" h="361" w="990">
                  <a:moveTo>
                    <a:pt x="198" y="0"/>
                  </a:moveTo>
                  <a:cubicBezTo>
                    <a:pt x="102" y="0"/>
                    <a:pt x="17" y="69"/>
                    <a:pt x="10" y="164"/>
                  </a:cubicBezTo>
                  <a:cubicBezTo>
                    <a:pt x="0" y="271"/>
                    <a:pt x="84" y="360"/>
                    <a:pt x="189" y="360"/>
                  </a:cubicBezTo>
                  <a:lnTo>
                    <a:pt x="792" y="360"/>
                  </a:lnTo>
                  <a:cubicBezTo>
                    <a:pt x="887" y="360"/>
                    <a:pt x="973" y="290"/>
                    <a:pt x="980" y="196"/>
                  </a:cubicBezTo>
                  <a:cubicBezTo>
                    <a:pt x="990" y="90"/>
                    <a:pt x="906" y="0"/>
                    <a:pt x="80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8" name="Google Shape;1678;p42"/>
            <p:cNvSpPr/>
            <p:nvPr/>
          </p:nvSpPr>
          <p:spPr>
            <a:xfrm>
              <a:off x="756621" y="939136"/>
              <a:ext cx="37468" cy="13676"/>
            </a:xfrm>
            <a:custGeom>
              <a:rect b="b" l="l" r="r" t="t"/>
              <a:pathLst>
                <a:path extrusionOk="0" h="361" w="989">
                  <a:moveTo>
                    <a:pt x="198" y="1"/>
                  </a:moveTo>
                  <a:cubicBezTo>
                    <a:pt x="103" y="1"/>
                    <a:pt x="17" y="71"/>
                    <a:pt x="10" y="165"/>
                  </a:cubicBezTo>
                  <a:cubicBezTo>
                    <a:pt x="0" y="272"/>
                    <a:pt x="84" y="361"/>
                    <a:pt x="189" y="361"/>
                  </a:cubicBezTo>
                  <a:lnTo>
                    <a:pt x="791" y="361"/>
                  </a:lnTo>
                  <a:cubicBezTo>
                    <a:pt x="886" y="361"/>
                    <a:pt x="972" y="292"/>
                    <a:pt x="979" y="198"/>
                  </a:cubicBezTo>
                  <a:cubicBezTo>
                    <a:pt x="989" y="90"/>
                    <a:pt x="905" y="1"/>
                    <a:pt x="80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9" name="Google Shape;1679;p42"/>
            <p:cNvSpPr/>
            <p:nvPr/>
          </p:nvSpPr>
          <p:spPr>
            <a:xfrm>
              <a:off x="756583" y="975164"/>
              <a:ext cx="37506" cy="13676"/>
            </a:xfrm>
            <a:custGeom>
              <a:rect b="b" l="l" r="r" t="t"/>
              <a:pathLst>
                <a:path extrusionOk="0" h="361" w="990">
                  <a:moveTo>
                    <a:pt x="198" y="1"/>
                  </a:moveTo>
                  <a:cubicBezTo>
                    <a:pt x="102" y="1"/>
                    <a:pt x="17" y="70"/>
                    <a:pt x="10" y="164"/>
                  </a:cubicBezTo>
                  <a:cubicBezTo>
                    <a:pt x="0" y="272"/>
                    <a:pt x="84" y="361"/>
                    <a:pt x="189" y="361"/>
                  </a:cubicBezTo>
                  <a:lnTo>
                    <a:pt x="792" y="361"/>
                  </a:lnTo>
                  <a:cubicBezTo>
                    <a:pt x="887" y="361"/>
                    <a:pt x="973" y="291"/>
                    <a:pt x="980" y="195"/>
                  </a:cubicBezTo>
                  <a:cubicBezTo>
                    <a:pt x="990" y="90"/>
                    <a:pt x="906" y="1"/>
                    <a:pt x="80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0" name="Google Shape;1680;p42"/>
            <p:cNvSpPr/>
            <p:nvPr/>
          </p:nvSpPr>
          <p:spPr>
            <a:xfrm>
              <a:off x="756621" y="1009905"/>
              <a:ext cx="37468" cy="13676"/>
            </a:xfrm>
            <a:custGeom>
              <a:rect b="b" l="l" r="r" t="t"/>
              <a:pathLst>
                <a:path extrusionOk="0" h="361" w="989">
                  <a:moveTo>
                    <a:pt x="198" y="0"/>
                  </a:moveTo>
                  <a:cubicBezTo>
                    <a:pt x="103" y="0"/>
                    <a:pt x="17" y="69"/>
                    <a:pt x="10" y="164"/>
                  </a:cubicBezTo>
                  <a:cubicBezTo>
                    <a:pt x="0" y="271"/>
                    <a:pt x="84" y="360"/>
                    <a:pt x="189" y="360"/>
                  </a:cubicBezTo>
                  <a:lnTo>
                    <a:pt x="791" y="360"/>
                  </a:lnTo>
                  <a:cubicBezTo>
                    <a:pt x="886" y="360"/>
                    <a:pt x="972" y="290"/>
                    <a:pt x="979" y="196"/>
                  </a:cubicBezTo>
                  <a:cubicBezTo>
                    <a:pt x="989" y="90"/>
                    <a:pt x="905" y="0"/>
                    <a:pt x="8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1" name="Google Shape;1681;p42"/>
            <p:cNvSpPr/>
            <p:nvPr/>
          </p:nvSpPr>
          <p:spPr>
            <a:xfrm>
              <a:off x="756583" y="1044645"/>
              <a:ext cx="37506" cy="13714"/>
            </a:xfrm>
            <a:custGeom>
              <a:rect b="b" l="l" r="r" t="t"/>
              <a:pathLst>
                <a:path extrusionOk="0" h="362" w="990">
                  <a:moveTo>
                    <a:pt x="198" y="1"/>
                  </a:moveTo>
                  <a:cubicBezTo>
                    <a:pt x="102" y="1"/>
                    <a:pt x="17" y="70"/>
                    <a:pt x="10" y="166"/>
                  </a:cubicBezTo>
                  <a:cubicBezTo>
                    <a:pt x="0" y="273"/>
                    <a:pt x="84" y="362"/>
                    <a:pt x="189" y="362"/>
                  </a:cubicBezTo>
                  <a:lnTo>
                    <a:pt x="792" y="362"/>
                  </a:lnTo>
                  <a:cubicBezTo>
                    <a:pt x="887" y="362"/>
                    <a:pt x="973" y="293"/>
                    <a:pt x="980" y="199"/>
                  </a:cubicBezTo>
                  <a:cubicBezTo>
                    <a:pt x="990" y="91"/>
                    <a:pt x="906" y="1"/>
                    <a:pt x="80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2" name="Google Shape;1682;p42"/>
            <p:cNvSpPr/>
            <p:nvPr/>
          </p:nvSpPr>
          <p:spPr>
            <a:xfrm>
              <a:off x="756621" y="1079424"/>
              <a:ext cx="37468" cy="13676"/>
            </a:xfrm>
            <a:custGeom>
              <a:rect b="b" l="l" r="r" t="t"/>
              <a:pathLst>
                <a:path extrusionOk="0" h="361" w="989">
                  <a:moveTo>
                    <a:pt x="198" y="0"/>
                  </a:moveTo>
                  <a:cubicBezTo>
                    <a:pt x="103" y="0"/>
                    <a:pt x="17" y="70"/>
                    <a:pt x="10" y="165"/>
                  </a:cubicBezTo>
                  <a:cubicBezTo>
                    <a:pt x="0" y="271"/>
                    <a:pt x="84" y="360"/>
                    <a:pt x="189" y="360"/>
                  </a:cubicBezTo>
                  <a:lnTo>
                    <a:pt x="791" y="360"/>
                  </a:lnTo>
                  <a:cubicBezTo>
                    <a:pt x="886" y="360"/>
                    <a:pt x="972" y="291"/>
                    <a:pt x="979" y="197"/>
                  </a:cubicBezTo>
                  <a:cubicBezTo>
                    <a:pt x="989" y="89"/>
                    <a:pt x="905" y="0"/>
                    <a:pt x="8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3" name="Google Shape;1683;p42"/>
            <p:cNvSpPr/>
            <p:nvPr/>
          </p:nvSpPr>
          <p:spPr>
            <a:xfrm>
              <a:off x="756621" y="1114202"/>
              <a:ext cx="37468" cy="13639"/>
            </a:xfrm>
            <a:custGeom>
              <a:rect b="b" l="l" r="r" t="t"/>
              <a:pathLst>
                <a:path extrusionOk="0" h="360" w="989">
                  <a:moveTo>
                    <a:pt x="198" y="1"/>
                  </a:moveTo>
                  <a:cubicBezTo>
                    <a:pt x="103" y="1"/>
                    <a:pt x="17" y="70"/>
                    <a:pt x="10" y="164"/>
                  </a:cubicBezTo>
                  <a:cubicBezTo>
                    <a:pt x="0" y="271"/>
                    <a:pt x="84" y="360"/>
                    <a:pt x="189" y="360"/>
                  </a:cubicBezTo>
                  <a:lnTo>
                    <a:pt x="791" y="360"/>
                  </a:lnTo>
                  <a:cubicBezTo>
                    <a:pt x="886" y="360"/>
                    <a:pt x="972" y="291"/>
                    <a:pt x="979" y="196"/>
                  </a:cubicBezTo>
                  <a:cubicBezTo>
                    <a:pt x="989" y="90"/>
                    <a:pt x="905" y="1"/>
                    <a:pt x="80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4" name="Google Shape;1684;p42"/>
            <p:cNvSpPr/>
            <p:nvPr/>
          </p:nvSpPr>
          <p:spPr>
            <a:xfrm>
              <a:off x="931309" y="834497"/>
              <a:ext cx="43681" cy="84029"/>
            </a:xfrm>
            <a:custGeom>
              <a:rect b="b" l="l" r="r" t="t"/>
              <a:pathLst>
                <a:path extrusionOk="0" h="2218" w="1153">
                  <a:moveTo>
                    <a:pt x="944" y="0"/>
                  </a:moveTo>
                  <a:cubicBezTo>
                    <a:pt x="870" y="0"/>
                    <a:pt x="800" y="45"/>
                    <a:pt x="772" y="117"/>
                  </a:cubicBezTo>
                  <a:lnTo>
                    <a:pt x="37" y="1965"/>
                  </a:lnTo>
                  <a:cubicBezTo>
                    <a:pt x="1" y="2059"/>
                    <a:pt x="46" y="2166"/>
                    <a:pt x="140" y="2204"/>
                  </a:cubicBezTo>
                  <a:cubicBezTo>
                    <a:pt x="163" y="2213"/>
                    <a:pt x="186" y="2217"/>
                    <a:pt x="208" y="2217"/>
                  </a:cubicBezTo>
                  <a:cubicBezTo>
                    <a:pt x="281" y="2217"/>
                    <a:pt x="352" y="2173"/>
                    <a:pt x="380" y="2101"/>
                  </a:cubicBezTo>
                  <a:lnTo>
                    <a:pt x="1114" y="253"/>
                  </a:lnTo>
                  <a:cubicBezTo>
                    <a:pt x="1153" y="159"/>
                    <a:pt x="1106" y="52"/>
                    <a:pt x="1011" y="13"/>
                  </a:cubicBezTo>
                  <a:cubicBezTo>
                    <a:pt x="989" y="5"/>
                    <a:pt x="966" y="0"/>
                    <a:pt x="94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5" name="Google Shape;1685;p42"/>
            <p:cNvSpPr/>
            <p:nvPr/>
          </p:nvSpPr>
          <p:spPr>
            <a:xfrm>
              <a:off x="985598" y="837869"/>
              <a:ext cx="34097" cy="77248"/>
            </a:xfrm>
            <a:custGeom>
              <a:rect b="b" l="l" r="r" t="t"/>
              <a:pathLst>
                <a:path extrusionOk="0" h="2039" w="900">
                  <a:moveTo>
                    <a:pt x="212" y="0"/>
                  </a:moveTo>
                  <a:cubicBezTo>
                    <a:pt x="180" y="0"/>
                    <a:pt x="147" y="9"/>
                    <a:pt x="118" y="27"/>
                  </a:cubicBezTo>
                  <a:cubicBezTo>
                    <a:pt x="30" y="79"/>
                    <a:pt x="3" y="193"/>
                    <a:pt x="55" y="279"/>
                  </a:cubicBezTo>
                  <a:lnTo>
                    <a:pt x="492" y="1004"/>
                  </a:lnTo>
                  <a:lnTo>
                    <a:pt x="53" y="1762"/>
                  </a:lnTo>
                  <a:cubicBezTo>
                    <a:pt x="0" y="1850"/>
                    <a:pt x="31" y="1964"/>
                    <a:pt x="119" y="2014"/>
                  </a:cubicBezTo>
                  <a:cubicBezTo>
                    <a:pt x="147" y="2032"/>
                    <a:pt x="181" y="2039"/>
                    <a:pt x="212" y="2039"/>
                  </a:cubicBezTo>
                  <a:cubicBezTo>
                    <a:pt x="276" y="2039"/>
                    <a:pt x="338" y="2007"/>
                    <a:pt x="371" y="1948"/>
                  </a:cubicBezTo>
                  <a:lnTo>
                    <a:pt x="865" y="1095"/>
                  </a:lnTo>
                  <a:cubicBezTo>
                    <a:pt x="899" y="1038"/>
                    <a:pt x="898" y="965"/>
                    <a:pt x="863" y="908"/>
                  </a:cubicBezTo>
                  <a:lnTo>
                    <a:pt x="370" y="90"/>
                  </a:lnTo>
                  <a:cubicBezTo>
                    <a:pt x="336" y="32"/>
                    <a:pt x="275" y="0"/>
                    <a:pt x="21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6" name="Google Shape;1686;p42"/>
            <p:cNvSpPr/>
            <p:nvPr/>
          </p:nvSpPr>
          <p:spPr>
            <a:xfrm>
              <a:off x="886605" y="837869"/>
              <a:ext cx="34021" cy="77248"/>
            </a:xfrm>
            <a:custGeom>
              <a:rect b="b" l="l" r="r" t="t"/>
              <a:pathLst>
                <a:path extrusionOk="0" h="2039" w="898">
                  <a:moveTo>
                    <a:pt x="687" y="0"/>
                  </a:moveTo>
                  <a:cubicBezTo>
                    <a:pt x="624" y="0"/>
                    <a:pt x="564" y="32"/>
                    <a:pt x="529" y="90"/>
                  </a:cubicBezTo>
                  <a:lnTo>
                    <a:pt x="36" y="908"/>
                  </a:lnTo>
                  <a:cubicBezTo>
                    <a:pt x="2" y="965"/>
                    <a:pt x="0" y="1038"/>
                    <a:pt x="35" y="1095"/>
                  </a:cubicBezTo>
                  <a:lnTo>
                    <a:pt x="528" y="1948"/>
                  </a:lnTo>
                  <a:cubicBezTo>
                    <a:pt x="563" y="2007"/>
                    <a:pt x="623" y="2039"/>
                    <a:pt x="688" y="2039"/>
                  </a:cubicBezTo>
                  <a:cubicBezTo>
                    <a:pt x="720" y="2039"/>
                    <a:pt x="751" y="2031"/>
                    <a:pt x="780" y="2014"/>
                  </a:cubicBezTo>
                  <a:cubicBezTo>
                    <a:pt x="868" y="1964"/>
                    <a:pt x="898" y="1850"/>
                    <a:pt x="847" y="1762"/>
                  </a:cubicBezTo>
                  <a:lnTo>
                    <a:pt x="408" y="1005"/>
                  </a:lnTo>
                  <a:lnTo>
                    <a:pt x="846" y="279"/>
                  </a:lnTo>
                  <a:cubicBezTo>
                    <a:pt x="898" y="191"/>
                    <a:pt x="870" y="79"/>
                    <a:pt x="783" y="27"/>
                  </a:cubicBezTo>
                  <a:cubicBezTo>
                    <a:pt x="753" y="9"/>
                    <a:pt x="719" y="0"/>
                    <a:pt x="68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7" name="Google Shape;1687;p42"/>
            <p:cNvSpPr/>
            <p:nvPr/>
          </p:nvSpPr>
          <p:spPr>
            <a:xfrm>
              <a:off x="886643" y="939136"/>
              <a:ext cx="173097" cy="13676"/>
            </a:xfrm>
            <a:custGeom>
              <a:rect b="b" l="l" r="r" t="t"/>
              <a:pathLst>
                <a:path extrusionOk="0" h="361" w="4569">
                  <a:moveTo>
                    <a:pt x="200" y="1"/>
                  </a:moveTo>
                  <a:cubicBezTo>
                    <a:pt x="104" y="1"/>
                    <a:pt x="19" y="71"/>
                    <a:pt x="10" y="165"/>
                  </a:cubicBezTo>
                  <a:cubicBezTo>
                    <a:pt x="0" y="272"/>
                    <a:pt x="87" y="361"/>
                    <a:pt x="193" y="361"/>
                  </a:cubicBezTo>
                  <a:lnTo>
                    <a:pt x="4370" y="361"/>
                  </a:lnTo>
                  <a:cubicBezTo>
                    <a:pt x="4465" y="361"/>
                    <a:pt x="4550" y="292"/>
                    <a:pt x="4559" y="198"/>
                  </a:cubicBezTo>
                  <a:cubicBezTo>
                    <a:pt x="4569" y="90"/>
                    <a:pt x="4484" y="1"/>
                    <a:pt x="437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8" name="Google Shape;1688;p42"/>
            <p:cNvSpPr/>
            <p:nvPr/>
          </p:nvSpPr>
          <p:spPr>
            <a:xfrm>
              <a:off x="887135" y="975126"/>
              <a:ext cx="44629" cy="13714"/>
            </a:xfrm>
            <a:custGeom>
              <a:rect b="b" l="l" r="r" t="t"/>
              <a:pathLst>
                <a:path extrusionOk="0" h="362" w="1178">
                  <a:moveTo>
                    <a:pt x="199" y="1"/>
                  </a:moveTo>
                  <a:cubicBezTo>
                    <a:pt x="104" y="1"/>
                    <a:pt x="18" y="70"/>
                    <a:pt x="10" y="164"/>
                  </a:cubicBezTo>
                  <a:cubicBezTo>
                    <a:pt x="1" y="273"/>
                    <a:pt x="85" y="362"/>
                    <a:pt x="190" y="362"/>
                  </a:cubicBezTo>
                  <a:lnTo>
                    <a:pt x="979" y="362"/>
                  </a:lnTo>
                  <a:cubicBezTo>
                    <a:pt x="1075" y="362"/>
                    <a:pt x="1159" y="292"/>
                    <a:pt x="1168" y="196"/>
                  </a:cubicBezTo>
                  <a:cubicBezTo>
                    <a:pt x="1177" y="90"/>
                    <a:pt x="1093" y="1"/>
                    <a:pt x="98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9" name="Google Shape;1689;p42"/>
            <p:cNvSpPr/>
            <p:nvPr/>
          </p:nvSpPr>
          <p:spPr>
            <a:xfrm>
              <a:off x="954608" y="975164"/>
              <a:ext cx="44591" cy="13676"/>
            </a:xfrm>
            <a:custGeom>
              <a:rect b="b" l="l" r="r" t="t"/>
              <a:pathLst>
                <a:path extrusionOk="0" h="361" w="1177">
                  <a:moveTo>
                    <a:pt x="198" y="1"/>
                  </a:moveTo>
                  <a:cubicBezTo>
                    <a:pt x="103" y="1"/>
                    <a:pt x="17" y="70"/>
                    <a:pt x="10" y="164"/>
                  </a:cubicBezTo>
                  <a:cubicBezTo>
                    <a:pt x="0" y="272"/>
                    <a:pt x="84" y="361"/>
                    <a:pt x="189" y="361"/>
                  </a:cubicBezTo>
                  <a:lnTo>
                    <a:pt x="979" y="361"/>
                  </a:lnTo>
                  <a:cubicBezTo>
                    <a:pt x="1074" y="361"/>
                    <a:pt x="1159" y="291"/>
                    <a:pt x="1167" y="195"/>
                  </a:cubicBezTo>
                  <a:cubicBezTo>
                    <a:pt x="1177" y="90"/>
                    <a:pt x="1093" y="1"/>
                    <a:pt x="98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0" name="Google Shape;1690;p42"/>
            <p:cNvSpPr/>
            <p:nvPr/>
          </p:nvSpPr>
          <p:spPr>
            <a:xfrm>
              <a:off x="999199" y="1009943"/>
              <a:ext cx="44553" cy="13676"/>
            </a:xfrm>
            <a:custGeom>
              <a:rect b="b" l="l" r="r" t="t"/>
              <a:pathLst>
                <a:path extrusionOk="0" h="361" w="1176">
                  <a:moveTo>
                    <a:pt x="199" y="0"/>
                  </a:moveTo>
                  <a:cubicBezTo>
                    <a:pt x="102" y="0"/>
                    <a:pt x="17" y="69"/>
                    <a:pt x="10" y="164"/>
                  </a:cubicBezTo>
                  <a:cubicBezTo>
                    <a:pt x="1" y="270"/>
                    <a:pt x="84" y="360"/>
                    <a:pt x="189" y="360"/>
                  </a:cubicBezTo>
                  <a:lnTo>
                    <a:pt x="979" y="360"/>
                  </a:lnTo>
                  <a:cubicBezTo>
                    <a:pt x="1074" y="360"/>
                    <a:pt x="1159" y="290"/>
                    <a:pt x="1167" y="197"/>
                  </a:cubicBezTo>
                  <a:cubicBezTo>
                    <a:pt x="1176" y="89"/>
                    <a:pt x="1092" y="0"/>
                    <a:pt x="98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1" name="Google Shape;1691;p42"/>
            <p:cNvSpPr/>
            <p:nvPr/>
          </p:nvSpPr>
          <p:spPr>
            <a:xfrm>
              <a:off x="999199" y="1079424"/>
              <a:ext cx="44553" cy="13676"/>
            </a:xfrm>
            <a:custGeom>
              <a:rect b="b" l="l" r="r" t="t"/>
              <a:pathLst>
                <a:path extrusionOk="0" h="361" w="1176">
                  <a:moveTo>
                    <a:pt x="199" y="0"/>
                  </a:moveTo>
                  <a:cubicBezTo>
                    <a:pt x="102" y="0"/>
                    <a:pt x="17" y="70"/>
                    <a:pt x="10" y="165"/>
                  </a:cubicBezTo>
                  <a:cubicBezTo>
                    <a:pt x="1" y="271"/>
                    <a:pt x="84" y="360"/>
                    <a:pt x="189" y="360"/>
                  </a:cubicBezTo>
                  <a:lnTo>
                    <a:pt x="979" y="360"/>
                  </a:lnTo>
                  <a:cubicBezTo>
                    <a:pt x="1074" y="360"/>
                    <a:pt x="1159" y="291"/>
                    <a:pt x="1167" y="197"/>
                  </a:cubicBezTo>
                  <a:cubicBezTo>
                    <a:pt x="1176" y="89"/>
                    <a:pt x="1092" y="0"/>
                    <a:pt x="98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2" name="Google Shape;1692;p42"/>
            <p:cNvSpPr/>
            <p:nvPr/>
          </p:nvSpPr>
          <p:spPr>
            <a:xfrm>
              <a:off x="887741" y="1114202"/>
              <a:ext cx="95432" cy="13639"/>
            </a:xfrm>
            <a:custGeom>
              <a:rect b="b" l="l" r="r" t="t"/>
              <a:pathLst>
                <a:path extrusionOk="0" h="360" w="2519">
                  <a:moveTo>
                    <a:pt x="199" y="1"/>
                  </a:moveTo>
                  <a:cubicBezTo>
                    <a:pt x="103" y="1"/>
                    <a:pt x="17" y="70"/>
                    <a:pt x="10" y="164"/>
                  </a:cubicBezTo>
                  <a:cubicBezTo>
                    <a:pt x="1" y="271"/>
                    <a:pt x="84" y="360"/>
                    <a:pt x="189" y="360"/>
                  </a:cubicBezTo>
                  <a:lnTo>
                    <a:pt x="2321" y="360"/>
                  </a:lnTo>
                  <a:cubicBezTo>
                    <a:pt x="2416" y="360"/>
                    <a:pt x="2502" y="291"/>
                    <a:pt x="2509" y="196"/>
                  </a:cubicBezTo>
                  <a:cubicBezTo>
                    <a:pt x="2519" y="90"/>
                    <a:pt x="2435" y="1"/>
                    <a:pt x="233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3" name="Google Shape;1693;p42"/>
            <p:cNvSpPr/>
            <p:nvPr/>
          </p:nvSpPr>
          <p:spPr>
            <a:xfrm>
              <a:off x="887741" y="1009943"/>
              <a:ext cx="95394" cy="13676"/>
            </a:xfrm>
            <a:custGeom>
              <a:rect b="b" l="l" r="r" t="t"/>
              <a:pathLst>
                <a:path extrusionOk="0" h="361" w="2518">
                  <a:moveTo>
                    <a:pt x="199" y="0"/>
                  </a:moveTo>
                  <a:cubicBezTo>
                    <a:pt x="103" y="0"/>
                    <a:pt x="17" y="69"/>
                    <a:pt x="10" y="164"/>
                  </a:cubicBezTo>
                  <a:cubicBezTo>
                    <a:pt x="1" y="270"/>
                    <a:pt x="84" y="360"/>
                    <a:pt x="189" y="360"/>
                  </a:cubicBezTo>
                  <a:lnTo>
                    <a:pt x="2320" y="360"/>
                  </a:lnTo>
                  <a:cubicBezTo>
                    <a:pt x="2415" y="360"/>
                    <a:pt x="2500" y="290"/>
                    <a:pt x="2508" y="197"/>
                  </a:cubicBezTo>
                  <a:cubicBezTo>
                    <a:pt x="2517" y="89"/>
                    <a:pt x="2433" y="0"/>
                    <a:pt x="232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4" name="Google Shape;1694;p42"/>
            <p:cNvSpPr/>
            <p:nvPr/>
          </p:nvSpPr>
          <p:spPr>
            <a:xfrm>
              <a:off x="1059777" y="1009943"/>
              <a:ext cx="95432" cy="13676"/>
            </a:xfrm>
            <a:custGeom>
              <a:rect b="b" l="l" r="r" t="t"/>
              <a:pathLst>
                <a:path extrusionOk="0" h="361" w="2519">
                  <a:moveTo>
                    <a:pt x="200" y="0"/>
                  </a:moveTo>
                  <a:cubicBezTo>
                    <a:pt x="105" y="0"/>
                    <a:pt x="20" y="69"/>
                    <a:pt x="11" y="164"/>
                  </a:cubicBezTo>
                  <a:cubicBezTo>
                    <a:pt x="1" y="270"/>
                    <a:pt x="87" y="360"/>
                    <a:pt x="192" y="360"/>
                  </a:cubicBezTo>
                  <a:lnTo>
                    <a:pt x="2321" y="360"/>
                  </a:lnTo>
                  <a:cubicBezTo>
                    <a:pt x="2416" y="360"/>
                    <a:pt x="2502" y="290"/>
                    <a:pt x="2509" y="197"/>
                  </a:cubicBezTo>
                  <a:cubicBezTo>
                    <a:pt x="2519" y="89"/>
                    <a:pt x="2435" y="0"/>
                    <a:pt x="233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5" name="Google Shape;1695;p42"/>
            <p:cNvSpPr/>
            <p:nvPr/>
          </p:nvSpPr>
          <p:spPr>
            <a:xfrm>
              <a:off x="886984" y="1044645"/>
              <a:ext cx="32695" cy="13714"/>
            </a:xfrm>
            <a:custGeom>
              <a:rect b="b" l="l" r="r" t="t"/>
              <a:pathLst>
                <a:path extrusionOk="0" h="362" w="863">
                  <a:moveTo>
                    <a:pt x="202" y="1"/>
                  </a:moveTo>
                  <a:cubicBezTo>
                    <a:pt x="106" y="1"/>
                    <a:pt x="21" y="70"/>
                    <a:pt x="13" y="164"/>
                  </a:cubicBezTo>
                  <a:cubicBezTo>
                    <a:pt x="1" y="272"/>
                    <a:pt x="85" y="362"/>
                    <a:pt x="191" y="362"/>
                  </a:cubicBezTo>
                  <a:lnTo>
                    <a:pt x="665" y="362"/>
                  </a:lnTo>
                  <a:cubicBezTo>
                    <a:pt x="760" y="362"/>
                    <a:pt x="846" y="293"/>
                    <a:pt x="853" y="197"/>
                  </a:cubicBezTo>
                  <a:cubicBezTo>
                    <a:pt x="863" y="90"/>
                    <a:pt x="779" y="1"/>
                    <a:pt x="67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6" name="Google Shape;1696;p42"/>
            <p:cNvSpPr/>
            <p:nvPr/>
          </p:nvSpPr>
          <p:spPr>
            <a:xfrm>
              <a:off x="935325" y="1044645"/>
              <a:ext cx="161996" cy="13714"/>
            </a:xfrm>
            <a:custGeom>
              <a:rect b="b" l="l" r="r" t="t"/>
              <a:pathLst>
                <a:path extrusionOk="0" h="362" w="4276">
                  <a:moveTo>
                    <a:pt x="198" y="1"/>
                  </a:moveTo>
                  <a:cubicBezTo>
                    <a:pt x="102" y="1"/>
                    <a:pt x="17" y="70"/>
                    <a:pt x="10" y="166"/>
                  </a:cubicBezTo>
                  <a:cubicBezTo>
                    <a:pt x="0" y="273"/>
                    <a:pt x="84" y="362"/>
                    <a:pt x="189" y="362"/>
                  </a:cubicBezTo>
                  <a:lnTo>
                    <a:pt x="4077" y="362"/>
                  </a:lnTo>
                  <a:cubicBezTo>
                    <a:pt x="4173" y="362"/>
                    <a:pt x="4258" y="293"/>
                    <a:pt x="4265" y="199"/>
                  </a:cubicBezTo>
                  <a:cubicBezTo>
                    <a:pt x="4276" y="91"/>
                    <a:pt x="4191" y="1"/>
                    <a:pt x="408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7" name="Google Shape;1697;p42"/>
            <p:cNvSpPr/>
            <p:nvPr/>
          </p:nvSpPr>
          <p:spPr>
            <a:xfrm>
              <a:off x="887741" y="1079424"/>
              <a:ext cx="95394" cy="13676"/>
            </a:xfrm>
            <a:custGeom>
              <a:rect b="b" l="l" r="r" t="t"/>
              <a:pathLst>
                <a:path extrusionOk="0" h="361" w="2518">
                  <a:moveTo>
                    <a:pt x="199" y="0"/>
                  </a:moveTo>
                  <a:cubicBezTo>
                    <a:pt x="103" y="0"/>
                    <a:pt x="17" y="70"/>
                    <a:pt x="10" y="165"/>
                  </a:cubicBezTo>
                  <a:cubicBezTo>
                    <a:pt x="1" y="271"/>
                    <a:pt x="84" y="360"/>
                    <a:pt x="189" y="360"/>
                  </a:cubicBezTo>
                  <a:lnTo>
                    <a:pt x="2320" y="360"/>
                  </a:lnTo>
                  <a:cubicBezTo>
                    <a:pt x="2415" y="360"/>
                    <a:pt x="2500" y="291"/>
                    <a:pt x="2508" y="197"/>
                  </a:cubicBezTo>
                  <a:cubicBezTo>
                    <a:pt x="2517" y="89"/>
                    <a:pt x="2433" y="0"/>
                    <a:pt x="232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98" name="Google Shape;1698;p42"/>
          <p:cNvGrpSpPr/>
          <p:nvPr/>
        </p:nvGrpSpPr>
        <p:grpSpPr>
          <a:xfrm>
            <a:off x="3677207" y="1855441"/>
            <a:ext cx="341661" cy="290896"/>
            <a:chOff x="2335403" y="748460"/>
            <a:chExt cx="477313" cy="406392"/>
          </a:xfrm>
        </p:grpSpPr>
        <p:sp>
          <p:nvSpPr>
            <p:cNvPr id="1699" name="Google Shape;1699;p42"/>
            <p:cNvSpPr/>
            <p:nvPr/>
          </p:nvSpPr>
          <p:spPr>
            <a:xfrm>
              <a:off x="2419697" y="928793"/>
              <a:ext cx="35044" cy="13676"/>
            </a:xfrm>
            <a:custGeom>
              <a:rect b="b" l="l" r="r" t="t"/>
              <a:pathLst>
                <a:path extrusionOk="0" h="361" w="925">
                  <a:moveTo>
                    <a:pt x="199" y="0"/>
                  </a:moveTo>
                  <a:cubicBezTo>
                    <a:pt x="102" y="0"/>
                    <a:pt x="17" y="69"/>
                    <a:pt x="10" y="164"/>
                  </a:cubicBezTo>
                  <a:cubicBezTo>
                    <a:pt x="1" y="272"/>
                    <a:pt x="85" y="361"/>
                    <a:pt x="189" y="361"/>
                  </a:cubicBezTo>
                  <a:lnTo>
                    <a:pt x="728" y="361"/>
                  </a:lnTo>
                  <a:cubicBezTo>
                    <a:pt x="823" y="361"/>
                    <a:pt x="908" y="291"/>
                    <a:pt x="916" y="197"/>
                  </a:cubicBezTo>
                  <a:cubicBezTo>
                    <a:pt x="924" y="89"/>
                    <a:pt x="841" y="0"/>
                    <a:pt x="73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0" name="Google Shape;1700;p42"/>
            <p:cNvSpPr/>
            <p:nvPr/>
          </p:nvSpPr>
          <p:spPr>
            <a:xfrm>
              <a:off x="2466106" y="928793"/>
              <a:ext cx="51713" cy="13676"/>
            </a:xfrm>
            <a:custGeom>
              <a:rect b="b" l="l" r="r" t="t"/>
              <a:pathLst>
                <a:path extrusionOk="0" h="361" w="1365">
                  <a:moveTo>
                    <a:pt x="197" y="0"/>
                  </a:moveTo>
                  <a:cubicBezTo>
                    <a:pt x="102" y="0"/>
                    <a:pt x="17" y="69"/>
                    <a:pt x="8" y="164"/>
                  </a:cubicBezTo>
                  <a:cubicBezTo>
                    <a:pt x="0" y="272"/>
                    <a:pt x="84" y="361"/>
                    <a:pt x="189" y="361"/>
                  </a:cubicBezTo>
                  <a:lnTo>
                    <a:pt x="1166" y="361"/>
                  </a:lnTo>
                  <a:cubicBezTo>
                    <a:pt x="1262" y="361"/>
                    <a:pt x="1347" y="291"/>
                    <a:pt x="1354" y="197"/>
                  </a:cubicBezTo>
                  <a:cubicBezTo>
                    <a:pt x="1365" y="89"/>
                    <a:pt x="1281" y="0"/>
                    <a:pt x="117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1" name="Google Shape;1701;p42"/>
            <p:cNvSpPr/>
            <p:nvPr/>
          </p:nvSpPr>
          <p:spPr>
            <a:xfrm>
              <a:off x="2420152" y="900266"/>
              <a:ext cx="80354" cy="13676"/>
            </a:xfrm>
            <a:custGeom>
              <a:rect b="b" l="l" r="r" t="t"/>
              <a:pathLst>
                <a:path extrusionOk="0" h="361" w="2121">
                  <a:moveTo>
                    <a:pt x="198" y="0"/>
                  </a:moveTo>
                  <a:cubicBezTo>
                    <a:pt x="103" y="0"/>
                    <a:pt x="17" y="70"/>
                    <a:pt x="10" y="165"/>
                  </a:cubicBezTo>
                  <a:cubicBezTo>
                    <a:pt x="0" y="270"/>
                    <a:pt x="84" y="361"/>
                    <a:pt x="189" y="361"/>
                  </a:cubicBezTo>
                  <a:lnTo>
                    <a:pt x="1922" y="361"/>
                  </a:lnTo>
                  <a:cubicBezTo>
                    <a:pt x="2017" y="361"/>
                    <a:pt x="2103" y="291"/>
                    <a:pt x="2111" y="197"/>
                  </a:cubicBezTo>
                  <a:cubicBezTo>
                    <a:pt x="2120" y="89"/>
                    <a:pt x="2036" y="0"/>
                    <a:pt x="193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2" name="Google Shape;1702;p42"/>
            <p:cNvSpPr/>
            <p:nvPr/>
          </p:nvSpPr>
          <p:spPr>
            <a:xfrm>
              <a:off x="2419659" y="871700"/>
              <a:ext cx="35044" cy="13676"/>
            </a:xfrm>
            <a:custGeom>
              <a:rect b="b" l="l" r="r" t="t"/>
              <a:pathLst>
                <a:path extrusionOk="0" h="361" w="925">
                  <a:moveTo>
                    <a:pt x="198" y="0"/>
                  </a:moveTo>
                  <a:cubicBezTo>
                    <a:pt x="102" y="0"/>
                    <a:pt x="17" y="70"/>
                    <a:pt x="9" y="165"/>
                  </a:cubicBezTo>
                  <a:cubicBezTo>
                    <a:pt x="1" y="271"/>
                    <a:pt x="84" y="360"/>
                    <a:pt x="189" y="360"/>
                  </a:cubicBezTo>
                  <a:lnTo>
                    <a:pt x="726" y="360"/>
                  </a:lnTo>
                  <a:cubicBezTo>
                    <a:pt x="823" y="360"/>
                    <a:pt x="908" y="291"/>
                    <a:pt x="915" y="197"/>
                  </a:cubicBezTo>
                  <a:cubicBezTo>
                    <a:pt x="924" y="89"/>
                    <a:pt x="841" y="0"/>
                    <a:pt x="73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3" name="Google Shape;1703;p42"/>
            <p:cNvSpPr/>
            <p:nvPr/>
          </p:nvSpPr>
          <p:spPr>
            <a:xfrm>
              <a:off x="2466485" y="871700"/>
              <a:ext cx="84597" cy="13676"/>
            </a:xfrm>
            <a:custGeom>
              <a:rect b="b" l="l" r="r" t="t"/>
              <a:pathLst>
                <a:path extrusionOk="0" h="361" w="2233">
                  <a:moveTo>
                    <a:pt x="197" y="0"/>
                  </a:moveTo>
                  <a:cubicBezTo>
                    <a:pt x="102" y="0"/>
                    <a:pt x="17" y="70"/>
                    <a:pt x="9" y="165"/>
                  </a:cubicBezTo>
                  <a:cubicBezTo>
                    <a:pt x="1" y="271"/>
                    <a:pt x="83" y="360"/>
                    <a:pt x="188" y="360"/>
                  </a:cubicBezTo>
                  <a:lnTo>
                    <a:pt x="2035" y="360"/>
                  </a:lnTo>
                  <a:cubicBezTo>
                    <a:pt x="2130" y="360"/>
                    <a:pt x="2216" y="291"/>
                    <a:pt x="2223" y="197"/>
                  </a:cubicBezTo>
                  <a:cubicBezTo>
                    <a:pt x="2232" y="89"/>
                    <a:pt x="2149" y="0"/>
                    <a:pt x="204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4" name="Google Shape;1704;p42"/>
            <p:cNvSpPr/>
            <p:nvPr/>
          </p:nvSpPr>
          <p:spPr>
            <a:xfrm>
              <a:off x="2428714" y="978953"/>
              <a:ext cx="61828" cy="72171"/>
            </a:xfrm>
            <a:custGeom>
              <a:rect b="b" l="l" r="r" t="t"/>
              <a:pathLst>
                <a:path extrusionOk="0" h="1905" w="1632">
                  <a:moveTo>
                    <a:pt x="821" y="648"/>
                  </a:moveTo>
                  <a:lnTo>
                    <a:pt x="1015" y="1167"/>
                  </a:lnTo>
                  <a:lnTo>
                    <a:pt x="623" y="1167"/>
                  </a:lnTo>
                  <a:lnTo>
                    <a:pt x="821" y="648"/>
                  </a:lnTo>
                  <a:close/>
                  <a:moveTo>
                    <a:pt x="820" y="0"/>
                  </a:moveTo>
                  <a:cubicBezTo>
                    <a:pt x="730" y="0"/>
                    <a:pt x="650" y="54"/>
                    <a:pt x="616" y="136"/>
                  </a:cubicBezTo>
                  <a:cubicBezTo>
                    <a:pt x="616" y="137"/>
                    <a:pt x="615" y="138"/>
                    <a:pt x="615" y="141"/>
                  </a:cubicBezTo>
                  <a:lnTo>
                    <a:pt x="37" y="1655"/>
                  </a:lnTo>
                  <a:cubicBezTo>
                    <a:pt x="0" y="1757"/>
                    <a:pt x="60" y="1855"/>
                    <a:pt x="146" y="1891"/>
                  </a:cubicBezTo>
                  <a:cubicBezTo>
                    <a:pt x="166" y="1899"/>
                    <a:pt x="187" y="1903"/>
                    <a:pt x="208" y="1903"/>
                  </a:cubicBezTo>
                  <a:cubicBezTo>
                    <a:pt x="282" y="1903"/>
                    <a:pt x="357" y="1856"/>
                    <a:pt x="383" y="1786"/>
                  </a:cubicBezTo>
                  <a:lnTo>
                    <a:pt x="481" y="1528"/>
                  </a:lnTo>
                  <a:lnTo>
                    <a:pt x="1155" y="1528"/>
                  </a:lnTo>
                  <a:lnTo>
                    <a:pt x="1251" y="1786"/>
                  </a:lnTo>
                  <a:cubicBezTo>
                    <a:pt x="1279" y="1860"/>
                    <a:pt x="1349" y="1905"/>
                    <a:pt x="1423" y="1905"/>
                  </a:cubicBezTo>
                  <a:cubicBezTo>
                    <a:pt x="1444" y="1905"/>
                    <a:pt x="1466" y="1901"/>
                    <a:pt x="1488" y="1893"/>
                  </a:cubicBezTo>
                  <a:cubicBezTo>
                    <a:pt x="1584" y="1858"/>
                    <a:pt x="1631" y="1750"/>
                    <a:pt x="1596" y="1656"/>
                  </a:cubicBezTo>
                  <a:lnTo>
                    <a:pt x="1024" y="142"/>
                  </a:lnTo>
                  <a:cubicBezTo>
                    <a:pt x="1024" y="139"/>
                    <a:pt x="1022" y="137"/>
                    <a:pt x="1022" y="136"/>
                  </a:cubicBezTo>
                  <a:cubicBezTo>
                    <a:pt x="988" y="54"/>
                    <a:pt x="909" y="0"/>
                    <a:pt x="82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5" name="Google Shape;1705;p42"/>
            <p:cNvSpPr/>
            <p:nvPr/>
          </p:nvSpPr>
          <p:spPr>
            <a:xfrm>
              <a:off x="2492701" y="998388"/>
              <a:ext cx="48265" cy="52660"/>
            </a:xfrm>
            <a:custGeom>
              <a:rect b="b" l="l" r="r" t="t"/>
              <a:pathLst>
                <a:path extrusionOk="0" h="1390" w="1274">
                  <a:moveTo>
                    <a:pt x="654" y="430"/>
                  </a:moveTo>
                  <a:cubicBezTo>
                    <a:pt x="801" y="430"/>
                    <a:pt x="919" y="549"/>
                    <a:pt x="919" y="696"/>
                  </a:cubicBezTo>
                  <a:cubicBezTo>
                    <a:pt x="919" y="842"/>
                    <a:pt x="801" y="961"/>
                    <a:pt x="654" y="961"/>
                  </a:cubicBezTo>
                  <a:cubicBezTo>
                    <a:pt x="508" y="961"/>
                    <a:pt x="388" y="842"/>
                    <a:pt x="388" y="696"/>
                  </a:cubicBezTo>
                  <a:cubicBezTo>
                    <a:pt x="388" y="549"/>
                    <a:pt x="508" y="430"/>
                    <a:pt x="654" y="430"/>
                  </a:cubicBezTo>
                  <a:close/>
                  <a:moveTo>
                    <a:pt x="1089" y="1"/>
                  </a:moveTo>
                  <a:cubicBezTo>
                    <a:pt x="1008" y="1"/>
                    <a:pt x="941" y="52"/>
                    <a:pt x="916" y="123"/>
                  </a:cubicBezTo>
                  <a:cubicBezTo>
                    <a:pt x="832" y="83"/>
                    <a:pt x="736" y="59"/>
                    <a:pt x="635" y="59"/>
                  </a:cubicBezTo>
                  <a:cubicBezTo>
                    <a:pt x="623" y="59"/>
                    <a:pt x="611" y="59"/>
                    <a:pt x="599" y="60"/>
                  </a:cubicBezTo>
                  <a:cubicBezTo>
                    <a:pt x="267" y="81"/>
                    <a:pt x="1" y="366"/>
                    <a:pt x="5" y="699"/>
                  </a:cubicBezTo>
                  <a:cubicBezTo>
                    <a:pt x="7" y="1049"/>
                    <a:pt x="291" y="1331"/>
                    <a:pt x="640" y="1331"/>
                  </a:cubicBezTo>
                  <a:cubicBezTo>
                    <a:pt x="739" y="1331"/>
                    <a:pt x="831" y="1309"/>
                    <a:pt x="916" y="1267"/>
                  </a:cubicBezTo>
                  <a:cubicBezTo>
                    <a:pt x="941" y="1339"/>
                    <a:pt x="1009" y="1389"/>
                    <a:pt x="1088" y="1389"/>
                  </a:cubicBezTo>
                  <a:cubicBezTo>
                    <a:pt x="1101" y="1389"/>
                    <a:pt x="1114" y="1388"/>
                    <a:pt x="1128" y="1385"/>
                  </a:cubicBezTo>
                  <a:cubicBezTo>
                    <a:pt x="1214" y="1367"/>
                    <a:pt x="1273" y="1288"/>
                    <a:pt x="1273" y="1200"/>
                  </a:cubicBezTo>
                  <a:lnTo>
                    <a:pt x="1273" y="190"/>
                  </a:lnTo>
                  <a:cubicBezTo>
                    <a:pt x="1273" y="102"/>
                    <a:pt x="1214" y="22"/>
                    <a:pt x="1128" y="5"/>
                  </a:cubicBezTo>
                  <a:cubicBezTo>
                    <a:pt x="1115" y="2"/>
                    <a:pt x="1101" y="1"/>
                    <a:pt x="108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42"/>
            <p:cNvSpPr/>
            <p:nvPr/>
          </p:nvSpPr>
          <p:spPr>
            <a:xfrm>
              <a:off x="2597264" y="977437"/>
              <a:ext cx="36635" cy="75164"/>
            </a:xfrm>
            <a:custGeom>
              <a:rect b="b" l="l" r="r" t="t"/>
              <a:pathLst>
                <a:path extrusionOk="0" h="1984" w="967">
                  <a:moveTo>
                    <a:pt x="771" y="0"/>
                  </a:moveTo>
                  <a:cubicBezTo>
                    <a:pt x="467" y="0"/>
                    <a:pt x="217" y="223"/>
                    <a:pt x="217" y="497"/>
                  </a:cubicBezTo>
                  <a:lnTo>
                    <a:pt x="217" y="731"/>
                  </a:lnTo>
                  <a:cubicBezTo>
                    <a:pt x="205" y="788"/>
                    <a:pt x="181" y="807"/>
                    <a:pt x="142" y="820"/>
                  </a:cubicBezTo>
                  <a:cubicBezTo>
                    <a:pt x="83" y="841"/>
                    <a:pt x="35" y="890"/>
                    <a:pt x="23" y="950"/>
                  </a:cubicBezTo>
                  <a:cubicBezTo>
                    <a:pt x="1" y="1042"/>
                    <a:pt x="53" y="1134"/>
                    <a:pt x="139" y="1162"/>
                  </a:cubicBezTo>
                  <a:cubicBezTo>
                    <a:pt x="180" y="1177"/>
                    <a:pt x="205" y="1194"/>
                    <a:pt x="217" y="1252"/>
                  </a:cubicBezTo>
                  <a:lnTo>
                    <a:pt x="217" y="1487"/>
                  </a:lnTo>
                  <a:cubicBezTo>
                    <a:pt x="217" y="1758"/>
                    <a:pt x="462" y="1979"/>
                    <a:pt x="764" y="1983"/>
                  </a:cubicBezTo>
                  <a:cubicBezTo>
                    <a:pt x="765" y="1983"/>
                    <a:pt x="766" y="1983"/>
                    <a:pt x="766" y="1983"/>
                  </a:cubicBezTo>
                  <a:cubicBezTo>
                    <a:pt x="854" y="1983"/>
                    <a:pt x="934" y="1921"/>
                    <a:pt x="948" y="1833"/>
                  </a:cubicBezTo>
                  <a:cubicBezTo>
                    <a:pt x="966" y="1719"/>
                    <a:pt x="880" y="1623"/>
                    <a:pt x="770" y="1623"/>
                  </a:cubicBezTo>
                  <a:cubicBezTo>
                    <a:pt x="666" y="1623"/>
                    <a:pt x="578" y="1561"/>
                    <a:pt x="578" y="1487"/>
                  </a:cubicBezTo>
                  <a:lnTo>
                    <a:pt x="578" y="1235"/>
                  </a:lnTo>
                  <a:cubicBezTo>
                    <a:pt x="578" y="1225"/>
                    <a:pt x="577" y="1214"/>
                    <a:pt x="576" y="1204"/>
                  </a:cubicBezTo>
                  <a:cubicBezTo>
                    <a:pt x="560" y="1116"/>
                    <a:pt x="530" y="1047"/>
                    <a:pt x="490" y="992"/>
                  </a:cubicBezTo>
                  <a:cubicBezTo>
                    <a:pt x="530" y="937"/>
                    <a:pt x="560" y="868"/>
                    <a:pt x="576" y="780"/>
                  </a:cubicBezTo>
                  <a:cubicBezTo>
                    <a:pt x="577" y="769"/>
                    <a:pt x="578" y="759"/>
                    <a:pt x="578" y="748"/>
                  </a:cubicBezTo>
                  <a:lnTo>
                    <a:pt x="578" y="497"/>
                  </a:lnTo>
                  <a:cubicBezTo>
                    <a:pt x="578" y="425"/>
                    <a:pt x="661" y="365"/>
                    <a:pt x="764" y="361"/>
                  </a:cubicBezTo>
                  <a:cubicBezTo>
                    <a:pt x="859" y="359"/>
                    <a:pt x="944" y="287"/>
                    <a:pt x="951" y="192"/>
                  </a:cubicBezTo>
                  <a:cubicBezTo>
                    <a:pt x="958" y="87"/>
                    <a:pt x="875" y="0"/>
                    <a:pt x="77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7" name="Google Shape;1707;p42"/>
            <p:cNvSpPr/>
            <p:nvPr/>
          </p:nvSpPr>
          <p:spPr>
            <a:xfrm>
              <a:off x="2692507" y="977513"/>
              <a:ext cx="36673" cy="75126"/>
            </a:xfrm>
            <a:custGeom>
              <a:rect b="b" l="l" r="r" t="t"/>
              <a:pathLst>
                <a:path extrusionOk="0" h="1983" w="968">
                  <a:moveTo>
                    <a:pt x="200" y="0"/>
                  </a:moveTo>
                  <a:cubicBezTo>
                    <a:pt x="113" y="0"/>
                    <a:pt x="34" y="63"/>
                    <a:pt x="20" y="149"/>
                  </a:cubicBezTo>
                  <a:cubicBezTo>
                    <a:pt x="0" y="263"/>
                    <a:pt x="88" y="360"/>
                    <a:pt x="198" y="360"/>
                  </a:cubicBezTo>
                  <a:cubicBezTo>
                    <a:pt x="303" y="360"/>
                    <a:pt x="390" y="422"/>
                    <a:pt x="390" y="496"/>
                  </a:cubicBezTo>
                  <a:lnTo>
                    <a:pt x="390" y="749"/>
                  </a:lnTo>
                  <a:cubicBezTo>
                    <a:pt x="390" y="760"/>
                    <a:pt x="392" y="770"/>
                    <a:pt x="393" y="781"/>
                  </a:cubicBezTo>
                  <a:cubicBezTo>
                    <a:pt x="409" y="868"/>
                    <a:pt x="439" y="936"/>
                    <a:pt x="478" y="991"/>
                  </a:cubicBezTo>
                  <a:cubicBezTo>
                    <a:pt x="440" y="1045"/>
                    <a:pt x="409" y="1114"/>
                    <a:pt x="393" y="1202"/>
                  </a:cubicBezTo>
                  <a:cubicBezTo>
                    <a:pt x="390" y="1211"/>
                    <a:pt x="390" y="1222"/>
                    <a:pt x="390" y="1232"/>
                  </a:cubicBezTo>
                  <a:lnTo>
                    <a:pt x="390" y="1485"/>
                  </a:lnTo>
                  <a:cubicBezTo>
                    <a:pt x="390" y="1557"/>
                    <a:pt x="305" y="1618"/>
                    <a:pt x="204" y="1621"/>
                  </a:cubicBezTo>
                  <a:cubicBezTo>
                    <a:pt x="109" y="1623"/>
                    <a:pt x="23" y="1694"/>
                    <a:pt x="18" y="1789"/>
                  </a:cubicBezTo>
                  <a:cubicBezTo>
                    <a:pt x="12" y="1894"/>
                    <a:pt x="95" y="1982"/>
                    <a:pt x="198" y="1982"/>
                  </a:cubicBezTo>
                  <a:cubicBezTo>
                    <a:pt x="503" y="1982"/>
                    <a:pt x="751" y="1759"/>
                    <a:pt x="751" y="1486"/>
                  </a:cubicBezTo>
                  <a:lnTo>
                    <a:pt x="751" y="1251"/>
                  </a:lnTo>
                  <a:cubicBezTo>
                    <a:pt x="765" y="1196"/>
                    <a:pt x="788" y="1176"/>
                    <a:pt x="828" y="1162"/>
                  </a:cubicBezTo>
                  <a:cubicBezTo>
                    <a:pt x="886" y="1141"/>
                    <a:pt x="933" y="1093"/>
                    <a:pt x="947" y="1033"/>
                  </a:cubicBezTo>
                  <a:cubicBezTo>
                    <a:pt x="968" y="940"/>
                    <a:pt x="916" y="850"/>
                    <a:pt x="829" y="821"/>
                  </a:cubicBezTo>
                  <a:cubicBezTo>
                    <a:pt x="788" y="806"/>
                    <a:pt x="764" y="788"/>
                    <a:pt x="750" y="730"/>
                  </a:cubicBezTo>
                  <a:lnTo>
                    <a:pt x="750" y="496"/>
                  </a:lnTo>
                  <a:cubicBezTo>
                    <a:pt x="750" y="226"/>
                    <a:pt x="505" y="4"/>
                    <a:pt x="204" y="0"/>
                  </a:cubicBezTo>
                  <a:cubicBezTo>
                    <a:pt x="203" y="0"/>
                    <a:pt x="202" y="0"/>
                    <a:pt x="2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8" name="Google Shape;1708;p42"/>
            <p:cNvSpPr/>
            <p:nvPr/>
          </p:nvSpPr>
          <p:spPr>
            <a:xfrm>
              <a:off x="2643749" y="978536"/>
              <a:ext cx="39249" cy="72891"/>
            </a:xfrm>
            <a:custGeom>
              <a:rect b="b" l="l" r="r" t="t"/>
              <a:pathLst>
                <a:path extrusionOk="0" h="1924" w="1036">
                  <a:moveTo>
                    <a:pt x="826" y="0"/>
                  </a:moveTo>
                  <a:cubicBezTo>
                    <a:pt x="753" y="0"/>
                    <a:pt x="683" y="44"/>
                    <a:pt x="655" y="117"/>
                  </a:cubicBezTo>
                  <a:lnTo>
                    <a:pt x="37" y="1671"/>
                  </a:lnTo>
                  <a:cubicBezTo>
                    <a:pt x="0" y="1765"/>
                    <a:pt x="46" y="1872"/>
                    <a:pt x="140" y="1911"/>
                  </a:cubicBezTo>
                  <a:cubicBezTo>
                    <a:pt x="162" y="1919"/>
                    <a:pt x="186" y="1924"/>
                    <a:pt x="208" y="1924"/>
                  </a:cubicBezTo>
                  <a:cubicBezTo>
                    <a:pt x="282" y="1924"/>
                    <a:pt x="351" y="1880"/>
                    <a:pt x="380" y="1807"/>
                  </a:cubicBezTo>
                  <a:lnTo>
                    <a:pt x="998" y="253"/>
                  </a:lnTo>
                  <a:cubicBezTo>
                    <a:pt x="1036" y="159"/>
                    <a:pt x="990" y="52"/>
                    <a:pt x="894" y="13"/>
                  </a:cubicBezTo>
                  <a:cubicBezTo>
                    <a:pt x="872" y="4"/>
                    <a:pt x="849" y="0"/>
                    <a:pt x="82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9" name="Google Shape;1709;p42"/>
            <p:cNvSpPr/>
            <p:nvPr/>
          </p:nvSpPr>
          <p:spPr>
            <a:xfrm>
              <a:off x="2335403" y="748460"/>
              <a:ext cx="477313" cy="406392"/>
            </a:xfrm>
            <a:custGeom>
              <a:rect b="b" l="l" r="r" t="t"/>
              <a:pathLst>
                <a:path extrusionOk="0" h="10727" w="12599">
                  <a:moveTo>
                    <a:pt x="10849" y="378"/>
                  </a:moveTo>
                  <a:cubicBezTo>
                    <a:pt x="10913" y="378"/>
                    <a:pt x="10994" y="438"/>
                    <a:pt x="11079" y="499"/>
                  </a:cubicBezTo>
                  <a:cubicBezTo>
                    <a:pt x="11240" y="616"/>
                    <a:pt x="11385" y="675"/>
                    <a:pt x="11582" y="707"/>
                  </a:cubicBezTo>
                  <a:cubicBezTo>
                    <a:pt x="11680" y="723"/>
                    <a:pt x="11781" y="740"/>
                    <a:pt x="11823" y="781"/>
                  </a:cubicBezTo>
                  <a:cubicBezTo>
                    <a:pt x="11864" y="823"/>
                    <a:pt x="11882" y="925"/>
                    <a:pt x="11898" y="1022"/>
                  </a:cubicBezTo>
                  <a:cubicBezTo>
                    <a:pt x="11929" y="1211"/>
                    <a:pt x="11994" y="1371"/>
                    <a:pt x="12105" y="1525"/>
                  </a:cubicBezTo>
                  <a:cubicBezTo>
                    <a:pt x="12167" y="1611"/>
                    <a:pt x="12226" y="1692"/>
                    <a:pt x="12226" y="1755"/>
                  </a:cubicBezTo>
                  <a:cubicBezTo>
                    <a:pt x="12226" y="1820"/>
                    <a:pt x="12167" y="1901"/>
                    <a:pt x="12105" y="1986"/>
                  </a:cubicBezTo>
                  <a:cubicBezTo>
                    <a:pt x="11993" y="2142"/>
                    <a:pt x="11929" y="2300"/>
                    <a:pt x="11898" y="2489"/>
                  </a:cubicBezTo>
                  <a:cubicBezTo>
                    <a:pt x="11880" y="2587"/>
                    <a:pt x="11864" y="2688"/>
                    <a:pt x="11823" y="2730"/>
                  </a:cubicBezTo>
                  <a:cubicBezTo>
                    <a:pt x="11781" y="2771"/>
                    <a:pt x="11680" y="2789"/>
                    <a:pt x="11582" y="2805"/>
                  </a:cubicBezTo>
                  <a:cubicBezTo>
                    <a:pt x="11385" y="2837"/>
                    <a:pt x="11241" y="2895"/>
                    <a:pt x="11079" y="3012"/>
                  </a:cubicBezTo>
                  <a:cubicBezTo>
                    <a:pt x="10994" y="3074"/>
                    <a:pt x="10913" y="3133"/>
                    <a:pt x="10849" y="3133"/>
                  </a:cubicBezTo>
                  <a:cubicBezTo>
                    <a:pt x="10785" y="3133"/>
                    <a:pt x="10704" y="3074"/>
                    <a:pt x="10618" y="3012"/>
                  </a:cubicBezTo>
                  <a:cubicBezTo>
                    <a:pt x="10459" y="2897"/>
                    <a:pt x="10311" y="2837"/>
                    <a:pt x="10115" y="2805"/>
                  </a:cubicBezTo>
                  <a:cubicBezTo>
                    <a:pt x="10018" y="2787"/>
                    <a:pt x="9916" y="2771"/>
                    <a:pt x="9875" y="2730"/>
                  </a:cubicBezTo>
                  <a:cubicBezTo>
                    <a:pt x="9833" y="2688"/>
                    <a:pt x="9816" y="2587"/>
                    <a:pt x="9800" y="2489"/>
                  </a:cubicBezTo>
                  <a:cubicBezTo>
                    <a:pt x="9769" y="2300"/>
                    <a:pt x="9705" y="2141"/>
                    <a:pt x="9592" y="1986"/>
                  </a:cubicBezTo>
                  <a:cubicBezTo>
                    <a:pt x="9531" y="1901"/>
                    <a:pt x="9472" y="1820"/>
                    <a:pt x="9472" y="1755"/>
                  </a:cubicBezTo>
                  <a:cubicBezTo>
                    <a:pt x="9472" y="1691"/>
                    <a:pt x="9531" y="1611"/>
                    <a:pt x="9592" y="1525"/>
                  </a:cubicBezTo>
                  <a:cubicBezTo>
                    <a:pt x="9709" y="1365"/>
                    <a:pt x="9768" y="1218"/>
                    <a:pt x="9800" y="1022"/>
                  </a:cubicBezTo>
                  <a:cubicBezTo>
                    <a:pt x="9816" y="925"/>
                    <a:pt x="9833" y="823"/>
                    <a:pt x="9875" y="781"/>
                  </a:cubicBezTo>
                  <a:cubicBezTo>
                    <a:pt x="9916" y="740"/>
                    <a:pt x="10018" y="723"/>
                    <a:pt x="10115" y="707"/>
                  </a:cubicBezTo>
                  <a:cubicBezTo>
                    <a:pt x="10309" y="675"/>
                    <a:pt x="10459" y="614"/>
                    <a:pt x="10618" y="499"/>
                  </a:cubicBezTo>
                  <a:cubicBezTo>
                    <a:pt x="10704" y="438"/>
                    <a:pt x="10785" y="378"/>
                    <a:pt x="10849" y="378"/>
                  </a:cubicBezTo>
                  <a:close/>
                  <a:moveTo>
                    <a:pt x="2977" y="2945"/>
                  </a:moveTo>
                  <a:cubicBezTo>
                    <a:pt x="4233" y="2945"/>
                    <a:pt x="6113" y="2946"/>
                    <a:pt x="6113" y="2946"/>
                  </a:cubicBezTo>
                  <a:lnTo>
                    <a:pt x="6113" y="5416"/>
                  </a:lnTo>
                  <a:lnTo>
                    <a:pt x="1788" y="5416"/>
                  </a:lnTo>
                  <a:lnTo>
                    <a:pt x="1788" y="3053"/>
                  </a:lnTo>
                  <a:cubicBezTo>
                    <a:pt x="1788" y="3002"/>
                    <a:pt x="1824" y="2957"/>
                    <a:pt x="1875" y="2946"/>
                  </a:cubicBezTo>
                  <a:cubicBezTo>
                    <a:pt x="1877" y="2946"/>
                    <a:pt x="2349" y="2945"/>
                    <a:pt x="2977" y="2945"/>
                  </a:cubicBezTo>
                  <a:close/>
                  <a:moveTo>
                    <a:pt x="9578" y="2959"/>
                  </a:moveTo>
                  <a:cubicBezTo>
                    <a:pt x="9585" y="2968"/>
                    <a:pt x="9595" y="2979"/>
                    <a:pt x="9604" y="2988"/>
                  </a:cubicBezTo>
                  <a:cubicBezTo>
                    <a:pt x="9730" y="3112"/>
                    <a:pt x="9898" y="3140"/>
                    <a:pt x="10045" y="3164"/>
                  </a:cubicBezTo>
                  <a:cubicBezTo>
                    <a:pt x="10186" y="3188"/>
                    <a:pt x="10277" y="3224"/>
                    <a:pt x="10393" y="3307"/>
                  </a:cubicBezTo>
                  <a:cubicBezTo>
                    <a:pt x="10501" y="3384"/>
                    <a:pt x="10633" y="3478"/>
                    <a:pt x="10796" y="3494"/>
                  </a:cubicBezTo>
                  <a:lnTo>
                    <a:pt x="10796" y="4467"/>
                  </a:lnTo>
                  <a:lnTo>
                    <a:pt x="9910" y="3523"/>
                  </a:lnTo>
                  <a:cubicBezTo>
                    <a:pt x="9874" y="3485"/>
                    <a:pt x="9824" y="3465"/>
                    <a:pt x="9775" y="3465"/>
                  </a:cubicBezTo>
                  <a:cubicBezTo>
                    <a:pt x="9730" y="3465"/>
                    <a:pt x="9685" y="3481"/>
                    <a:pt x="9649" y="3514"/>
                  </a:cubicBezTo>
                  <a:lnTo>
                    <a:pt x="8559" y="4515"/>
                  </a:lnTo>
                  <a:lnTo>
                    <a:pt x="8448" y="4396"/>
                  </a:lnTo>
                  <a:cubicBezTo>
                    <a:pt x="8416" y="4362"/>
                    <a:pt x="8373" y="4344"/>
                    <a:pt x="8328" y="4344"/>
                  </a:cubicBezTo>
                  <a:cubicBezTo>
                    <a:pt x="8316" y="4344"/>
                    <a:pt x="8303" y="4346"/>
                    <a:pt x="8290" y="4349"/>
                  </a:cubicBezTo>
                  <a:cubicBezTo>
                    <a:pt x="8134" y="4387"/>
                    <a:pt x="8097" y="4557"/>
                    <a:pt x="8189" y="4656"/>
                  </a:cubicBezTo>
                  <a:lnTo>
                    <a:pt x="8731" y="5233"/>
                  </a:lnTo>
                  <a:cubicBezTo>
                    <a:pt x="8767" y="5272"/>
                    <a:pt x="8816" y="5292"/>
                    <a:pt x="8866" y="5292"/>
                  </a:cubicBezTo>
                  <a:cubicBezTo>
                    <a:pt x="8944" y="5292"/>
                    <a:pt x="9023" y="5242"/>
                    <a:pt x="9050" y="5143"/>
                  </a:cubicBezTo>
                  <a:cubicBezTo>
                    <a:pt x="9064" y="5095"/>
                    <a:pt x="9042" y="5028"/>
                    <a:pt x="9009" y="4994"/>
                  </a:cubicBezTo>
                  <a:lnTo>
                    <a:pt x="8811" y="4784"/>
                  </a:lnTo>
                  <a:lnTo>
                    <a:pt x="9767" y="3907"/>
                  </a:lnTo>
                  <a:lnTo>
                    <a:pt x="10798" y="5005"/>
                  </a:lnTo>
                  <a:lnTo>
                    <a:pt x="10798" y="5418"/>
                  </a:lnTo>
                  <a:lnTo>
                    <a:pt x="6473" y="5418"/>
                  </a:lnTo>
                  <a:lnTo>
                    <a:pt x="6473" y="4835"/>
                  </a:lnTo>
                  <a:lnTo>
                    <a:pt x="7483" y="3907"/>
                  </a:lnTo>
                  <a:lnTo>
                    <a:pt x="7606" y="4038"/>
                  </a:lnTo>
                  <a:cubicBezTo>
                    <a:pt x="7642" y="4077"/>
                    <a:pt x="7692" y="4096"/>
                    <a:pt x="7741" y="4096"/>
                  </a:cubicBezTo>
                  <a:cubicBezTo>
                    <a:pt x="7786" y="4096"/>
                    <a:pt x="7831" y="4080"/>
                    <a:pt x="7867" y="4047"/>
                  </a:cubicBezTo>
                  <a:cubicBezTo>
                    <a:pt x="7941" y="3978"/>
                    <a:pt x="7945" y="3863"/>
                    <a:pt x="7876" y="3787"/>
                  </a:cubicBezTo>
                  <a:lnTo>
                    <a:pt x="7627" y="3523"/>
                  </a:lnTo>
                  <a:cubicBezTo>
                    <a:pt x="7591" y="3485"/>
                    <a:pt x="7541" y="3465"/>
                    <a:pt x="7492" y="3465"/>
                  </a:cubicBezTo>
                  <a:cubicBezTo>
                    <a:pt x="7447" y="3465"/>
                    <a:pt x="7402" y="3481"/>
                    <a:pt x="7366" y="3514"/>
                  </a:cubicBezTo>
                  <a:lnTo>
                    <a:pt x="6473" y="4335"/>
                  </a:lnTo>
                  <a:lnTo>
                    <a:pt x="6473" y="2959"/>
                  </a:lnTo>
                  <a:close/>
                  <a:moveTo>
                    <a:pt x="6113" y="5809"/>
                  </a:moveTo>
                  <a:lnTo>
                    <a:pt x="6113" y="8266"/>
                  </a:lnTo>
                  <a:lnTo>
                    <a:pt x="1903" y="8266"/>
                  </a:lnTo>
                  <a:cubicBezTo>
                    <a:pt x="1840" y="8266"/>
                    <a:pt x="1790" y="8216"/>
                    <a:pt x="1790" y="8153"/>
                  </a:cubicBezTo>
                  <a:lnTo>
                    <a:pt x="1790" y="5809"/>
                  </a:lnTo>
                  <a:close/>
                  <a:moveTo>
                    <a:pt x="10799" y="5809"/>
                  </a:moveTo>
                  <a:lnTo>
                    <a:pt x="10799" y="8153"/>
                  </a:lnTo>
                  <a:cubicBezTo>
                    <a:pt x="10799" y="8216"/>
                    <a:pt x="10748" y="8266"/>
                    <a:pt x="10685" y="8266"/>
                  </a:cubicBezTo>
                  <a:lnTo>
                    <a:pt x="6475" y="8266"/>
                  </a:lnTo>
                  <a:lnTo>
                    <a:pt x="6475" y="5809"/>
                  </a:lnTo>
                  <a:close/>
                  <a:moveTo>
                    <a:pt x="9197" y="2108"/>
                  </a:moveTo>
                  <a:cubicBezTo>
                    <a:pt x="9223" y="2147"/>
                    <a:pt x="9250" y="2184"/>
                    <a:pt x="9275" y="2219"/>
                  </a:cubicBezTo>
                  <a:cubicBezTo>
                    <a:pt x="9362" y="2336"/>
                    <a:pt x="9395" y="2415"/>
                    <a:pt x="9420" y="2557"/>
                  </a:cubicBezTo>
                  <a:cubicBezTo>
                    <a:pt x="9422" y="2571"/>
                    <a:pt x="9425" y="2586"/>
                    <a:pt x="9427" y="2599"/>
                  </a:cubicBezTo>
                  <a:lnTo>
                    <a:pt x="1910" y="2599"/>
                  </a:lnTo>
                  <a:cubicBezTo>
                    <a:pt x="1775" y="2599"/>
                    <a:pt x="1665" y="2644"/>
                    <a:pt x="1570" y="2739"/>
                  </a:cubicBezTo>
                  <a:cubicBezTo>
                    <a:pt x="1478" y="2828"/>
                    <a:pt x="1429" y="2957"/>
                    <a:pt x="1429" y="3084"/>
                  </a:cubicBezTo>
                  <a:lnTo>
                    <a:pt x="1429" y="8178"/>
                  </a:lnTo>
                  <a:cubicBezTo>
                    <a:pt x="1429" y="8445"/>
                    <a:pt x="1644" y="8661"/>
                    <a:pt x="1912" y="8661"/>
                  </a:cubicBezTo>
                  <a:lnTo>
                    <a:pt x="10690" y="8661"/>
                  </a:lnTo>
                  <a:cubicBezTo>
                    <a:pt x="10690" y="8661"/>
                    <a:pt x="11174" y="8424"/>
                    <a:pt x="11160" y="8157"/>
                  </a:cubicBezTo>
                  <a:lnTo>
                    <a:pt x="11160" y="3396"/>
                  </a:lnTo>
                  <a:cubicBezTo>
                    <a:pt x="11217" y="3368"/>
                    <a:pt x="11259" y="3339"/>
                    <a:pt x="11297" y="3313"/>
                  </a:cubicBezTo>
                  <a:cubicBezTo>
                    <a:pt x="11391" y="3245"/>
                    <a:pt x="11475" y="3199"/>
                    <a:pt x="11586" y="3178"/>
                  </a:cubicBezTo>
                  <a:lnTo>
                    <a:pt x="11586" y="8675"/>
                  </a:lnTo>
                  <a:lnTo>
                    <a:pt x="11585" y="8675"/>
                  </a:lnTo>
                  <a:cubicBezTo>
                    <a:pt x="11589" y="8934"/>
                    <a:pt x="11120" y="9152"/>
                    <a:pt x="11120" y="9152"/>
                  </a:cubicBezTo>
                  <a:lnTo>
                    <a:pt x="1471" y="9152"/>
                  </a:lnTo>
                  <a:cubicBezTo>
                    <a:pt x="1211" y="9152"/>
                    <a:pt x="1001" y="8942"/>
                    <a:pt x="1001" y="8683"/>
                  </a:cubicBezTo>
                  <a:lnTo>
                    <a:pt x="1001" y="2577"/>
                  </a:lnTo>
                  <a:cubicBezTo>
                    <a:pt x="1001" y="2318"/>
                    <a:pt x="1211" y="2108"/>
                    <a:pt x="1471" y="2108"/>
                  </a:cubicBezTo>
                  <a:close/>
                  <a:moveTo>
                    <a:pt x="7424" y="9511"/>
                  </a:moveTo>
                  <a:lnTo>
                    <a:pt x="7424" y="9558"/>
                  </a:lnTo>
                  <a:cubicBezTo>
                    <a:pt x="7425" y="9660"/>
                    <a:pt x="7343" y="9740"/>
                    <a:pt x="7243" y="9740"/>
                  </a:cubicBezTo>
                  <a:lnTo>
                    <a:pt x="5378" y="9740"/>
                  </a:lnTo>
                  <a:cubicBezTo>
                    <a:pt x="5278" y="9740"/>
                    <a:pt x="5196" y="9660"/>
                    <a:pt x="5196" y="9558"/>
                  </a:cubicBezTo>
                  <a:lnTo>
                    <a:pt x="5196" y="9511"/>
                  </a:lnTo>
                  <a:close/>
                  <a:moveTo>
                    <a:pt x="10836" y="0"/>
                  </a:moveTo>
                  <a:cubicBezTo>
                    <a:pt x="10652" y="0"/>
                    <a:pt x="10506" y="106"/>
                    <a:pt x="10390" y="190"/>
                  </a:cubicBezTo>
                  <a:cubicBezTo>
                    <a:pt x="10280" y="270"/>
                    <a:pt x="10176" y="312"/>
                    <a:pt x="10042" y="334"/>
                  </a:cubicBezTo>
                  <a:cubicBezTo>
                    <a:pt x="9894" y="358"/>
                    <a:pt x="9727" y="387"/>
                    <a:pt x="9602" y="512"/>
                  </a:cubicBezTo>
                  <a:cubicBezTo>
                    <a:pt x="9393" y="722"/>
                    <a:pt x="9452" y="1064"/>
                    <a:pt x="9282" y="1302"/>
                  </a:cubicBezTo>
                  <a:cubicBezTo>
                    <a:pt x="9203" y="1412"/>
                    <a:pt x="9105" y="1546"/>
                    <a:pt x="9093" y="1714"/>
                  </a:cubicBezTo>
                  <a:lnTo>
                    <a:pt x="1479" y="1714"/>
                  </a:lnTo>
                  <a:cubicBezTo>
                    <a:pt x="1017" y="1714"/>
                    <a:pt x="641" y="2089"/>
                    <a:pt x="641" y="2551"/>
                  </a:cubicBezTo>
                  <a:lnTo>
                    <a:pt x="641" y="8678"/>
                  </a:lnTo>
                  <a:cubicBezTo>
                    <a:pt x="641" y="8854"/>
                    <a:pt x="695" y="9017"/>
                    <a:pt x="787" y="9152"/>
                  </a:cubicBezTo>
                  <a:lnTo>
                    <a:pt x="492" y="9152"/>
                  </a:lnTo>
                  <a:cubicBezTo>
                    <a:pt x="221" y="9152"/>
                    <a:pt x="0" y="9373"/>
                    <a:pt x="0" y="9644"/>
                  </a:cubicBezTo>
                  <a:cubicBezTo>
                    <a:pt x="0" y="10239"/>
                    <a:pt x="484" y="10725"/>
                    <a:pt x="1081" y="10725"/>
                  </a:cubicBezTo>
                  <a:lnTo>
                    <a:pt x="2934" y="10725"/>
                  </a:lnTo>
                  <a:cubicBezTo>
                    <a:pt x="3009" y="10725"/>
                    <a:pt x="3080" y="10682"/>
                    <a:pt x="3109" y="10613"/>
                  </a:cubicBezTo>
                  <a:cubicBezTo>
                    <a:pt x="3169" y="10469"/>
                    <a:pt x="3066" y="10332"/>
                    <a:pt x="2930" y="10332"/>
                  </a:cubicBezTo>
                  <a:lnTo>
                    <a:pt x="1084" y="10332"/>
                  </a:lnTo>
                  <a:cubicBezTo>
                    <a:pt x="698" y="10332"/>
                    <a:pt x="382" y="10017"/>
                    <a:pt x="383" y="9631"/>
                  </a:cubicBezTo>
                  <a:cubicBezTo>
                    <a:pt x="383" y="9566"/>
                    <a:pt x="438" y="9514"/>
                    <a:pt x="504" y="9514"/>
                  </a:cubicBezTo>
                  <a:lnTo>
                    <a:pt x="4835" y="9514"/>
                  </a:lnTo>
                  <a:lnTo>
                    <a:pt x="4835" y="9553"/>
                  </a:lnTo>
                  <a:cubicBezTo>
                    <a:pt x="4835" y="9857"/>
                    <a:pt x="5081" y="10103"/>
                    <a:pt x="5385" y="10103"/>
                  </a:cubicBezTo>
                  <a:lnTo>
                    <a:pt x="7233" y="10103"/>
                  </a:lnTo>
                  <a:cubicBezTo>
                    <a:pt x="7537" y="10103"/>
                    <a:pt x="7783" y="9857"/>
                    <a:pt x="7783" y="9553"/>
                  </a:cubicBezTo>
                  <a:lnTo>
                    <a:pt x="7783" y="9514"/>
                  </a:lnTo>
                  <a:lnTo>
                    <a:pt x="12077" y="9514"/>
                  </a:lnTo>
                  <a:cubicBezTo>
                    <a:pt x="12142" y="9514"/>
                    <a:pt x="12196" y="9568"/>
                    <a:pt x="12196" y="9634"/>
                  </a:cubicBezTo>
                  <a:cubicBezTo>
                    <a:pt x="12196" y="10019"/>
                    <a:pt x="11882" y="10333"/>
                    <a:pt x="11496" y="10333"/>
                  </a:cubicBezTo>
                  <a:lnTo>
                    <a:pt x="3783" y="10333"/>
                  </a:lnTo>
                  <a:cubicBezTo>
                    <a:pt x="3708" y="10333"/>
                    <a:pt x="3637" y="10377"/>
                    <a:pt x="3608" y="10446"/>
                  </a:cubicBezTo>
                  <a:cubicBezTo>
                    <a:pt x="3547" y="10589"/>
                    <a:pt x="3651" y="10726"/>
                    <a:pt x="3787" y="10726"/>
                  </a:cubicBezTo>
                  <a:lnTo>
                    <a:pt x="11516" y="10726"/>
                  </a:lnTo>
                  <a:cubicBezTo>
                    <a:pt x="12111" y="10726"/>
                    <a:pt x="12597" y="10242"/>
                    <a:pt x="12597" y="9645"/>
                  </a:cubicBezTo>
                  <a:cubicBezTo>
                    <a:pt x="12599" y="9372"/>
                    <a:pt x="12377" y="9152"/>
                    <a:pt x="12105" y="9152"/>
                  </a:cubicBezTo>
                  <a:lnTo>
                    <a:pt x="11801" y="9152"/>
                  </a:lnTo>
                  <a:cubicBezTo>
                    <a:pt x="11891" y="9018"/>
                    <a:pt x="11945" y="8855"/>
                    <a:pt x="11945" y="8682"/>
                  </a:cubicBezTo>
                  <a:lnTo>
                    <a:pt x="11945" y="3077"/>
                  </a:lnTo>
                  <a:cubicBezTo>
                    <a:pt x="11989" y="3053"/>
                    <a:pt x="12032" y="3025"/>
                    <a:pt x="12071" y="2986"/>
                  </a:cubicBezTo>
                  <a:cubicBezTo>
                    <a:pt x="12196" y="2860"/>
                    <a:pt x="12224" y="2693"/>
                    <a:pt x="12249" y="2545"/>
                  </a:cubicBezTo>
                  <a:cubicBezTo>
                    <a:pt x="12271" y="2410"/>
                    <a:pt x="12312" y="2308"/>
                    <a:pt x="12392" y="2197"/>
                  </a:cubicBezTo>
                  <a:cubicBezTo>
                    <a:pt x="12478" y="2079"/>
                    <a:pt x="12583" y="1934"/>
                    <a:pt x="12583" y="1749"/>
                  </a:cubicBezTo>
                  <a:cubicBezTo>
                    <a:pt x="12583" y="1565"/>
                    <a:pt x="12478" y="1419"/>
                    <a:pt x="12392" y="1302"/>
                  </a:cubicBezTo>
                  <a:cubicBezTo>
                    <a:pt x="12312" y="1189"/>
                    <a:pt x="12272" y="1089"/>
                    <a:pt x="12249" y="953"/>
                  </a:cubicBezTo>
                  <a:cubicBezTo>
                    <a:pt x="12224" y="806"/>
                    <a:pt x="12196" y="638"/>
                    <a:pt x="12071" y="512"/>
                  </a:cubicBezTo>
                  <a:cubicBezTo>
                    <a:pt x="11945" y="387"/>
                    <a:pt x="11778" y="359"/>
                    <a:pt x="11631" y="334"/>
                  </a:cubicBezTo>
                  <a:cubicBezTo>
                    <a:pt x="11486" y="310"/>
                    <a:pt x="11400" y="276"/>
                    <a:pt x="11282" y="190"/>
                  </a:cubicBezTo>
                  <a:cubicBezTo>
                    <a:pt x="11166" y="105"/>
                    <a:pt x="11020" y="0"/>
                    <a:pt x="1083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0" name="Google Shape;1710;p42"/>
            <p:cNvSpPr/>
            <p:nvPr/>
          </p:nvSpPr>
          <p:spPr>
            <a:xfrm>
              <a:off x="2716147" y="788278"/>
              <a:ext cx="60540" cy="53418"/>
            </a:xfrm>
            <a:custGeom>
              <a:rect b="b" l="l" r="r" t="t"/>
              <a:pathLst>
                <a:path extrusionOk="0" h="1410" w="1598">
                  <a:moveTo>
                    <a:pt x="1390" y="0"/>
                  </a:moveTo>
                  <a:cubicBezTo>
                    <a:pt x="1332" y="0"/>
                    <a:pt x="1275" y="28"/>
                    <a:pt x="1238" y="78"/>
                  </a:cubicBezTo>
                  <a:lnTo>
                    <a:pt x="635" y="923"/>
                  </a:lnTo>
                  <a:lnTo>
                    <a:pt x="348" y="578"/>
                  </a:lnTo>
                  <a:cubicBezTo>
                    <a:pt x="312" y="534"/>
                    <a:pt x="260" y="511"/>
                    <a:pt x="208" y="511"/>
                  </a:cubicBezTo>
                  <a:cubicBezTo>
                    <a:pt x="166" y="511"/>
                    <a:pt x="124" y="526"/>
                    <a:pt x="89" y="555"/>
                  </a:cubicBezTo>
                  <a:cubicBezTo>
                    <a:pt x="11" y="620"/>
                    <a:pt x="0" y="735"/>
                    <a:pt x="65" y="813"/>
                  </a:cubicBezTo>
                  <a:lnTo>
                    <a:pt x="506" y="1342"/>
                  </a:lnTo>
                  <a:cubicBezTo>
                    <a:pt x="541" y="1384"/>
                    <a:pt x="592" y="1409"/>
                    <a:pt x="648" y="1409"/>
                  </a:cubicBezTo>
                  <a:lnTo>
                    <a:pt x="654" y="1409"/>
                  </a:lnTo>
                  <a:cubicBezTo>
                    <a:pt x="712" y="1406"/>
                    <a:pt x="764" y="1379"/>
                    <a:pt x="796" y="1332"/>
                  </a:cubicBezTo>
                  <a:lnTo>
                    <a:pt x="1539" y="291"/>
                  </a:lnTo>
                  <a:cubicBezTo>
                    <a:pt x="1598" y="209"/>
                    <a:pt x="1580" y="94"/>
                    <a:pt x="1495" y="34"/>
                  </a:cubicBezTo>
                  <a:cubicBezTo>
                    <a:pt x="1463" y="11"/>
                    <a:pt x="1427" y="0"/>
                    <a:pt x="139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11" name="Google Shape;1711;p42"/>
          <p:cNvGrpSpPr/>
          <p:nvPr/>
        </p:nvGrpSpPr>
        <p:grpSpPr>
          <a:xfrm>
            <a:off x="6542379" y="1830303"/>
            <a:ext cx="340332" cy="341173"/>
            <a:chOff x="1558836" y="713303"/>
            <a:chExt cx="475457" cy="476631"/>
          </a:xfrm>
        </p:grpSpPr>
        <p:sp>
          <p:nvSpPr>
            <p:cNvPr id="1712" name="Google Shape;1712;p42"/>
            <p:cNvSpPr/>
            <p:nvPr/>
          </p:nvSpPr>
          <p:spPr>
            <a:xfrm>
              <a:off x="1611458" y="819874"/>
              <a:ext cx="39855" cy="85128"/>
            </a:xfrm>
            <a:custGeom>
              <a:rect b="b" l="l" r="r" t="t"/>
              <a:pathLst>
                <a:path extrusionOk="0" h="2247" w="1052">
                  <a:moveTo>
                    <a:pt x="865" y="0"/>
                  </a:moveTo>
                  <a:cubicBezTo>
                    <a:pt x="526" y="0"/>
                    <a:pt x="252" y="246"/>
                    <a:pt x="252" y="548"/>
                  </a:cubicBezTo>
                  <a:lnTo>
                    <a:pt x="252" y="824"/>
                  </a:lnTo>
                  <a:cubicBezTo>
                    <a:pt x="235" y="902"/>
                    <a:pt x="199" y="931"/>
                    <a:pt x="147" y="951"/>
                  </a:cubicBezTo>
                  <a:cubicBezTo>
                    <a:pt x="86" y="973"/>
                    <a:pt x="37" y="1020"/>
                    <a:pt x="22" y="1082"/>
                  </a:cubicBezTo>
                  <a:cubicBezTo>
                    <a:pt x="0" y="1174"/>
                    <a:pt x="54" y="1266"/>
                    <a:pt x="139" y="1294"/>
                  </a:cubicBezTo>
                  <a:cubicBezTo>
                    <a:pt x="195" y="1314"/>
                    <a:pt x="232" y="1341"/>
                    <a:pt x="251" y="1424"/>
                  </a:cubicBezTo>
                  <a:lnTo>
                    <a:pt x="251" y="1700"/>
                  </a:lnTo>
                  <a:cubicBezTo>
                    <a:pt x="251" y="1999"/>
                    <a:pt x="520" y="2242"/>
                    <a:pt x="854" y="2247"/>
                  </a:cubicBezTo>
                  <a:cubicBezTo>
                    <a:pt x="855" y="2247"/>
                    <a:pt x="855" y="2247"/>
                    <a:pt x="856" y="2247"/>
                  </a:cubicBezTo>
                  <a:cubicBezTo>
                    <a:pt x="951" y="2247"/>
                    <a:pt x="1038" y="2176"/>
                    <a:pt x="1044" y="2078"/>
                  </a:cubicBezTo>
                  <a:cubicBezTo>
                    <a:pt x="1052" y="1974"/>
                    <a:pt x="969" y="1886"/>
                    <a:pt x="865" y="1886"/>
                  </a:cubicBezTo>
                  <a:cubicBezTo>
                    <a:pt x="728" y="1886"/>
                    <a:pt x="612" y="1801"/>
                    <a:pt x="612" y="1698"/>
                  </a:cubicBezTo>
                  <a:lnTo>
                    <a:pt x="612" y="1405"/>
                  </a:lnTo>
                  <a:cubicBezTo>
                    <a:pt x="612" y="1394"/>
                    <a:pt x="610" y="1384"/>
                    <a:pt x="609" y="1376"/>
                  </a:cubicBezTo>
                  <a:cubicBezTo>
                    <a:pt x="589" y="1268"/>
                    <a:pt x="551" y="1187"/>
                    <a:pt x="502" y="1124"/>
                  </a:cubicBezTo>
                  <a:cubicBezTo>
                    <a:pt x="550" y="1061"/>
                    <a:pt x="589" y="980"/>
                    <a:pt x="608" y="874"/>
                  </a:cubicBezTo>
                  <a:cubicBezTo>
                    <a:pt x="610" y="863"/>
                    <a:pt x="612" y="853"/>
                    <a:pt x="612" y="842"/>
                  </a:cubicBezTo>
                  <a:lnTo>
                    <a:pt x="612" y="549"/>
                  </a:lnTo>
                  <a:cubicBezTo>
                    <a:pt x="612" y="449"/>
                    <a:pt x="727" y="363"/>
                    <a:pt x="863" y="362"/>
                  </a:cubicBezTo>
                  <a:cubicBezTo>
                    <a:pt x="956" y="361"/>
                    <a:pt x="1039" y="287"/>
                    <a:pt x="1044" y="192"/>
                  </a:cubicBezTo>
                  <a:cubicBezTo>
                    <a:pt x="1052" y="87"/>
                    <a:pt x="968" y="0"/>
                    <a:pt x="86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3" name="Google Shape;1713;p42"/>
            <p:cNvSpPr/>
            <p:nvPr/>
          </p:nvSpPr>
          <p:spPr>
            <a:xfrm>
              <a:off x="1874873" y="849235"/>
              <a:ext cx="39817" cy="85165"/>
            </a:xfrm>
            <a:custGeom>
              <a:rect b="b" l="l" r="r" t="t"/>
              <a:pathLst>
                <a:path extrusionOk="0" h="2248" w="1051">
                  <a:moveTo>
                    <a:pt x="186" y="0"/>
                  </a:moveTo>
                  <a:cubicBezTo>
                    <a:pt x="82" y="0"/>
                    <a:pt x="1" y="87"/>
                    <a:pt x="7" y="192"/>
                  </a:cubicBezTo>
                  <a:cubicBezTo>
                    <a:pt x="12" y="286"/>
                    <a:pt x="95" y="361"/>
                    <a:pt x="189" y="362"/>
                  </a:cubicBezTo>
                  <a:cubicBezTo>
                    <a:pt x="325" y="363"/>
                    <a:pt x="440" y="449"/>
                    <a:pt x="440" y="549"/>
                  </a:cubicBezTo>
                  <a:lnTo>
                    <a:pt x="440" y="842"/>
                  </a:lnTo>
                  <a:cubicBezTo>
                    <a:pt x="440" y="853"/>
                    <a:pt x="442" y="863"/>
                    <a:pt x="443" y="874"/>
                  </a:cubicBezTo>
                  <a:cubicBezTo>
                    <a:pt x="462" y="981"/>
                    <a:pt x="501" y="1062"/>
                    <a:pt x="550" y="1125"/>
                  </a:cubicBezTo>
                  <a:cubicBezTo>
                    <a:pt x="501" y="1188"/>
                    <a:pt x="462" y="1269"/>
                    <a:pt x="443" y="1377"/>
                  </a:cubicBezTo>
                  <a:cubicBezTo>
                    <a:pt x="442" y="1387"/>
                    <a:pt x="440" y="1398"/>
                    <a:pt x="440" y="1408"/>
                  </a:cubicBezTo>
                  <a:lnTo>
                    <a:pt x="440" y="1701"/>
                  </a:lnTo>
                  <a:cubicBezTo>
                    <a:pt x="440" y="1802"/>
                    <a:pt x="325" y="1887"/>
                    <a:pt x="189" y="1888"/>
                  </a:cubicBezTo>
                  <a:cubicBezTo>
                    <a:pt x="95" y="1890"/>
                    <a:pt x="12" y="1963"/>
                    <a:pt x="7" y="2058"/>
                  </a:cubicBezTo>
                  <a:cubicBezTo>
                    <a:pt x="2" y="2163"/>
                    <a:pt x="84" y="2248"/>
                    <a:pt x="186" y="2248"/>
                  </a:cubicBezTo>
                  <a:cubicBezTo>
                    <a:pt x="525" y="2248"/>
                    <a:pt x="800" y="2002"/>
                    <a:pt x="800" y="1701"/>
                  </a:cubicBezTo>
                  <a:lnTo>
                    <a:pt x="800" y="1425"/>
                  </a:lnTo>
                  <a:cubicBezTo>
                    <a:pt x="818" y="1346"/>
                    <a:pt x="852" y="1317"/>
                    <a:pt x="904" y="1298"/>
                  </a:cubicBezTo>
                  <a:cubicBezTo>
                    <a:pt x="965" y="1275"/>
                    <a:pt x="1014" y="1228"/>
                    <a:pt x="1029" y="1167"/>
                  </a:cubicBezTo>
                  <a:cubicBezTo>
                    <a:pt x="1050" y="1074"/>
                    <a:pt x="998" y="984"/>
                    <a:pt x="912" y="955"/>
                  </a:cubicBezTo>
                  <a:cubicBezTo>
                    <a:pt x="855" y="935"/>
                    <a:pt x="819" y="907"/>
                    <a:pt x="800" y="825"/>
                  </a:cubicBezTo>
                  <a:lnTo>
                    <a:pt x="800" y="549"/>
                  </a:lnTo>
                  <a:cubicBezTo>
                    <a:pt x="800" y="247"/>
                    <a:pt x="525" y="0"/>
                    <a:pt x="18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4" name="Google Shape;1714;p42"/>
            <p:cNvSpPr/>
            <p:nvPr/>
          </p:nvSpPr>
          <p:spPr>
            <a:xfrm>
              <a:off x="1673476" y="818813"/>
              <a:ext cx="36067" cy="13639"/>
            </a:xfrm>
            <a:custGeom>
              <a:rect b="b" l="l" r="r" t="t"/>
              <a:pathLst>
                <a:path extrusionOk="0" h="360" w="952">
                  <a:moveTo>
                    <a:pt x="198" y="0"/>
                  </a:moveTo>
                  <a:cubicBezTo>
                    <a:pt x="103" y="0"/>
                    <a:pt x="18" y="69"/>
                    <a:pt x="10" y="163"/>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5" name="Google Shape;1715;p42"/>
            <p:cNvSpPr/>
            <p:nvPr/>
          </p:nvSpPr>
          <p:spPr>
            <a:xfrm>
              <a:off x="1674348" y="966489"/>
              <a:ext cx="113011" cy="13676"/>
            </a:xfrm>
            <a:custGeom>
              <a:rect b="b" l="l" r="r" t="t"/>
              <a:pathLst>
                <a:path extrusionOk="0" h="361" w="2983">
                  <a:moveTo>
                    <a:pt x="198" y="0"/>
                  </a:moveTo>
                  <a:cubicBezTo>
                    <a:pt x="102" y="0"/>
                    <a:pt x="17" y="69"/>
                    <a:pt x="10" y="164"/>
                  </a:cubicBezTo>
                  <a:cubicBezTo>
                    <a:pt x="0" y="271"/>
                    <a:pt x="84" y="361"/>
                    <a:pt x="189" y="361"/>
                  </a:cubicBezTo>
                  <a:lnTo>
                    <a:pt x="2785" y="361"/>
                  </a:lnTo>
                  <a:cubicBezTo>
                    <a:pt x="2881" y="361"/>
                    <a:pt x="2965" y="291"/>
                    <a:pt x="2974" y="197"/>
                  </a:cubicBezTo>
                  <a:cubicBezTo>
                    <a:pt x="2982" y="89"/>
                    <a:pt x="2898" y="0"/>
                    <a:pt x="279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6" name="Google Shape;1716;p42"/>
            <p:cNvSpPr/>
            <p:nvPr/>
          </p:nvSpPr>
          <p:spPr>
            <a:xfrm>
              <a:off x="1673476" y="878368"/>
              <a:ext cx="36067" cy="13639"/>
            </a:xfrm>
            <a:custGeom>
              <a:rect b="b" l="l" r="r" t="t"/>
              <a:pathLst>
                <a:path extrusionOk="0" h="360" w="952">
                  <a:moveTo>
                    <a:pt x="198" y="0"/>
                  </a:moveTo>
                  <a:cubicBezTo>
                    <a:pt x="103" y="0"/>
                    <a:pt x="18" y="69"/>
                    <a:pt x="10" y="164"/>
                  </a:cubicBezTo>
                  <a:cubicBezTo>
                    <a:pt x="0" y="269"/>
                    <a:pt x="85" y="359"/>
                    <a:pt x="190" y="359"/>
                  </a:cubicBezTo>
                  <a:lnTo>
                    <a:pt x="753" y="359"/>
                  </a:lnTo>
                  <a:cubicBezTo>
                    <a:pt x="850" y="359"/>
                    <a:pt x="935" y="290"/>
                    <a:pt x="942" y="196"/>
                  </a:cubicBezTo>
                  <a:cubicBezTo>
                    <a:pt x="951" y="89"/>
                    <a:pt x="867" y="0"/>
                    <a:pt x="76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7" name="Google Shape;1717;p42"/>
            <p:cNvSpPr/>
            <p:nvPr/>
          </p:nvSpPr>
          <p:spPr>
            <a:xfrm>
              <a:off x="1673476" y="906933"/>
              <a:ext cx="36067" cy="13676"/>
            </a:xfrm>
            <a:custGeom>
              <a:rect b="b" l="l" r="r" t="t"/>
              <a:pathLst>
                <a:path extrusionOk="0" h="361" w="952">
                  <a:moveTo>
                    <a:pt x="198" y="0"/>
                  </a:moveTo>
                  <a:cubicBezTo>
                    <a:pt x="103" y="0"/>
                    <a:pt x="18" y="69"/>
                    <a:pt x="10" y="164"/>
                  </a:cubicBezTo>
                  <a:cubicBezTo>
                    <a:pt x="0" y="269"/>
                    <a:pt x="85" y="361"/>
                    <a:pt x="190" y="361"/>
                  </a:cubicBezTo>
                  <a:lnTo>
                    <a:pt x="753" y="361"/>
                  </a:lnTo>
                  <a:cubicBezTo>
                    <a:pt x="850" y="361"/>
                    <a:pt x="935" y="290"/>
                    <a:pt x="942" y="196"/>
                  </a:cubicBezTo>
                  <a:cubicBezTo>
                    <a:pt x="951" y="89"/>
                    <a:pt x="867" y="0"/>
                    <a:pt x="76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8" name="Google Shape;1718;p42"/>
            <p:cNvSpPr/>
            <p:nvPr/>
          </p:nvSpPr>
          <p:spPr>
            <a:xfrm>
              <a:off x="1771901" y="936673"/>
              <a:ext cx="25156" cy="13714"/>
            </a:xfrm>
            <a:custGeom>
              <a:rect b="b" l="l" r="r" t="t"/>
              <a:pathLst>
                <a:path extrusionOk="0" h="362" w="664">
                  <a:moveTo>
                    <a:pt x="189" y="1"/>
                  </a:moveTo>
                  <a:cubicBezTo>
                    <a:pt x="85" y="1"/>
                    <a:pt x="1" y="90"/>
                    <a:pt x="9" y="197"/>
                  </a:cubicBezTo>
                  <a:cubicBezTo>
                    <a:pt x="17" y="291"/>
                    <a:pt x="103" y="361"/>
                    <a:pt x="198" y="361"/>
                  </a:cubicBezTo>
                  <a:lnTo>
                    <a:pt x="467" y="361"/>
                  </a:lnTo>
                  <a:cubicBezTo>
                    <a:pt x="562" y="361"/>
                    <a:pt x="647" y="291"/>
                    <a:pt x="655" y="197"/>
                  </a:cubicBezTo>
                  <a:cubicBezTo>
                    <a:pt x="664" y="90"/>
                    <a:pt x="580" y="1"/>
                    <a:pt x="47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9" name="Google Shape;1719;p42"/>
            <p:cNvSpPr/>
            <p:nvPr/>
          </p:nvSpPr>
          <p:spPr>
            <a:xfrm>
              <a:off x="1673931" y="936673"/>
              <a:ext cx="78801" cy="13714"/>
            </a:xfrm>
            <a:custGeom>
              <a:rect b="b" l="l" r="r" t="t"/>
              <a:pathLst>
                <a:path extrusionOk="0" h="362" w="2080">
                  <a:moveTo>
                    <a:pt x="199" y="1"/>
                  </a:moveTo>
                  <a:cubicBezTo>
                    <a:pt x="102" y="1"/>
                    <a:pt x="18" y="70"/>
                    <a:pt x="10" y="164"/>
                  </a:cubicBezTo>
                  <a:cubicBezTo>
                    <a:pt x="1" y="272"/>
                    <a:pt x="85" y="361"/>
                    <a:pt x="189" y="361"/>
                  </a:cubicBezTo>
                  <a:lnTo>
                    <a:pt x="1882" y="361"/>
                  </a:lnTo>
                  <a:cubicBezTo>
                    <a:pt x="1977" y="361"/>
                    <a:pt x="2063" y="291"/>
                    <a:pt x="2070" y="197"/>
                  </a:cubicBezTo>
                  <a:cubicBezTo>
                    <a:pt x="2080" y="90"/>
                    <a:pt x="1996" y="1"/>
                    <a:pt x="189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0" name="Google Shape;1720;p42"/>
            <p:cNvSpPr/>
            <p:nvPr/>
          </p:nvSpPr>
          <p:spPr>
            <a:xfrm>
              <a:off x="1728447" y="878368"/>
              <a:ext cx="36029" cy="13639"/>
            </a:xfrm>
            <a:custGeom>
              <a:rect b="b" l="l" r="r" t="t"/>
              <a:pathLst>
                <a:path extrusionOk="0" h="360" w="951">
                  <a:moveTo>
                    <a:pt x="189" y="0"/>
                  </a:moveTo>
                  <a:cubicBezTo>
                    <a:pt x="85" y="0"/>
                    <a:pt x="1" y="89"/>
                    <a:pt x="9" y="196"/>
                  </a:cubicBezTo>
                  <a:cubicBezTo>
                    <a:pt x="18" y="290"/>
                    <a:pt x="104" y="359"/>
                    <a:pt x="198" y="359"/>
                  </a:cubicBezTo>
                  <a:lnTo>
                    <a:pt x="753" y="359"/>
                  </a:lnTo>
                  <a:cubicBezTo>
                    <a:pt x="849" y="359"/>
                    <a:pt x="934" y="290"/>
                    <a:pt x="941" y="196"/>
                  </a:cubicBezTo>
                  <a:cubicBezTo>
                    <a:pt x="951" y="89"/>
                    <a:pt x="867" y="0"/>
                    <a:pt x="7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1" name="Google Shape;1721;p42"/>
            <p:cNvSpPr/>
            <p:nvPr/>
          </p:nvSpPr>
          <p:spPr>
            <a:xfrm>
              <a:off x="1778152" y="878330"/>
              <a:ext cx="75429" cy="13639"/>
            </a:xfrm>
            <a:custGeom>
              <a:rect b="b" l="l" r="r" t="t"/>
              <a:pathLst>
                <a:path extrusionOk="0" h="360" w="1991">
                  <a:moveTo>
                    <a:pt x="198" y="0"/>
                  </a:moveTo>
                  <a:cubicBezTo>
                    <a:pt x="102" y="0"/>
                    <a:pt x="17" y="69"/>
                    <a:pt x="10" y="163"/>
                  </a:cubicBezTo>
                  <a:cubicBezTo>
                    <a:pt x="0" y="270"/>
                    <a:pt x="84" y="359"/>
                    <a:pt x="189" y="359"/>
                  </a:cubicBezTo>
                  <a:lnTo>
                    <a:pt x="1809" y="359"/>
                  </a:lnTo>
                  <a:cubicBezTo>
                    <a:pt x="1810" y="359"/>
                    <a:pt x="1810" y="359"/>
                    <a:pt x="1811" y="359"/>
                  </a:cubicBezTo>
                  <a:cubicBezTo>
                    <a:pt x="1911" y="359"/>
                    <a:pt x="1990" y="279"/>
                    <a:pt x="1990" y="180"/>
                  </a:cubicBezTo>
                  <a:cubicBezTo>
                    <a:pt x="1990" y="81"/>
                    <a:pt x="1909" y="0"/>
                    <a:pt x="180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2" name="Google Shape;1722;p42"/>
            <p:cNvSpPr/>
            <p:nvPr/>
          </p:nvSpPr>
          <p:spPr>
            <a:xfrm>
              <a:off x="1729773" y="818699"/>
              <a:ext cx="164383" cy="13714"/>
            </a:xfrm>
            <a:custGeom>
              <a:rect b="b" l="l" r="r" t="t"/>
              <a:pathLst>
                <a:path extrusionOk="0" h="362" w="4339">
                  <a:moveTo>
                    <a:pt x="198" y="1"/>
                  </a:moveTo>
                  <a:cubicBezTo>
                    <a:pt x="103" y="1"/>
                    <a:pt x="18" y="71"/>
                    <a:pt x="10" y="165"/>
                  </a:cubicBezTo>
                  <a:cubicBezTo>
                    <a:pt x="0" y="272"/>
                    <a:pt x="84" y="361"/>
                    <a:pt x="189" y="361"/>
                  </a:cubicBezTo>
                  <a:lnTo>
                    <a:pt x="4137" y="361"/>
                  </a:lnTo>
                  <a:cubicBezTo>
                    <a:pt x="4234" y="361"/>
                    <a:pt x="4319" y="292"/>
                    <a:pt x="4326" y="198"/>
                  </a:cubicBezTo>
                  <a:cubicBezTo>
                    <a:pt x="4339" y="92"/>
                    <a:pt x="4255" y="1"/>
                    <a:pt x="414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3" name="Google Shape;1723;p42"/>
            <p:cNvSpPr/>
            <p:nvPr/>
          </p:nvSpPr>
          <p:spPr>
            <a:xfrm>
              <a:off x="1673097" y="848553"/>
              <a:ext cx="182000" cy="13639"/>
            </a:xfrm>
            <a:custGeom>
              <a:rect b="b" l="l" r="r" t="t"/>
              <a:pathLst>
                <a:path extrusionOk="0" h="360" w="4804">
                  <a:moveTo>
                    <a:pt x="199" y="1"/>
                  </a:moveTo>
                  <a:cubicBezTo>
                    <a:pt x="103" y="1"/>
                    <a:pt x="19" y="70"/>
                    <a:pt x="9" y="164"/>
                  </a:cubicBezTo>
                  <a:cubicBezTo>
                    <a:pt x="1" y="271"/>
                    <a:pt x="87" y="360"/>
                    <a:pt x="193" y="360"/>
                  </a:cubicBezTo>
                  <a:lnTo>
                    <a:pt x="4595" y="360"/>
                  </a:lnTo>
                  <a:cubicBezTo>
                    <a:pt x="4681" y="360"/>
                    <a:pt x="4763" y="302"/>
                    <a:pt x="4780" y="216"/>
                  </a:cubicBezTo>
                  <a:cubicBezTo>
                    <a:pt x="4804" y="101"/>
                    <a:pt x="4713" y="1"/>
                    <a:pt x="460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4" name="Google Shape;1724;p42"/>
            <p:cNvSpPr/>
            <p:nvPr/>
          </p:nvSpPr>
          <p:spPr>
            <a:xfrm>
              <a:off x="1558836" y="713303"/>
              <a:ext cx="475457" cy="476631"/>
            </a:xfrm>
            <a:custGeom>
              <a:rect b="b" l="l" r="r" t="t"/>
              <a:pathLst>
                <a:path extrusionOk="0" h="12581" w="12550">
                  <a:moveTo>
                    <a:pt x="10487" y="358"/>
                  </a:moveTo>
                  <a:cubicBezTo>
                    <a:pt x="10595" y="358"/>
                    <a:pt x="10684" y="446"/>
                    <a:pt x="10684" y="556"/>
                  </a:cubicBezTo>
                  <a:lnTo>
                    <a:pt x="10684" y="1374"/>
                  </a:lnTo>
                  <a:lnTo>
                    <a:pt x="363" y="1374"/>
                  </a:lnTo>
                  <a:lnTo>
                    <a:pt x="363" y="556"/>
                  </a:lnTo>
                  <a:cubicBezTo>
                    <a:pt x="363" y="447"/>
                    <a:pt x="451" y="358"/>
                    <a:pt x="561" y="358"/>
                  </a:cubicBezTo>
                  <a:close/>
                  <a:moveTo>
                    <a:pt x="11338" y="6826"/>
                  </a:moveTo>
                  <a:lnTo>
                    <a:pt x="11956" y="7535"/>
                  </a:lnTo>
                  <a:lnTo>
                    <a:pt x="11338" y="7535"/>
                  </a:lnTo>
                  <a:lnTo>
                    <a:pt x="11338" y="6826"/>
                  </a:lnTo>
                  <a:close/>
                  <a:moveTo>
                    <a:pt x="192" y="0"/>
                  </a:moveTo>
                  <a:cubicBezTo>
                    <a:pt x="86" y="0"/>
                    <a:pt x="2" y="86"/>
                    <a:pt x="2" y="191"/>
                  </a:cubicBezTo>
                  <a:lnTo>
                    <a:pt x="2" y="7202"/>
                  </a:lnTo>
                  <a:cubicBezTo>
                    <a:pt x="2" y="7220"/>
                    <a:pt x="9" y="7237"/>
                    <a:pt x="22" y="7249"/>
                  </a:cubicBezTo>
                  <a:cubicBezTo>
                    <a:pt x="75" y="7301"/>
                    <a:pt x="131" y="7323"/>
                    <a:pt x="183" y="7323"/>
                  </a:cubicBezTo>
                  <a:cubicBezTo>
                    <a:pt x="282" y="7323"/>
                    <a:pt x="363" y="7241"/>
                    <a:pt x="363" y="7139"/>
                  </a:cubicBezTo>
                  <a:lnTo>
                    <a:pt x="363" y="1736"/>
                  </a:lnTo>
                  <a:lnTo>
                    <a:pt x="10683" y="1736"/>
                  </a:lnTo>
                  <a:lnTo>
                    <a:pt x="10683" y="6160"/>
                  </a:lnTo>
                  <a:lnTo>
                    <a:pt x="9249" y="6160"/>
                  </a:lnTo>
                  <a:cubicBezTo>
                    <a:pt x="9152" y="6160"/>
                    <a:pt x="9067" y="6229"/>
                    <a:pt x="9060" y="6323"/>
                  </a:cubicBezTo>
                  <a:cubicBezTo>
                    <a:pt x="9051" y="6431"/>
                    <a:pt x="9134" y="6520"/>
                    <a:pt x="9239" y="6520"/>
                  </a:cubicBezTo>
                  <a:lnTo>
                    <a:pt x="10978" y="6520"/>
                  </a:lnTo>
                  <a:lnTo>
                    <a:pt x="10978" y="7713"/>
                  </a:lnTo>
                  <a:cubicBezTo>
                    <a:pt x="10978" y="7814"/>
                    <a:pt x="11060" y="7897"/>
                    <a:pt x="11162" y="7897"/>
                  </a:cubicBezTo>
                  <a:lnTo>
                    <a:pt x="12190" y="7897"/>
                  </a:lnTo>
                  <a:lnTo>
                    <a:pt x="12190" y="12223"/>
                  </a:lnTo>
                  <a:lnTo>
                    <a:pt x="7537" y="12223"/>
                  </a:lnTo>
                  <a:lnTo>
                    <a:pt x="7537" y="6519"/>
                  </a:lnTo>
                  <a:lnTo>
                    <a:pt x="8330" y="6519"/>
                  </a:lnTo>
                  <a:cubicBezTo>
                    <a:pt x="8426" y="6519"/>
                    <a:pt x="8511" y="6449"/>
                    <a:pt x="8519" y="6354"/>
                  </a:cubicBezTo>
                  <a:cubicBezTo>
                    <a:pt x="8528" y="6248"/>
                    <a:pt x="8444" y="6159"/>
                    <a:pt x="8339" y="6159"/>
                  </a:cubicBezTo>
                  <a:lnTo>
                    <a:pt x="7328" y="6159"/>
                  </a:lnTo>
                  <a:cubicBezTo>
                    <a:pt x="7225" y="6159"/>
                    <a:pt x="7143" y="6241"/>
                    <a:pt x="7143" y="6343"/>
                  </a:cubicBezTo>
                  <a:lnTo>
                    <a:pt x="7143" y="9436"/>
                  </a:lnTo>
                  <a:lnTo>
                    <a:pt x="427" y="9436"/>
                  </a:lnTo>
                  <a:cubicBezTo>
                    <a:pt x="390" y="9436"/>
                    <a:pt x="360" y="9405"/>
                    <a:pt x="360" y="9369"/>
                  </a:cubicBezTo>
                  <a:lnTo>
                    <a:pt x="360" y="7960"/>
                  </a:lnTo>
                  <a:cubicBezTo>
                    <a:pt x="360" y="7941"/>
                    <a:pt x="352" y="7924"/>
                    <a:pt x="339" y="7911"/>
                  </a:cubicBezTo>
                  <a:cubicBezTo>
                    <a:pt x="286" y="7861"/>
                    <a:pt x="231" y="7840"/>
                    <a:pt x="180" y="7840"/>
                  </a:cubicBezTo>
                  <a:cubicBezTo>
                    <a:pt x="81" y="7840"/>
                    <a:pt x="0" y="7920"/>
                    <a:pt x="0" y="8020"/>
                  </a:cubicBezTo>
                  <a:lnTo>
                    <a:pt x="0" y="9604"/>
                  </a:lnTo>
                  <a:cubicBezTo>
                    <a:pt x="0" y="9709"/>
                    <a:pt x="85" y="9795"/>
                    <a:pt x="191" y="9795"/>
                  </a:cubicBezTo>
                  <a:lnTo>
                    <a:pt x="7143" y="9795"/>
                  </a:lnTo>
                  <a:lnTo>
                    <a:pt x="7143" y="12397"/>
                  </a:lnTo>
                  <a:cubicBezTo>
                    <a:pt x="7143" y="12499"/>
                    <a:pt x="7225" y="12581"/>
                    <a:pt x="7328" y="12581"/>
                  </a:cubicBezTo>
                  <a:lnTo>
                    <a:pt x="12365" y="12581"/>
                  </a:lnTo>
                  <a:cubicBezTo>
                    <a:pt x="12467" y="12581"/>
                    <a:pt x="12550" y="12499"/>
                    <a:pt x="12550" y="12397"/>
                  </a:cubicBezTo>
                  <a:lnTo>
                    <a:pt x="12550" y="7724"/>
                  </a:lnTo>
                  <a:cubicBezTo>
                    <a:pt x="12550" y="7679"/>
                    <a:pt x="12534" y="7636"/>
                    <a:pt x="12506" y="7604"/>
                  </a:cubicBezTo>
                  <a:lnTo>
                    <a:pt x="11307" y="6222"/>
                  </a:lnTo>
                  <a:cubicBezTo>
                    <a:pt x="11272" y="6182"/>
                    <a:pt x="11221" y="6160"/>
                    <a:pt x="11168" y="6160"/>
                  </a:cubicBezTo>
                  <a:lnTo>
                    <a:pt x="11043" y="6160"/>
                  </a:lnTo>
                  <a:lnTo>
                    <a:pt x="11043" y="566"/>
                  </a:lnTo>
                  <a:cubicBezTo>
                    <a:pt x="11043" y="254"/>
                    <a:pt x="10790" y="0"/>
                    <a:pt x="1048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5" name="Google Shape;1725;p42"/>
            <p:cNvSpPr/>
            <p:nvPr/>
          </p:nvSpPr>
          <p:spPr>
            <a:xfrm>
              <a:off x="1906431" y="1036614"/>
              <a:ext cx="48341" cy="63760"/>
            </a:xfrm>
            <a:custGeom>
              <a:rect b="b" l="l" r="r" t="t"/>
              <a:pathLst>
                <a:path extrusionOk="0" h="1683" w="1276">
                  <a:moveTo>
                    <a:pt x="1096" y="0"/>
                  </a:moveTo>
                  <a:cubicBezTo>
                    <a:pt x="997" y="0"/>
                    <a:pt x="917" y="81"/>
                    <a:pt x="917" y="180"/>
                  </a:cubicBezTo>
                  <a:lnTo>
                    <a:pt x="917" y="638"/>
                  </a:lnTo>
                  <a:lnTo>
                    <a:pt x="359" y="638"/>
                  </a:lnTo>
                  <a:lnTo>
                    <a:pt x="359" y="180"/>
                  </a:lnTo>
                  <a:cubicBezTo>
                    <a:pt x="362" y="81"/>
                    <a:pt x="280" y="1"/>
                    <a:pt x="180" y="1"/>
                  </a:cubicBezTo>
                  <a:cubicBezTo>
                    <a:pt x="81" y="1"/>
                    <a:pt x="0" y="82"/>
                    <a:pt x="0" y="181"/>
                  </a:cubicBezTo>
                  <a:lnTo>
                    <a:pt x="0" y="1494"/>
                  </a:lnTo>
                  <a:cubicBezTo>
                    <a:pt x="0" y="1589"/>
                    <a:pt x="69" y="1674"/>
                    <a:pt x="164" y="1682"/>
                  </a:cubicBezTo>
                  <a:cubicBezTo>
                    <a:pt x="169" y="1682"/>
                    <a:pt x="173" y="1683"/>
                    <a:pt x="178" y="1683"/>
                  </a:cubicBezTo>
                  <a:cubicBezTo>
                    <a:pt x="279" y="1683"/>
                    <a:pt x="359" y="1602"/>
                    <a:pt x="359" y="1502"/>
                  </a:cubicBezTo>
                  <a:lnTo>
                    <a:pt x="359" y="998"/>
                  </a:lnTo>
                  <a:lnTo>
                    <a:pt x="917" y="998"/>
                  </a:lnTo>
                  <a:lnTo>
                    <a:pt x="917" y="1494"/>
                  </a:lnTo>
                  <a:cubicBezTo>
                    <a:pt x="917" y="1589"/>
                    <a:pt x="986" y="1674"/>
                    <a:pt x="1080" y="1682"/>
                  </a:cubicBezTo>
                  <a:cubicBezTo>
                    <a:pt x="1085" y="1682"/>
                    <a:pt x="1090" y="1683"/>
                    <a:pt x="1095" y="1683"/>
                  </a:cubicBezTo>
                  <a:cubicBezTo>
                    <a:pt x="1195" y="1683"/>
                    <a:pt x="1276" y="1602"/>
                    <a:pt x="1276" y="1502"/>
                  </a:cubicBezTo>
                  <a:lnTo>
                    <a:pt x="1276" y="189"/>
                  </a:lnTo>
                  <a:cubicBezTo>
                    <a:pt x="1276" y="93"/>
                    <a:pt x="1207" y="8"/>
                    <a:pt x="1113" y="1"/>
                  </a:cubicBezTo>
                  <a:cubicBezTo>
                    <a:pt x="1107" y="1"/>
                    <a:pt x="1102" y="0"/>
                    <a:pt x="109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6" name="Google Shape;1726;p42"/>
            <p:cNvSpPr/>
            <p:nvPr/>
          </p:nvSpPr>
          <p:spPr>
            <a:xfrm>
              <a:off x="1857976" y="1035970"/>
              <a:ext cx="42128" cy="65200"/>
            </a:xfrm>
            <a:custGeom>
              <a:rect b="b" l="l" r="r" t="t"/>
              <a:pathLst>
                <a:path extrusionOk="0" h="1721" w="1112">
                  <a:moveTo>
                    <a:pt x="550" y="362"/>
                  </a:moveTo>
                  <a:cubicBezTo>
                    <a:pt x="659" y="362"/>
                    <a:pt x="752" y="451"/>
                    <a:pt x="752" y="558"/>
                  </a:cubicBezTo>
                  <a:cubicBezTo>
                    <a:pt x="752" y="665"/>
                    <a:pt x="659" y="756"/>
                    <a:pt x="548" y="756"/>
                  </a:cubicBezTo>
                  <a:cubicBezTo>
                    <a:pt x="504" y="756"/>
                    <a:pt x="429" y="756"/>
                    <a:pt x="359" y="757"/>
                  </a:cubicBezTo>
                  <a:cubicBezTo>
                    <a:pt x="359" y="684"/>
                    <a:pt x="358" y="439"/>
                    <a:pt x="358" y="362"/>
                  </a:cubicBezTo>
                  <a:lnTo>
                    <a:pt x="548" y="362"/>
                  </a:lnTo>
                  <a:cubicBezTo>
                    <a:pt x="549" y="362"/>
                    <a:pt x="549" y="362"/>
                    <a:pt x="550" y="362"/>
                  </a:cubicBezTo>
                  <a:close/>
                  <a:moveTo>
                    <a:pt x="182" y="0"/>
                  </a:moveTo>
                  <a:cubicBezTo>
                    <a:pt x="87" y="0"/>
                    <a:pt x="0" y="88"/>
                    <a:pt x="0" y="186"/>
                  </a:cubicBezTo>
                  <a:lnTo>
                    <a:pt x="0" y="1531"/>
                  </a:lnTo>
                  <a:cubicBezTo>
                    <a:pt x="0" y="1618"/>
                    <a:pt x="59" y="1699"/>
                    <a:pt x="145" y="1717"/>
                  </a:cubicBezTo>
                  <a:cubicBezTo>
                    <a:pt x="158" y="1719"/>
                    <a:pt x="170" y="1721"/>
                    <a:pt x="182" y="1721"/>
                  </a:cubicBezTo>
                  <a:cubicBezTo>
                    <a:pt x="281" y="1721"/>
                    <a:pt x="363" y="1637"/>
                    <a:pt x="363" y="1537"/>
                  </a:cubicBezTo>
                  <a:lnTo>
                    <a:pt x="363" y="1133"/>
                  </a:lnTo>
                  <a:cubicBezTo>
                    <a:pt x="432" y="1133"/>
                    <a:pt x="506" y="1131"/>
                    <a:pt x="551" y="1131"/>
                  </a:cubicBezTo>
                  <a:cubicBezTo>
                    <a:pt x="860" y="1131"/>
                    <a:pt x="1112" y="878"/>
                    <a:pt x="1112" y="566"/>
                  </a:cubicBezTo>
                  <a:cubicBezTo>
                    <a:pt x="1112" y="255"/>
                    <a:pt x="860" y="0"/>
                    <a:pt x="55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7" name="Google Shape;1727;p42"/>
            <p:cNvSpPr/>
            <p:nvPr/>
          </p:nvSpPr>
          <p:spPr>
            <a:xfrm>
              <a:off x="1964433" y="1035932"/>
              <a:ext cx="42962" cy="65200"/>
            </a:xfrm>
            <a:custGeom>
              <a:rect b="b" l="l" r="r" t="t"/>
              <a:pathLst>
                <a:path extrusionOk="0" h="1721" w="1134">
                  <a:moveTo>
                    <a:pt x="566" y="362"/>
                  </a:moveTo>
                  <a:cubicBezTo>
                    <a:pt x="677" y="362"/>
                    <a:pt x="770" y="452"/>
                    <a:pt x="770" y="558"/>
                  </a:cubicBezTo>
                  <a:cubicBezTo>
                    <a:pt x="770" y="665"/>
                    <a:pt x="676" y="755"/>
                    <a:pt x="566" y="755"/>
                  </a:cubicBezTo>
                  <a:cubicBezTo>
                    <a:pt x="522" y="755"/>
                    <a:pt x="447" y="755"/>
                    <a:pt x="376" y="757"/>
                  </a:cubicBezTo>
                  <a:cubicBezTo>
                    <a:pt x="376" y="684"/>
                    <a:pt x="375" y="439"/>
                    <a:pt x="375" y="362"/>
                  </a:cubicBezTo>
                  <a:close/>
                  <a:moveTo>
                    <a:pt x="187" y="0"/>
                  </a:moveTo>
                  <a:cubicBezTo>
                    <a:pt x="79" y="0"/>
                    <a:pt x="4" y="87"/>
                    <a:pt x="2" y="190"/>
                  </a:cubicBezTo>
                  <a:cubicBezTo>
                    <a:pt x="0" y="235"/>
                    <a:pt x="2" y="1503"/>
                    <a:pt x="2" y="1535"/>
                  </a:cubicBezTo>
                  <a:cubicBezTo>
                    <a:pt x="2" y="1638"/>
                    <a:pt x="84" y="1721"/>
                    <a:pt x="185" y="1721"/>
                  </a:cubicBezTo>
                  <a:cubicBezTo>
                    <a:pt x="287" y="1721"/>
                    <a:pt x="370" y="1638"/>
                    <a:pt x="370" y="1536"/>
                  </a:cubicBezTo>
                  <a:lnTo>
                    <a:pt x="370" y="1132"/>
                  </a:lnTo>
                  <a:cubicBezTo>
                    <a:pt x="441" y="1132"/>
                    <a:pt x="517" y="1131"/>
                    <a:pt x="562" y="1131"/>
                  </a:cubicBezTo>
                  <a:cubicBezTo>
                    <a:pt x="878" y="1131"/>
                    <a:pt x="1134" y="878"/>
                    <a:pt x="1134" y="566"/>
                  </a:cubicBezTo>
                  <a:cubicBezTo>
                    <a:pt x="1134" y="254"/>
                    <a:pt x="878" y="0"/>
                    <a:pt x="5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Khác biệt về bài toán</a:t>
            </a:r>
          </a:p>
        </p:txBody>
      </p:sp>
      <p:graphicFrame>
        <p:nvGraphicFramePr>
          <p:cNvPr id="1531" name="Table 1530"/>
          <p:cNvGraphicFramePr>
            <a:graphicFrameLocks noGrp="1"/>
          </p:cNvGraphicFramePr>
          <p:nvPr/>
        </p:nvGraphicFramePr>
        <p:xfrm>
          <a:off x="722376" y="1188720"/>
          <a:ext cx="7708392" cy="3145536"/>
        </p:xfrm>
        <a:graphic>
          <a:graphicData uri="http://schemas.openxmlformats.org/drawingml/2006/table">
            <a:tbl>
              <a:tblPr firstRow="0" bandRow="0">
                <a:tableStyleId>{5C22544A-7EE6-4342-B048-85BDC9FD1C3A}</a:tableStyleId>
              </a:tblPr>
              <a:tblGrid>
                <a:gridCol w="1234440"/>
                <a:gridCol w="2743200"/>
                <a:gridCol w="3730752"/>
              </a:tblGrid>
              <a:tr h="393192">
                <a:tc>
                  <a:txBody>
                    <a:bodyPr wrap="square"/>
                    <a:lstStyle/>
                    <a:p>
                      <a:r>
                        <a:rPr sz="1000" b="1">
                          <a:solidFill>
                            <a:srgbClr val="FFFFFF"/>
                          </a:solidFill>
                          <a:latin typeface="IBM Plex Mono"/>
                        </a:rPr>
                        <a:t/>
                      </a:r>
                    </a:p>
                  </a:txBody>
                  <a:tcPr marL="64008" marR="64008" marT="27432" marB="27432" anchor="ctr">
                    <a:solidFill>
                      <a:srgbClr val="0C0A9E"/>
                    </a:solidFill>
                  </a:tcPr>
                </a:tc>
                <a:tc>
                  <a:txBody>
                    <a:bodyPr wrap="square"/>
                    <a:lstStyle/>
                    <a:p>
                      <a:r>
                        <a:rPr sz="1000" b="1">
                          <a:solidFill>
                            <a:srgbClr val="FFFFFF"/>
                          </a:solidFill>
                          <a:latin typeface="IBM Plex Mono"/>
                        </a:rPr>
                        <a:t>Huang et al. (DDATSAP)</a:t>
                      </a:r>
                    </a:p>
                  </a:txBody>
                  <a:tcPr marL="64008" marR="64008" marT="27432" marB="27432" anchor="ctr">
                    <a:solidFill>
                      <a:srgbClr val="0C0A9E"/>
                    </a:solidFill>
                  </a:tcPr>
                </a:tc>
                <a:tc>
                  <a:txBody>
                    <a:bodyPr wrap="square"/>
                    <a:lstStyle/>
                    <a:p>
                      <a:r>
                        <a:rPr sz="1000" b="1">
                          <a:solidFill>
                            <a:srgbClr val="FFFFFF"/>
                          </a:solidFill>
                          <a:latin typeface="IBM Plex Mono"/>
                        </a:rPr>
                        <a:t>Bài của nhóm</a:t>
                      </a:r>
                    </a:p>
                  </a:txBody>
                  <a:tcPr marL="64008" marR="64008" marT="27432" marB="27432" anchor="ctr">
                    <a:solidFill>
                      <a:srgbClr val="0C0A9E"/>
                    </a:solidFill>
                  </a:tcPr>
                </a:tc>
              </a:tr>
              <a:tr h="393192">
                <a:tc>
                  <a:txBody>
                    <a:bodyPr wrap="square"/>
                    <a:lstStyle/>
                    <a:p>
                      <a:r>
                        <a:rPr sz="1000" b="1">
                          <a:solidFill>
                            <a:srgbClr val="0C0A9E"/>
                          </a:solidFill>
                          <a:latin typeface="IBM Plex Mono"/>
                        </a:rPr>
                        <a:t>Objective</a:t>
                      </a:r>
                    </a:p>
                  </a:txBody>
                  <a:tcPr marL="64008" marR="64008" marT="27432" marB="27432" anchor="ctr">
                    <a:solidFill>
                      <a:srgbClr val="FFFFFF"/>
                    </a:solidFill>
                  </a:tcPr>
                </a:tc>
                <a:tc>
                  <a:txBody>
                    <a:bodyPr wrap="square"/>
                    <a:lstStyle/>
                    <a:p>
                      <a:r>
                        <a:rPr sz="1000" b="0">
                          <a:solidFill>
                            <a:srgbClr val="1D1D1D"/>
                          </a:solidFill>
                          <a:latin typeface="Be Vietnam Pro"/>
                        </a:rPr>
                        <a:t>Max-min average rate</a:t>
                      </a:r>
                    </a:p>
                  </a:txBody>
                  <a:tcPr marL="64008" marR="64008" marT="27432" marB="27432" anchor="ctr">
                    <a:solidFill>
                      <a:srgbClr val="FFFFFF"/>
                    </a:solidFill>
                  </a:tcPr>
                </a:tc>
                <a:tc>
                  <a:txBody>
                    <a:bodyPr wrap="square"/>
                    <a:lstStyle/>
                    <a:p>
                      <a:r>
                        <a:rPr sz="1000" b="1">
                          <a:solidFill>
                            <a:srgbClr val="1D1D1D"/>
                          </a:solidFill>
                          <a:latin typeface="Be Vietnam Pro"/>
                        </a:rPr>
                        <a:t>Timely-delivery ratio</a:t>
                      </a:r>
                      <a:r>
                        <a:rPr sz="1000" b="0">
                          <a:solidFill>
                            <a:srgbClr val="1D1D1D"/>
                          </a:solidFill>
                          <a:latin typeface="Be Vietnam Pro"/>
                        </a:rPr>
                        <a:t> (lex: P̂, Conn, shortfall)</a:t>
                      </a:r>
                    </a:p>
                  </a:txBody>
                  <a:tcPr marL="64008" marR="64008" marT="27432" marB="27432" anchor="ctr">
                    <a:solidFill>
                      <a:srgbClr val="E6E5FC"/>
                    </a:solidFill>
                  </a:tcPr>
                </a:tc>
              </a:tr>
              <a:tr h="393192">
                <a:tc>
                  <a:txBody>
                    <a:bodyPr wrap="square"/>
                    <a:lstStyle/>
                    <a:p>
                      <a:r>
                        <a:rPr sz="1000" b="1">
                          <a:solidFill>
                            <a:srgbClr val="0C0A9E"/>
                          </a:solidFill>
                          <a:latin typeface="IBM Plex Mono"/>
                        </a:rPr>
                        <a:t>Traffic</a:t>
                      </a:r>
                    </a:p>
                  </a:txBody>
                  <a:tcPr marL="64008" marR="64008" marT="27432" marB="27432" anchor="ctr">
                    <a:solidFill>
                      <a:srgbClr val="FFFFFF"/>
                    </a:solidFill>
                  </a:tcPr>
                </a:tc>
                <a:tc>
                  <a:txBody>
                    <a:bodyPr wrap="square"/>
                    <a:lstStyle/>
                    <a:p>
                      <a:r>
                        <a:rPr sz="1000" b="0">
                          <a:solidFill>
                            <a:srgbClr val="1D1D1D"/>
                          </a:solidFill>
                          <a:latin typeface="Be Vietnam Pro"/>
                        </a:rPr>
                        <a:t>Luồng liên tục giữa user pair</a:t>
                      </a:r>
                    </a:p>
                  </a:txBody>
                  <a:tcPr marL="64008" marR="64008" marT="27432" marB="27432" anchor="ctr">
                    <a:solidFill>
                      <a:srgbClr val="FFFFFF"/>
                    </a:solidFill>
                  </a:tcPr>
                </a:tc>
                <a:tc>
                  <a:txBody>
                    <a:bodyPr wrap="square"/>
                    <a:lstStyle/>
                    <a:p>
                      <a:r>
                        <a:rPr sz="1000" b="0">
                          <a:solidFill>
                            <a:srgbClr val="1D1D1D"/>
                          </a:solidFill>
                          <a:latin typeface="Be Vietnam Pro"/>
                        </a:rPr>
                        <a:t>Alert có release, deadline, size</a:t>
                      </a:r>
                    </a:p>
                  </a:txBody>
                  <a:tcPr marL="64008" marR="64008" marT="27432" marB="27432" anchor="ctr">
                    <a:solidFill>
                      <a:srgbClr val="E6E5FC"/>
                    </a:solidFill>
                  </a:tcPr>
                </a:tc>
              </a:tr>
              <a:tr h="393192">
                <a:tc>
                  <a:txBody>
                    <a:bodyPr wrap="square"/>
                    <a:lstStyle/>
                    <a:p>
                      <a:r>
                        <a:rPr sz="1000" b="1">
                          <a:solidFill>
                            <a:srgbClr val="0C0A9E"/>
                          </a:solidFill>
                          <a:latin typeface="IBM Plex Mono"/>
                        </a:rPr>
                        <a:t>Network</a:t>
                      </a:r>
                    </a:p>
                  </a:txBody>
                  <a:tcPr marL="64008" marR="64008" marT="27432" marB="27432" anchor="ctr">
                    <a:solidFill>
                      <a:srgbClr val="FFFFFF"/>
                    </a:solidFill>
                  </a:tcPr>
                </a:tc>
                <a:tc>
                  <a:txBody>
                    <a:bodyPr wrap="square"/>
                    <a:lstStyle/>
                    <a:p>
                      <a:r>
                        <a:rPr sz="1000" b="0">
                          <a:solidFill>
                            <a:srgbClr val="1D1D1D"/>
                          </a:solidFill>
                          <a:latin typeface="Be Vietnam Pro"/>
                        </a:rPr>
                        <a:t>Chỉ UAV, two-way relay</a:t>
                      </a:r>
                    </a:p>
                  </a:txBody>
                  <a:tcPr marL="64008" marR="64008" marT="27432" marB="27432" anchor="ctr">
                    <a:solidFill>
                      <a:srgbClr val="FFFFFF"/>
                    </a:solidFill>
                  </a:tcPr>
                </a:tc>
                <a:tc>
                  <a:txBody>
                    <a:bodyPr wrap="square"/>
                    <a:lstStyle/>
                    <a:p>
                      <a:r>
                        <a:rPr sz="1000" b="0">
                          <a:solidFill>
                            <a:srgbClr val="1D1D1D"/>
                          </a:solidFill>
                          <a:latin typeface="Be Vietnam Pro"/>
                        </a:rPr>
                        <a:t>UAV + ground relay network, backhaul hữu hạn</a:t>
                      </a:r>
                    </a:p>
                  </a:txBody>
                  <a:tcPr marL="64008" marR="64008" marT="27432" marB="27432" anchor="ctr">
                    <a:solidFill>
                      <a:srgbClr val="E6E5FC"/>
                    </a:solidFill>
                  </a:tcPr>
                </a:tc>
              </a:tr>
              <a:tr h="393192">
                <a:tc>
                  <a:txBody>
                    <a:bodyPr wrap="square"/>
                    <a:lstStyle/>
                    <a:p>
                      <a:r>
                        <a:rPr sz="1000" b="1">
                          <a:solidFill>
                            <a:srgbClr val="0C0A9E"/>
                          </a:solidFill>
                          <a:latin typeface="IBM Plex Mono"/>
                        </a:rPr>
                        <a:t>Decisions</a:t>
                      </a:r>
                    </a:p>
                  </a:txBody>
                  <a:tcPr marL="64008" marR="64008" marT="27432" marB="27432" anchor="ctr">
                    <a:solidFill>
                      <a:srgbClr val="FFFFFF"/>
                    </a:solidFill>
                  </a:tcPr>
                </a:tc>
                <a:tc>
                  <a:txBody>
                    <a:bodyPr wrap="square"/>
                    <a:lstStyle/>
                    <a:p>
                      <a:r>
                        <a:rPr sz="1000" b="0">
                          <a:solidFill>
                            <a:srgbClr val="1D1D1D"/>
                          </a:solidFill>
                          <a:latin typeface="Be Vietnam Pro"/>
                        </a:rPr>
                        <a:t>RSF, transmit power, trajectory</a:t>
                      </a:r>
                    </a:p>
                  </a:txBody>
                  <a:tcPr marL="64008" marR="64008" marT="27432" marB="27432" anchor="ctr">
                    <a:solidFill>
                      <a:srgbClr val="FFFFFF"/>
                    </a:solidFill>
                  </a:tcPr>
                </a:tc>
                <a:tc>
                  <a:txBody>
                    <a:bodyPr wrap="square"/>
                    <a:lstStyle/>
                    <a:p>
                      <a:r>
                        <a:rPr sz="1000" b="0">
                          <a:solidFill>
                            <a:srgbClr val="1D1D1D"/>
                          </a:solidFill>
                          <a:latin typeface="Be Vietnam Pro"/>
                        </a:rPr>
                        <a:t>Relay path, bandwidth weight, trajectory</a:t>
                      </a:r>
                    </a:p>
                  </a:txBody>
                  <a:tcPr marL="64008" marR="64008" marT="27432" marB="27432" anchor="ctr">
                    <a:solidFill>
                      <a:srgbClr val="E6E5FC"/>
                    </a:solidFill>
                  </a:tcPr>
                </a:tc>
              </a:tr>
              <a:tr h="393192">
                <a:tc>
                  <a:txBody>
                    <a:bodyPr wrap="square"/>
                    <a:lstStyle/>
                    <a:p>
                      <a:r>
                        <a:rPr sz="1000" b="1">
                          <a:solidFill>
                            <a:srgbClr val="0C0A9E"/>
                          </a:solidFill>
                          <a:latin typeface="IBM Plex Mono"/>
                        </a:rPr>
                        <a:t>Channel</a:t>
                      </a:r>
                    </a:p>
                  </a:txBody>
                  <a:tcPr marL="64008" marR="64008" marT="27432" marB="27432" anchor="ctr">
                    <a:solidFill>
                      <a:srgbClr val="FFFFFF"/>
                    </a:solidFill>
                  </a:tcPr>
                </a:tc>
                <a:tc>
                  <a:txBody>
                    <a:bodyPr wrap="square"/>
                    <a:lstStyle/>
                    <a:p>
                      <a:r>
                        <a:rPr sz="1000" b="0">
                          <a:solidFill>
                            <a:srgbClr val="1D1D1D"/>
                          </a:solidFill>
                          <a:latin typeface="Be Vietnam Pro"/>
                        </a:rPr>
                        <a:t>PrLoS, dùng expected rate</a:t>
                      </a:r>
                    </a:p>
                  </a:txBody>
                  <a:tcPr marL="64008" marR="64008" marT="27432" marB="27432" anchor="ctr">
                    <a:solidFill>
                      <a:srgbClr val="FFFFFF"/>
                    </a:solidFill>
                  </a:tcPr>
                </a:tc>
                <a:tc>
                  <a:txBody>
                    <a:bodyPr wrap="square"/>
                    <a:lstStyle/>
                    <a:p>
                      <a:r>
                        <a:rPr sz="1000" b="0">
                          <a:solidFill>
                            <a:srgbClr val="1D1D1D"/>
                          </a:solidFill>
                          <a:latin typeface="Be Vietnam Pro"/>
                        </a:rPr>
                        <a:t>PrLoS, chấm trên sampled realizations</a:t>
                      </a:r>
                    </a:p>
                  </a:txBody>
                  <a:tcPr marL="64008" marR="64008" marT="27432" marB="27432" anchor="ctr">
                    <a:solidFill>
                      <a:srgbClr val="E6E5FC"/>
                    </a:solidFill>
                  </a:tcPr>
                </a:tc>
              </a:tr>
              <a:tr h="393192">
                <a:tc>
                  <a:txBody>
                    <a:bodyPr wrap="square"/>
                    <a:lstStyle/>
                    <a:p>
                      <a:r>
                        <a:rPr sz="1000" b="1">
                          <a:solidFill>
                            <a:srgbClr val="0C0A9E"/>
                          </a:solidFill>
                          <a:latin typeface="IBM Plex Mono"/>
                        </a:rPr>
                        <a:t>Method</a:t>
                      </a:r>
                    </a:p>
                  </a:txBody>
                  <a:tcPr marL="64008" marR="64008" marT="27432" marB="27432" anchor="ctr">
                    <a:solidFill>
                      <a:srgbClr val="FFFFFF"/>
                    </a:solidFill>
                  </a:tcPr>
                </a:tc>
                <a:tc>
                  <a:txBody>
                    <a:bodyPr wrap="square"/>
                    <a:lstStyle/>
                    <a:p>
                      <a:r>
                        <a:rPr sz="1000" b="0">
                          <a:solidFill>
                            <a:srgbClr val="1D1D1D"/>
                          </a:solidFill>
                          <a:latin typeface="Be Vietnam Pro"/>
                        </a:rPr>
                        <a:t>BCD + SCA</a:t>
                      </a:r>
                    </a:p>
                  </a:txBody>
                  <a:tcPr marL="64008" marR="64008" marT="27432" marB="27432" anchor="ctr">
                    <a:solidFill>
                      <a:srgbClr val="FFFFFF"/>
                    </a:solidFill>
                  </a:tcPr>
                </a:tc>
                <a:tc>
                  <a:txBody>
                    <a:bodyPr wrap="square"/>
                    <a:lstStyle/>
                    <a:p>
                      <a:r>
                        <a:rPr sz="1000" b="0">
                          <a:solidFill>
                            <a:srgbClr val="1D1D1D"/>
                          </a:solidFill>
                          <a:latin typeface="Be Vietnam Pro"/>
                        </a:rPr>
                        <a:t>Sample-scored block search (SBS)</a:t>
                      </a:r>
                    </a:p>
                  </a:txBody>
                  <a:tcPr marL="64008" marR="64008" marT="27432" marB="27432" anchor="ctr">
                    <a:solidFill>
                      <a:srgbClr val="E6E5FC"/>
                    </a:solidFill>
                  </a:tcPr>
                </a:tc>
              </a:tr>
              <a:tr h="393192">
                <a:tc>
                  <a:txBody>
                    <a:bodyPr wrap="square"/>
                    <a:lstStyle/>
                    <a:p>
                      <a:r>
                        <a:rPr sz="1000" b="1">
                          <a:solidFill>
                            <a:srgbClr val="0C0A9E"/>
                          </a:solidFill>
                          <a:latin typeface="IBM Plex Mono"/>
                        </a:rPr>
                        <a:t>Evaluation</a:t>
                      </a:r>
                    </a:p>
                  </a:txBody>
                  <a:tcPr marL="64008" marR="64008" marT="27432" marB="27432" anchor="ctr">
                    <a:solidFill>
                      <a:srgbClr val="FFFFFF"/>
                    </a:solidFill>
                  </a:tcPr>
                </a:tc>
                <a:tc>
                  <a:txBody>
                    <a:bodyPr wrap="square"/>
                    <a:lstStyle/>
                    <a:p>
                      <a:r>
                        <a:rPr sz="1000" b="0">
                          <a:solidFill>
                            <a:srgbClr val="1D1D1D"/>
                          </a:solidFill>
                          <a:latin typeface="Be Vietnam Pro"/>
                        </a:rPr>
                        <a:t>Simulation, vài user pair</a:t>
                      </a:r>
                    </a:p>
                  </a:txBody>
                  <a:tcPr marL="64008" marR="64008" marT="27432" marB="27432" anchor="ctr">
                    <a:solidFill>
                      <a:srgbClr val="FFFFFF"/>
                    </a:solidFill>
                  </a:tcPr>
                </a:tc>
                <a:tc>
                  <a:txBody>
                    <a:bodyPr wrap="square"/>
                    <a:lstStyle/>
                    <a:p>
                      <a:r>
                        <a:rPr sz="1000" b="0">
                          <a:solidFill>
                            <a:srgbClr val="1D1D1D"/>
                          </a:solidFill>
                          <a:latin typeface="Be Vietnam Pro"/>
                        </a:rPr>
                        <a:t>10 topologies, RescueNet, paired tests, LP bound</a:t>
                      </a:r>
                    </a:p>
                  </a:txBody>
                  <a:tcPr marL="64008" marR="64008" marT="27432" marB="27432" anchor="ctr">
                    <a:solidFill>
                      <a:srgbClr val="E6E5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1" name="Shape 1731"/>
        <p:cNvGrpSpPr/>
        <p:nvPr/>
      </p:nvGrpSpPr>
      <p:grpSpPr>
        <a:xfrm>
          <a:off x="0" y="0"/>
          <a:ext cx="0" cy="0"/>
          <a:chOff x="0" y="0"/>
          <a:chExt cx="0" cy="0"/>
        </a:xfrm>
      </p:grpSpPr>
      <p:sp>
        <p:nvSpPr>
          <p:cNvPr id="1732" name="Google Shape;1732;p43"/>
          <p:cNvSpPr txBox="1"/>
          <p:nvPr>
            <p:ph idx="2" type="subTitle"/>
          </p:nvPr>
        </p:nvSpPr>
        <p:spPr>
          <a:xfrm>
            <a:off x="5237152" y="1935218"/>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UAV decode-and-forward có buffer, tôn trọng information causality</a:t>
            </a:r>
          </a:p>
        </p:txBody>
      </p:sp>
      <p:sp>
        <p:nvSpPr>
          <p:cNvPr id="1733" name="Google Shape;1733;p43"/>
          <p:cNvSpPr txBox="1"/>
          <p:nvPr>
            <p:ph idx="8" type="subTitle"/>
          </p:nvPr>
        </p:nvSpPr>
        <p:spPr>
          <a:xfrm>
            <a:off x="5237150" y="3231981"/>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Three-block BCD</a:t>
            </a:r>
          </a:p>
        </p:txBody>
      </p:sp>
      <p:sp>
        <p:nvSpPr>
          <p:cNvPr id="1734" name="Google Shape;1734;p43"/>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Kế thừa từ paper gốc</a:t>
            </a:r>
          </a:p>
        </p:txBody>
      </p:sp>
      <p:sp>
        <p:nvSpPr>
          <p:cNvPr id="1735" name="Google Shape;1735;p43"/>
          <p:cNvSpPr txBox="1"/>
          <p:nvPr>
            <p:ph idx="5" type="subTitle"/>
          </p:nvPr>
        </p:nvSpPr>
        <p:spPr>
          <a:xfrm>
            <a:off x="1804750" y="1605775"/>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PrLoS channel</a:t>
            </a:r>
          </a:p>
        </p:txBody>
      </p:sp>
      <p:sp>
        <p:nvSpPr>
          <p:cNvPr id="1736" name="Google Shape;1736;p43"/>
          <p:cNvSpPr txBox="1"/>
          <p:nvPr>
            <p:ph idx="6" type="subTitle"/>
          </p:nvPr>
        </p:nvSpPr>
        <p:spPr>
          <a:xfrm>
            <a:off x="5237150" y="1605775"/>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DF relay + buffer</a:t>
            </a:r>
          </a:p>
        </p:txBody>
      </p:sp>
      <p:sp>
        <p:nvSpPr>
          <p:cNvPr id="1737" name="Google Shape;1737;p43"/>
          <p:cNvSpPr txBox="1"/>
          <p:nvPr>
            <p:ph idx="3" type="subTitle"/>
          </p:nvPr>
        </p:nvSpPr>
        <p:spPr>
          <a:xfrm>
            <a:off x="1804750" y="3561374"/>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Độ cao H cố định, tốc độ ≤ V_max, điểm xuất phát và kết thúc cho trước</a:t>
            </a:r>
          </a:p>
        </p:txBody>
      </p:sp>
      <p:sp>
        <p:nvSpPr>
          <p:cNvPr id="1738" name="Google Shape;1738;p43"/>
          <p:cNvSpPr txBox="1"/>
          <p:nvPr>
            <p:ph idx="4" type="subTitle"/>
          </p:nvPr>
        </p:nvSpPr>
        <p:spPr>
          <a:xfrm>
            <a:off x="5237152" y="3561374"/>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Giữ cấu trúc 3 khối luân phiên: path, bandwidth, trajectory</a:t>
            </a:r>
          </a:p>
        </p:txBody>
      </p:sp>
      <p:sp>
        <p:nvSpPr>
          <p:cNvPr id="1739" name="Google Shape;1739;p43"/>
          <p:cNvSpPr txBox="1"/>
          <p:nvPr>
            <p:ph idx="7" type="subTitle"/>
          </p:nvPr>
        </p:nvSpPr>
        <p:spPr>
          <a:xfrm>
            <a:off x="1804750" y="3231981"/>
            <a:ext cx="2926080" cy="4056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400"/>
              <a:t>Mobility model</a:t>
            </a:r>
          </a:p>
        </p:txBody>
      </p:sp>
      <p:sp>
        <p:nvSpPr>
          <p:cNvPr id="1740" name="Google Shape;1740;p43"/>
          <p:cNvSpPr txBox="1"/>
          <p:nvPr>
            <p:ph idx="1" type="subTitle"/>
          </p:nvPr>
        </p:nvSpPr>
        <p:spPr>
          <a:xfrm>
            <a:off x="1804750" y="1935218"/>
            <a:ext cx="292608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Cùng mô hình LoS probability theo góc ngẩng và cùng hằng số kênh</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8" name="Shape 1758"/>
        <p:cNvGrpSpPr/>
        <p:nvPr/>
      </p:nvGrpSpPr>
      <p:grpSpPr>
        <a:xfrm>
          <a:off x="0" y="0"/>
          <a:ext cx="0" cy="0"/>
          <a:chOff x="0" y="0"/>
          <a:chExt cx="0" cy="0"/>
        </a:xfrm>
      </p:grpSpPr>
      <p:sp>
        <p:nvSpPr>
          <p:cNvPr id="1759" name="Google Shape;1759;p45"/>
          <p:cNvSpPr txBox="1"/>
          <p:nvPr>
            <p:ph idx="1" type="subTitle"/>
          </p:nvPr>
        </p:nvSpPr>
        <p:spPr>
          <a:xfrm>
            <a:off x="720000" y="2113784"/>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Max-min rate → timely-delivery ratio, Conn là mục tiêu phụ</a:t>
            </a:r>
          </a:p>
        </p:txBody>
      </p:sp>
      <p:sp>
        <p:nvSpPr>
          <p:cNvPr id="1760" name="Google Shape;1760;p45"/>
          <p:cNvSpPr txBox="1"/>
          <p:nvPr>
            <p:ph idx="2" type="subTitle"/>
          </p:nvPr>
        </p:nvSpPr>
        <p:spPr>
          <a:xfrm>
            <a:off x="3469872" y="2113784"/>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Relay path, drop node u, backhaul hữu hạn, edge failed</a:t>
            </a:r>
          </a:p>
        </p:txBody>
      </p:sp>
      <p:sp>
        <p:nvSpPr>
          <p:cNvPr id="1761" name="Google Shape;1761;p45"/>
          <p:cNvSpPr txBox="1"/>
          <p:nvPr>
            <p:ph idx="13" type="subTitle"/>
          </p:nvPr>
        </p:nvSpPr>
        <p:spPr>
          <a:xfrm>
            <a:off x="3469873" y="3533123"/>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Lý thuyết</a:t>
            </a:r>
          </a:p>
        </p:txBody>
      </p:sp>
      <p:sp>
        <p:nvSpPr>
          <p:cNvPr id="1762" name="Google Shape;1762;p45"/>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Cải tiến và thay đổi</a:t>
            </a:r>
          </a:p>
        </p:txBody>
      </p:sp>
      <p:sp>
        <p:nvSpPr>
          <p:cNvPr id="1763" name="Google Shape;1763;p45"/>
          <p:cNvSpPr txBox="1"/>
          <p:nvPr>
            <p:ph idx="7" type="subTitle"/>
          </p:nvPr>
        </p:nvSpPr>
        <p:spPr>
          <a:xfrm>
            <a:off x="720000" y="1787675"/>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Objective mới</a:t>
            </a:r>
          </a:p>
        </p:txBody>
      </p:sp>
      <p:sp>
        <p:nvSpPr>
          <p:cNvPr id="1764" name="Google Shape;1764;p45"/>
          <p:cNvSpPr txBox="1"/>
          <p:nvPr>
            <p:ph idx="8" type="subTitle"/>
          </p:nvPr>
        </p:nvSpPr>
        <p:spPr>
          <a:xfrm>
            <a:off x="3469873" y="1787675"/>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Ground network</a:t>
            </a:r>
          </a:p>
        </p:txBody>
      </p:sp>
      <p:sp>
        <p:nvSpPr>
          <p:cNvPr id="1765" name="Google Shape;1765;p45"/>
          <p:cNvSpPr txBox="1"/>
          <p:nvPr>
            <p:ph idx="3" type="subTitle"/>
          </p:nvPr>
        </p:nvSpPr>
        <p:spPr>
          <a:xfrm>
            <a:off x="720000" y="3859222"/>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Thay SCA bằng local search quanh plan hiện tại, chấm bằng EDF simulation</a:t>
            </a:r>
          </a:p>
        </p:txBody>
      </p:sp>
      <p:sp>
        <p:nvSpPr>
          <p:cNvPr id="1766" name="Google Shape;1766;p45"/>
          <p:cNvSpPr txBox="1"/>
          <p:nvPr>
            <p:ph idx="4" type="subTitle"/>
          </p:nvPr>
        </p:nvSpPr>
        <p:spPr>
          <a:xfrm>
            <a:off x="3469872" y="3859222"/>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Chứng minh NP-hard và LP upper bound cho mỗi realization</a:t>
            </a:r>
          </a:p>
        </p:txBody>
      </p:sp>
      <p:sp>
        <p:nvSpPr>
          <p:cNvPr id="1767" name="Google Shape;1767;p45"/>
          <p:cNvSpPr txBox="1"/>
          <p:nvPr>
            <p:ph idx="5" type="subTitle"/>
          </p:nvPr>
        </p:nvSpPr>
        <p:spPr>
          <a:xfrm>
            <a:off x="6219751" y="2113784"/>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Release r_a, deadline d_a, size L_a, causality theo slot</a:t>
            </a:r>
          </a:p>
        </p:txBody>
      </p:sp>
      <p:sp>
        <p:nvSpPr>
          <p:cNvPr id="1768" name="Google Shape;1768;p45"/>
          <p:cNvSpPr txBox="1"/>
          <p:nvPr>
            <p:ph idx="6" type="subTitle"/>
          </p:nvPr>
        </p:nvSpPr>
        <p:spPr>
          <a:xfrm>
            <a:off x="6219751" y="3859222"/>
            <a:ext cx="22041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So với Tran-IA, ablation, Holm-corrected paired tests</a:t>
            </a:r>
          </a:p>
        </p:txBody>
      </p:sp>
      <p:sp>
        <p:nvSpPr>
          <p:cNvPr id="1769" name="Google Shape;1769;p45"/>
          <p:cNvSpPr txBox="1"/>
          <p:nvPr>
            <p:ph idx="9" type="subTitle"/>
          </p:nvPr>
        </p:nvSpPr>
        <p:spPr>
          <a:xfrm>
            <a:off x="720000" y="3533123"/>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Sample-scored</a:t>
            </a:r>
          </a:p>
        </p:txBody>
      </p:sp>
      <p:sp>
        <p:nvSpPr>
          <p:cNvPr id="1770" name="Google Shape;1770;p45"/>
          <p:cNvSpPr txBox="1"/>
          <p:nvPr>
            <p:ph idx="14" type="subTitle"/>
          </p:nvPr>
        </p:nvSpPr>
        <p:spPr>
          <a:xfrm>
            <a:off x="6219752" y="1787675"/>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Deadline/alert</a:t>
            </a:r>
          </a:p>
        </p:txBody>
      </p:sp>
      <p:sp>
        <p:nvSpPr>
          <p:cNvPr id="1771" name="Google Shape;1771;p45"/>
          <p:cNvSpPr txBox="1"/>
          <p:nvPr>
            <p:ph idx="15" type="subTitle"/>
          </p:nvPr>
        </p:nvSpPr>
        <p:spPr>
          <a:xfrm>
            <a:off x="6219752" y="3533123"/>
            <a:ext cx="22041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sz="1500"/>
              <a:t>Đánh giá</a:t>
            </a:r>
          </a:p>
        </p:txBody>
      </p:sp>
      <p:grpSp>
        <p:nvGrpSpPr>
          <p:cNvPr id="1772" name="Google Shape;1772;p45"/>
          <p:cNvGrpSpPr/>
          <p:nvPr/>
        </p:nvGrpSpPr>
        <p:grpSpPr>
          <a:xfrm>
            <a:off x="838692" y="3020954"/>
            <a:ext cx="299492" cy="340983"/>
            <a:chOff x="742339" y="1436604"/>
            <a:chExt cx="418402" cy="476366"/>
          </a:xfrm>
        </p:grpSpPr>
        <p:sp>
          <p:nvSpPr>
            <p:cNvPr id="1773" name="Google Shape;1773;p45"/>
            <p:cNvSpPr/>
            <p:nvPr/>
          </p:nvSpPr>
          <p:spPr>
            <a:xfrm>
              <a:off x="836180" y="1697442"/>
              <a:ext cx="98615" cy="215528"/>
            </a:xfrm>
            <a:custGeom>
              <a:rect b="b" l="l" r="r" t="t"/>
              <a:pathLst>
                <a:path extrusionOk="0" h="5689" w="2603">
                  <a:moveTo>
                    <a:pt x="205" y="0"/>
                  </a:moveTo>
                  <a:cubicBezTo>
                    <a:pt x="168" y="0"/>
                    <a:pt x="130" y="12"/>
                    <a:pt x="98" y="36"/>
                  </a:cubicBezTo>
                  <a:cubicBezTo>
                    <a:pt x="17" y="96"/>
                    <a:pt x="0" y="209"/>
                    <a:pt x="61" y="290"/>
                  </a:cubicBezTo>
                  <a:lnTo>
                    <a:pt x="931" y="1459"/>
                  </a:lnTo>
                  <a:lnTo>
                    <a:pt x="931" y="4503"/>
                  </a:lnTo>
                  <a:cubicBezTo>
                    <a:pt x="931" y="4560"/>
                    <a:pt x="957" y="4613"/>
                    <a:pt x="1004" y="4649"/>
                  </a:cubicBezTo>
                  <a:lnTo>
                    <a:pt x="2310" y="5650"/>
                  </a:lnTo>
                  <a:cubicBezTo>
                    <a:pt x="2342" y="5675"/>
                    <a:pt x="2382" y="5689"/>
                    <a:pt x="2421" y="5689"/>
                  </a:cubicBezTo>
                  <a:cubicBezTo>
                    <a:pt x="2522" y="5689"/>
                    <a:pt x="2603" y="5607"/>
                    <a:pt x="2603" y="5507"/>
                  </a:cubicBezTo>
                  <a:lnTo>
                    <a:pt x="2603" y="4240"/>
                  </a:lnTo>
                  <a:cubicBezTo>
                    <a:pt x="2602" y="4141"/>
                    <a:pt x="2522" y="4060"/>
                    <a:pt x="2423" y="4060"/>
                  </a:cubicBezTo>
                  <a:cubicBezTo>
                    <a:pt x="2323" y="4060"/>
                    <a:pt x="2241" y="4141"/>
                    <a:pt x="2241" y="4240"/>
                  </a:cubicBezTo>
                  <a:lnTo>
                    <a:pt x="2241" y="5137"/>
                  </a:lnTo>
                  <a:lnTo>
                    <a:pt x="1292" y="4408"/>
                  </a:lnTo>
                  <a:lnTo>
                    <a:pt x="1292" y="1398"/>
                  </a:lnTo>
                  <a:cubicBezTo>
                    <a:pt x="1292" y="1359"/>
                    <a:pt x="1278" y="1322"/>
                    <a:pt x="1256" y="1291"/>
                  </a:cubicBezTo>
                  <a:lnTo>
                    <a:pt x="350" y="73"/>
                  </a:lnTo>
                  <a:cubicBezTo>
                    <a:pt x="314" y="26"/>
                    <a:pt x="260" y="0"/>
                    <a:pt x="20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4" name="Google Shape;1774;p45"/>
            <p:cNvSpPr/>
            <p:nvPr/>
          </p:nvSpPr>
          <p:spPr>
            <a:xfrm>
              <a:off x="818487" y="1437664"/>
              <a:ext cx="25686" cy="55502"/>
            </a:xfrm>
            <a:custGeom>
              <a:rect b="b" l="l" r="r" t="t"/>
              <a:pathLst>
                <a:path extrusionOk="0" h="1465" w="678">
                  <a:moveTo>
                    <a:pt x="196" y="1"/>
                  </a:moveTo>
                  <a:cubicBezTo>
                    <a:pt x="181" y="1"/>
                    <a:pt x="168" y="6"/>
                    <a:pt x="158" y="16"/>
                  </a:cubicBezTo>
                  <a:cubicBezTo>
                    <a:pt x="0" y="172"/>
                    <a:pt x="109" y="362"/>
                    <a:pt x="261" y="362"/>
                  </a:cubicBezTo>
                  <a:lnTo>
                    <a:pt x="316" y="362"/>
                  </a:lnTo>
                  <a:lnTo>
                    <a:pt x="316" y="1350"/>
                  </a:lnTo>
                  <a:cubicBezTo>
                    <a:pt x="316" y="1363"/>
                    <a:pt x="322" y="1378"/>
                    <a:pt x="332" y="1387"/>
                  </a:cubicBezTo>
                  <a:cubicBezTo>
                    <a:pt x="386" y="1442"/>
                    <a:pt x="444" y="1465"/>
                    <a:pt x="497" y="1465"/>
                  </a:cubicBezTo>
                  <a:cubicBezTo>
                    <a:pt x="597" y="1465"/>
                    <a:pt x="678" y="1384"/>
                    <a:pt x="678" y="1285"/>
                  </a:cubicBezTo>
                  <a:lnTo>
                    <a:pt x="678" y="54"/>
                  </a:lnTo>
                  <a:cubicBezTo>
                    <a:pt x="678" y="26"/>
                    <a:pt x="655" y="1"/>
                    <a:pt x="62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5" name="Google Shape;1775;p45"/>
            <p:cNvSpPr/>
            <p:nvPr/>
          </p:nvSpPr>
          <p:spPr>
            <a:xfrm>
              <a:off x="875807" y="1510934"/>
              <a:ext cx="22996" cy="55502"/>
            </a:xfrm>
            <a:custGeom>
              <a:rect b="b" l="l" r="r" t="t"/>
              <a:pathLst>
                <a:path extrusionOk="0" h="1465" w="607">
                  <a:moveTo>
                    <a:pt x="198" y="0"/>
                  </a:moveTo>
                  <a:cubicBezTo>
                    <a:pt x="102" y="0"/>
                    <a:pt x="17" y="70"/>
                    <a:pt x="10" y="164"/>
                  </a:cubicBezTo>
                  <a:cubicBezTo>
                    <a:pt x="0" y="271"/>
                    <a:pt x="84" y="360"/>
                    <a:pt x="189" y="360"/>
                  </a:cubicBezTo>
                  <a:lnTo>
                    <a:pt x="246" y="360"/>
                  </a:lnTo>
                  <a:lnTo>
                    <a:pt x="246" y="1283"/>
                  </a:lnTo>
                  <a:cubicBezTo>
                    <a:pt x="246" y="1385"/>
                    <a:pt x="326" y="1464"/>
                    <a:pt x="426" y="1464"/>
                  </a:cubicBezTo>
                  <a:cubicBezTo>
                    <a:pt x="525" y="1464"/>
                    <a:pt x="607" y="1383"/>
                    <a:pt x="607" y="1283"/>
                  </a:cubicBezTo>
                  <a:lnTo>
                    <a:pt x="607" y="183"/>
                  </a:lnTo>
                  <a:cubicBezTo>
                    <a:pt x="607" y="82"/>
                    <a:pt x="524" y="0"/>
                    <a:pt x="42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6" name="Google Shape;1776;p45"/>
            <p:cNvSpPr/>
            <p:nvPr/>
          </p:nvSpPr>
          <p:spPr>
            <a:xfrm>
              <a:off x="909108" y="1437664"/>
              <a:ext cx="25686" cy="55502"/>
            </a:xfrm>
            <a:custGeom>
              <a:rect b="b" l="l" r="r" t="t"/>
              <a:pathLst>
                <a:path extrusionOk="0" h="1465" w="678">
                  <a:moveTo>
                    <a:pt x="196" y="1"/>
                  </a:moveTo>
                  <a:cubicBezTo>
                    <a:pt x="181" y="1"/>
                    <a:pt x="168" y="6"/>
                    <a:pt x="158" y="16"/>
                  </a:cubicBezTo>
                  <a:cubicBezTo>
                    <a:pt x="0" y="172"/>
                    <a:pt x="108" y="362"/>
                    <a:pt x="260" y="362"/>
                  </a:cubicBezTo>
                  <a:lnTo>
                    <a:pt x="316" y="362"/>
                  </a:lnTo>
                  <a:lnTo>
                    <a:pt x="316" y="1350"/>
                  </a:lnTo>
                  <a:cubicBezTo>
                    <a:pt x="316" y="1363"/>
                    <a:pt x="322" y="1378"/>
                    <a:pt x="332" y="1387"/>
                  </a:cubicBezTo>
                  <a:cubicBezTo>
                    <a:pt x="386" y="1442"/>
                    <a:pt x="444" y="1464"/>
                    <a:pt x="497" y="1464"/>
                  </a:cubicBezTo>
                  <a:cubicBezTo>
                    <a:pt x="597" y="1464"/>
                    <a:pt x="678" y="1384"/>
                    <a:pt x="678" y="1284"/>
                  </a:cubicBezTo>
                  <a:lnTo>
                    <a:pt x="678" y="54"/>
                  </a:lnTo>
                  <a:cubicBezTo>
                    <a:pt x="678" y="25"/>
                    <a:pt x="655" y="1"/>
                    <a:pt x="62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7" name="Google Shape;1777;p45"/>
            <p:cNvSpPr/>
            <p:nvPr/>
          </p:nvSpPr>
          <p:spPr>
            <a:xfrm>
              <a:off x="772116" y="1436604"/>
              <a:ext cx="38529" cy="58078"/>
            </a:xfrm>
            <a:custGeom>
              <a:rect b="b" l="l" r="r" t="t"/>
              <a:pathLst>
                <a:path extrusionOk="0" h="1533" w="1017">
                  <a:moveTo>
                    <a:pt x="510" y="349"/>
                  </a:moveTo>
                  <a:cubicBezTo>
                    <a:pt x="591" y="349"/>
                    <a:pt x="657" y="415"/>
                    <a:pt x="657" y="496"/>
                  </a:cubicBezTo>
                  <a:lnTo>
                    <a:pt x="657" y="1035"/>
                  </a:lnTo>
                  <a:cubicBezTo>
                    <a:pt x="657" y="1116"/>
                    <a:pt x="592" y="1183"/>
                    <a:pt x="510" y="1183"/>
                  </a:cubicBezTo>
                  <a:cubicBezTo>
                    <a:pt x="493" y="1183"/>
                    <a:pt x="477" y="1180"/>
                    <a:pt x="459" y="1174"/>
                  </a:cubicBezTo>
                  <a:cubicBezTo>
                    <a:pt x="401" y="1155"/>
                    <a:pt x="361" y="1097"/>
                    <a:pt x="361" y="1034"/>
                  </a:cubicBezTo>
                  <a:lnTo>
                    <a:pt x="361" y="498"/>
                  </a:lnTo>
                  <a:cubicBezTo>
                    <a:pt x="361" y="435"/>
                    <a:pt x="399" y="377"/>
                    <a:pt x="459" y="357"/>
                  </a:cubicBezTo>
                  <a:cubicBezTo>
                    <a:pt x="476" y="352"/>
                    <a:pt x="493" y="349"/>
                    <a:pt x="510" y="349"/>
                  </a:cubicBezTo>
                  <a:close/>
                  <a:moveTo>
                    <a:pt x="510" y="1"/>
                  </a:moveTo>
                  <a:cubicBezTo>
                    <a:pt x="502" y="1"/>
                    <a:pt x="494" y="1"/>
                    <a:pt x="486" y="1"/>
                  </a:cubicBezTo>
                  <a:cubicBezTo>
                    <a:pt x="212" y="14"/>
                    <a:pt x="1" y="250"/>
                    <a:pt x="1" y="525"/>
                  </a:cubicBezTo>
                  <a:lnTo>
                    <a:pt x="1" y="1027"/>
                  </a:lnTo>
                  <a:cubicBezTo>
                    <a:pt x="1" y="1305"/>
                    <a:pt x="229" y="1533"/>
                    <a:pt x="509" y="1533"/>
                  </a:cubicBezTo>
                  <a:cubicBezTo>
                    <a:pt x="789" y="1533"/>
                    <a:pt x="1017" y="1305"/>
                    <a:pt x="1017" y="1027"/>
                  </a:cubicBezTo>
                  <a:lnTo>
                    <a:pt x="1017" y="508"/>
                  </a:lnTo>
                  <a:cubicBezTo>
                    <a:pt x="1017" y="228"/>
                    <a:pt x="789" y="1"/>
                    <a:pt x="51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8" name="Google Shape;1778;p45"/>
            <p:cNvSpPr/>
            <p:nvPr/>
          </p:nvSpPr>
          <p:spPr>
            <a:xfrm>
              <a:off x="772116" y="1510025"/>
              <a:ext cx="38529" cy="58078"/>
            </a:xfrm>
            <a:custGeom>
              <a:rect b="b" l="l" r="r" t="t"/>
              <a:pathLst>
                <a:path extrusionOk="0" h="1533" w="1017">
                  <a:moveTo>
                    <a:pt x="510" y="349"/>
                  </a:moveTo>
                  <a:cubicBezTo>
                    <a:pt x="591" y="349"/>
                    <a:pt x="657" y="415"/>
                    <a:pt x="657" y="495"/>
                  </a:cubicBezTo>
                  <a:lnTo>
                    <a:pt x="657" y="1035"/>
                  </a:lnTo>
                  <a:cubicBezTo>
                    <a:pt x="657" y="1116"/>
                    <a:pt x="590" y="1181"/>
                    <a:pt x="509" y="1181"/>
                  </a:cubicBezTo>
                  <a:cubicBezTo>
                    <a:pt x="428" y="1181"/>
                    <a:pt x="361" y="1116"/>
                    <a:pt x="361" y="1035"/>
                  </a:cubicBezTo>
                  <a:lnTo>
                    <a:pt x="361" y="497"/>
                  </a:lnTo>
                  <a:cubicBezTo>
                    <a:pt x="361" y="435"/>
                    <a:pt x="399" y="377"/>
                    <a:pt x="459" y="357"/>
                  </a:cubicBezTo>
                  <a:cubicBezTo>
                    <a:pt x="476" y="351"/>
                    <a:pt x="493" y="349"/>
                    <a:pt x="510" y="349"/>
                  </a:cubicBezTo>
                  <a:close/>
                  <a:moveTo>
                    <a:pt x="510" y="0"/>
                  </a:moveTo>
                  <a:cubicBezTo>
                    <a:pt x="502" y="0"/>
                    <a:pt x="494" y="1"/>
                    <a:pt x="486" y="1"/>
                  </a:cubicBezTo>
                  <a:cubicBezTo>
                    <a:pt x="212" y="14"/>
                    <a:pt x="1" y="249"/>
                    <a:pt x="1" y="525"/>
                  </a:cubicBezTo>
                  <a:lnTo>
                    <a:pt x="1" y="1026"/>
                  </a:lnTo>
                  <a:cubicBezTo>
                    <a:pt x="1" y="1305"/>
                    <a:pt x="229" y="1532"/>
                    <a:pt x="509" y="1532"/>
                  </a:cubicBezTo>
                  <a:cubicBezTo>
                    <a:pt x="789" y="1532"/>
                    <a:pt x="1017" y="1305"/>
                    <a:pt x="1017" y="1026"/>
                  </a:cubicBezTo>
                  <a:lnTo>
                    <a:pt x="1017" y="508"/>
                  </a:lnTo>
                  <a:cubicBezTo>
                    <a:pt x="1017" y="228"/>
                    <a:pt x="789" y="0"/>
                    <a:pt x="51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9" name="Google Shape;1779;p45"/>
            <p:cNvSpPr/>
            <p:nvPr/>
          </p:nvSpPr>
          <p:spPr>
            <a:xfrm>
              <a:off x="825496" y="1509987"/>
              <a:ext cx="38491" cy="58078"/>
            </a:xfrm>
            <a:custGeom>
              <a:rect b="b" l="l" r="r" t="t"/>
              <a:pathLst>
                <a:path extrusionOk="0" h="1533" w="1016">
                  <a:moveTo>
                    <a:pt x="509" y="350"/>
                  </a:moveTo>
                  <a:cubicBezTo>
                    <a:pt x="590" y="350"/>
                    <a:pt x="655" y="416"/>
                    <a:pt x="655" y="496"/>
                  </a:cubicBezTo>
                  <a:lnTo>
                    <a:pt x="655" y="1036"/>
                  </a:lnTo>
                  <a:cubicBezTo>
                    <a:pt x="655" y="1117"/>
                    <a:pt x="590" y="1182"/>
                    <a:pt x="507" y="1182"/>
                  </a:cubicBezTo>
                  <a:cubicBezTo>
                    <a:pt x="427" y="1182"/>
                    <a:pt x="360" y="1117"/>
                    <a:pt x="360" y="1036"/>
                  </a:cubicBezTo>
                  <a:lnTo>
                    <a:pt x="360" y="498"/>
                  </a:lnTo>
                  <a:lnTo>
                    <a:pt x="361" y="498"/>
                  </a:lnTo>
                  <a:cubicBezTo>
                    <a:pt x="361" y="436"/>
                    <a:pt x="398" y="378"/>
                    <a:pt x="459" y="358"/>
                  </a:cubicBezTo>
                  <a:cubicBezTo>
                    <a:pt x="476" y="352"/>
                    <a:pt x="493" y="350"/>
                    <a:pt x="509" y="350"/>
                  </a:cubicBezTo>
                  <a:close/>
                  <a:moveTo>
                    <a:pt x="507" y="1"/>
                  </a:moveTo>
                  <a:cubicBezTo>
                    <a:pt x="229" y="1"/>
                    <a:pt x="0" y="228"/>
                    <a:pt x="0" y="507"/>
                  </a:cubicBezTo>
                  <a:lnTo>
                    <a:pt x="0" y="1008"/>
                  </a:lnTo>
                  <a:cubicBezTo>
                    <a:pt x="0" y="1282"/>
                    <a:pt x="210" y="1520"/>
                    <a:pt x="484" y="1532"/>
                  </a:cubicBezTo>
                  <a:cubicBezTo>
                    <a:pt x="492" y="1533"/>
                    <a:pt x="500" y="1533"/>
                    <a:pt x="509" y="1533"/>
                  </a:cubicBezTo>
                  <a:cubicBezTo>
                    <a:pt x="788" y="1533"/>
                    <a:pt x="1015" y="1305"/>
                    <a:pt x="1015" y="1025"/>
                  </a:cubicBezTo>
                  <a:lnTo>
                    <a:pt x="1015" y="507"/>
                  </a:lnTo>
                  <a:cubicBezTo>
                    <a:pt x="1015" y="227"/>
                    <a:pt x="788" y="1"/>
                    <a:pt x="50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0" name="Google Shape;1780;p45"/>
            <p:cNvSpPr/>
            <p:nvPr/>
          </p:nvSpPr>
          <p:spPr>
            <a:xfrm>
              <a:off x="913655" y="1509987"/>
              <a:ext cx="38529" cy="58078"/>
            </a:xfrm>
            <a:custGeom>
              <a:rect b="b" l="l" r="r" t="t"/>
              <a:pathLst>
                <a:path extrusionOk="0" h="1533" w="1017">
                  <a:moveTo>
                    <a:pt x="506" y="350"/>
                  </a:moveTo>
                  <a:cubicBezTo>
                    <a:pt x="589" y="350"/>
                    <a:pt x="655" y="416"/>
                    <a:pt x="655" y="496"/>
                  </a:cubicBezTo>
                  <a:lnTo>
                    <a:pt x="655" y="1036"/>
                  </a:lnTo>
                  <a:cubicBezTo>
                    <a:pt x="655" y="1117"/>
                    <a:pt x="589" y="1182"/>
                    <a:pt x="506" y="1182"/>
                  </a:cubicBezTo>
                  <a:cubicBezTo>
                    <a:pt x="426" y="1182"/>
                    <a:pt x="359" y="1117"/>
                    <a:pt x="359" y="1036"/>
                  </a:cubicBezTo>
                  <a:lnTo>
                    <a:pt x="359" y="496"/>
                  </a:lnTo>
                  <a:cubicBezTo>
                    <a:pt x="359" y="416"/>
                    <a:pt x="426" y="350"/>
                    <a:pt x="506" y="350"/>
                  </a:cubicBezTo>
                  <a:close/>
                  <a:moveTo>
                    <a:pt x="508" y="0"/>
                  </a:moveTo>
                  <a:cubicBezTo>
                    <a:pt x="228" y="0"/>
                    <a:pt x="1" y="229"/>
                    <a:pt x="1" y="507"/>
                  </a:cubicBezTo>
                  <a:lnTo>
                    <a:pt x="1" y="1025"/>
                  </a:lnTo>
                  <a:cubicBezTo>
                    <a:pt x="1" y="1306"/>
                    <a:pt x="228" y="1532"/>
                    <a:pt x="509" y="1532"/>
                  </a:cubicBezTo>
                  <a:cubicBezTo>
                    <a:pt x="788" y="1532"/>
                    <a:pt x="1017" y="1305"/>
                    <a:pt x="1017" y="1025"/>
                  </a:cubicBezTo>
                  <a:lnTo>
                    <a:pt x="1017" y="525"/>
                  </a:lnTo>
                  <a:cubicBezTo>
                    <a:pt x="1017" y="250"/>
                    <a:pt x="807" y="14"/>
                    <a:pt x="532" y="1"/>
                  </a:cubicBezTo>
                  <a:cubicBezTo>
                    <a:pt x="524" y="1"/>
                    <a:pt x="516" y="0"/>
                    <a:pt x="50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1" name="Google Shape;1781;p45"/>
            <p:cNvSpPr/>
            <p:nvPr/>
          </p:nvSpPr>
          <p:spPr>
            <a:xfrm>
              <a:off x="860275" y="1436604"/>
              <a:ext cx="38529" cy="58078"/>
            </a:xfrm>
            <a:custGeom>
              <a:rect b="b" l="l" r="r" t="t"/>
              <a:pathLst>
                <a:path extrusionOk="0" h="1533" w="1017">
                  <a:moveTo>
                    <a:pt x="509" y="349"/>
                  </a:moveTo>
                  <a:cubicBezTo>
                    <a:pt x="590" y="349"/>
                    <a:pt x="657" y="415"/>
                    <a:pt x="657" y="496"/>
                  </a:cubicBezTo>
                  <a:lnTo>
                    <a:pt x="657" y="1035"/>
                  </a:lnTo>
                  <a:cubicBezTo>
                    <a:pt x="657" y="1117"/>
                    <a:pt x="591" y="1182"/>
                    <a:pt x="509" y="1182"/>
                  </a:cubicBezTo>
                  <a:cubicBezTo>
                    <a:pt x="427" y="1182"/>
                    <a:pt x="360" y="1117"/>
                    <a:pt x="360" y="1035"/>
                  </a:cubicBezTo>
                  <a:lnTo>
                    <a:pt x="360" y="496"/>
                  </a:lnTo>
                  <a:cubicBezTo>
                    <a:pt x="360" y="415"/>
                    <a:pt x="426" y="349"/>
                    <a:pt x="509" y="349"/>
                  </a:cubicBezTo>
                  <a:close/>
                  <a:moveTo>
                    <a:pt x="509" y="1"/>
                  </a:moveTo>
                  <a:cubicBezTo>
                    <a:pt x="230" y="1"/>
                    <a:pt x="2" y="228"/>
                    <a:pt x="2" y="508"/>
                  </a:cubicBezTo>
                  <a:lnTo>
                    <a:pt x="2" y="1027"/>
                  </a:lnTo>
                  <a:cubicBezTo>
                    <a:pt x="1" y="1305"/>
                    <a:pt x="228" y="1533"/>
                    <a:pt x="509" y="1533"/>
                  </a:cubicBezTo>
                  <a:cubicBezTo>
                    <a:pt x="789" y="1533"/>
                    <a:pt x="1017" y="1305"/>
                    <a:pt x="1017" y="1027"/>
                  </a:cubicBezTo>
                  <a:lnTo>
                    <a:pt x="1017" y="525"/>
                  </a:lnTo>
                  <a:cubicBezTo>
                    <a:pt x="1017" y="252"/>
                    <a:pt x="807" y="14"/>
                    <a:pt x="533" y="1"/>
                  </a:cubicBezTo>
                  <a:cubicBezTo>
                    <a:pt x="525" y="1"/>
                    <a:pt x="517" y="1"/>
                    <a:pt x="5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2" name="Google Shape;1782;p45"/>
            <p:cNvSpPr/>
            <p:nvPr/>
          </p:nvSpPr>
          <p:spPr>
            <a:xfrm>
              <a:off x="954608" y="1436604"/>
              <a:ext cx="38529" cy="58078"/>
            </a:xfrm>
            <a:custGeom>
              <a:rect b="b" l="l" r="r" t="t"/>
              <a:pathLst>
                <a:path extrusionOk="0" h="1533" w="1017">
                  <a:moveTo>
                    <a:pt x="508" y="349"/>
                  </a:moveTo>
                  <a:cubicBezTo>
                    <a:pt x="590" y="349"/>
                    <a:pt x="656" y="415"/>
                    <a:pt x="656" y="496"/>
                  </a:cubicBezTo>
                  <a:lnTo>
                    <a:pt x="656" y="1035"/>
                  </a:lnTo>
                  <a:cubicBezTo>
                    <a:pt x="656" y="1117"/>
                    <a:pt x="591" y="1182"/>
                    <a:pt x="508" y="1182"/>
                  </a:cubicBezTo>
                  <a:cubicBezTo>
                    <a:pt x="427" y="1182"/>
                    <a:pt x="361" y="1117"/>
                    <a:pt x="361" y="1035"/>
                  </a:cubicBezTo>
                  <a:lnTo>
                    <a:pt x="361" y="496"/>
                  </a:lnTo>
                  <a:cubicBezTo>
                    <a:pt x="361" y="415"/>
                    <a:pt x="426" y="349"/>
                    <a:pt x="508" y="349"/>
                  </a:cubicBezTo>
                  <a:close/>
                  <a:moveTo>
                    <a:pt x="509" y="1"/>
                  </a:moveTo>
                  <a:cubicBezTo>
                    <a:pt x="229" y="1"/>
                    <a:pt x="2" y="228"/>
                    <a:pt x="2" y="508"/>
                  </a:cubicBezTo>
                  <a:lnTo>
                    <a:pt x="2" y="1027"/>
                  </a:lnTo>
                  <a:cubicBezTo>
                    <a:pt x="0" y="1305"/>
                    <a:pt x="229" y="1533"/>
                    <a:pt x="508" y="1533"/>
                  </a:cubicBezTo>
                  <a:cubicBezTo>
                    <a:pt x="789" y="1533"/>
                    <a:pt x="1016" y="1305"/>
                    <a:pt x="1016" y="1027"/>
                  </a:cubicBezTo>
                  <a:lnTo>
                    <a:pt x="1016" y="525"/>
                  </a:lnTo>
                  <a:cubicBezTo>
                    <a:pt x="1016" y="252"/>
                    <a:pt x="807" y="14"/>
                    <a:pt x="534" y="1"/>
                  </a:cubicBezTo>
                  <a:cubicBezTo>
                    <a:pt x="525" y="1"/>
                    <a:pt x="517" y="1"/>
                    <a:pt x="5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3" name="Google Shape;1783;p45"/>
            <p:cNvSpPr/>
            <p:nvPr/>
          </p:nvSpPr>
          <p:spPr>
            <a:xfrm>
              <a:off x="742339" y="1479944"/>
              <a:ext cx="418402" cy="352937"/>
            </a:xfrm>
            <a:custGeom>
              <a:rect b="b" l="l" r="r" t="t"/>
              <a:pathLst>
                <a:path extrusionOk="0" h="9316" w="11044">
                  <a:moveTo>
                    <a:pt x="5751" y="2983"/>
                  </a:moveTo>
                  <a:cubicBezTo>
                    <a:pt x="5763" y="3147"/>
                    <a:pt x="5901" y="3277"/>
                    <a:pt x="6070" y="3277"/>
                  </a:cubicBezTo>
                  <a:lnTo>
                    <a:pt x="6428" y="3277"/>
                  </a:lnTo>
                  <a:cubicBezTo>
                    <a:pt x="6470" y="3414"/>
                    <a:pt x="6525" y="3548"/>
                    <a:pt x="6593" y="3675"/>
                  </a:cubicBezTo>
                  <a:lnTo>
                    <a:pt x="6531" y="3735"/>
                  </a:lnTo>
                  <a:lnTo>
                    <a:pt x="729" y="3735"/>
                  </a:lnTo>
                  <a:cubicBezTo>
                    <a:pt x="527" y="3735"/>
                    <a:pt x="362" y="3570"/>
                    <a:pt x="362" y="3367"/>
                  </a:cubicBezTo>
                  <a:lnTo>
                    <a:pt x="362" y="3116"/>
                  </a:lnTo>
                  <a:cubicBezTo>
                    <a:pt x="362" y="3043"/>
                    <a:pt x="422" y="2983"/>
                    <a:pt x="496" y="2983"/>
                  </a:cubicBezTo>
                  <a:close/>
                  <a:moveTo>
                    <a:pt x="8620" y="360"/>
                  </a:moveTo>
                  <a:lnTo>
                    <a:pt x="8620" y="869"/>
                  </a:lnTo>
                  <a:cubicBezTo>
                    <a:pt x="8620" y="955"/>
                    <a:pt x="8681" y="1031"/>
                    <a:pt x="8764" y="1048"/>
                  </a:cubicBezTo>
                  <a:cubicBezTo>
                    <a:pt x="8956" y="1090"/>
                    <a:pt x="9139" y="1165"/>
                    <a:pt x="9307" y="1267"/>
                  </a:cubicBezTo>
                  <a:cubicBezTo>
                    <a:pt x="9337" y="1286"/>
                    <a:pt x="9370" y="1294"/>
                    <a:pt x="9404" y="1294"/>
                  </a:cubicBezTo>
                  <a:cubicBezTo>
                    <a:pt x="9451" y="1294"/>
                    <a:pt x="9499" y="1277"/>
                    <a:pt x="9534" y="1242"/>
                  </a:cubicBezTo>
                  <a:lnTo>
                    <a:pt x="9843" y="942"/>
                  </a:lnTo>
                  <a:lnTo>
                    <a:pt x="10176" y="1266"/>
                  </a:lnTo>
                  <a:lnTo>
                    <a:pt x="9867" y="1567"/>
                  </a:lnTo>
                  <a:cubicBezTo>
                    <a:pt x="9808" y="1626"/>
                    <a:pt x="9797" y="1718"/>
                    <a:pt x="9843" y="1788"/>
                  </a:cubicBezTo>
                  <a:cubicBezTo>
                    <a:pt x="9949" y="1952"/>
                    <a:pt x="10024" y="2130"/>
                    <a:pt x="10069" y="2319"/>
                  </a:cubicBezTo>
                  <a:cubicBezTo>
                    <a:pt x="10087" y="2400"/>
                    <a:pt x="10163" y="2457"/>
                    <a:pt x="10247" y="2457"/>
                  </a:cubicBezTo>
                  <a:lnTo>
                    <a:pt x="10684" y="2457"/>
                  </a:lnTo>
                  <a:lnTo>
                    <a:pt x="10682" y="2916"/>
                  </a:lnTo>
                  <a:lnTo>
                    <a:pt x="10200" y="2916"/>
                  </a:lnTo>
                  <a:cubicBezTo>
                    <a:pt x="10116" y="2916"/>
                    <a:pt x="10044" y="2975"/>
                    <a:pt x="10027" y="3058"/>
                  </a:cubicBezTo>
                  <a:cubicBezTo>
                    <a:pt x="9986" y="3252"/>
                    <a:pt x="9911" y="3435"/>
                    <a:pt x="9808" y="3603"/>
                  </a:cubicBezTo>
                  <a:cubicBezTo>
                    <a:pt x="9762" y="3675"/>
                    <a:pt x="9773" y="3769"/>
                    <a:pt x="9833" y="3829"/>
                  </a:cubicBezTo>
                  <a:lnTo>
                    <a:pt x="10133" y="4138"/>
                  </a:lnTo>
                  <a:lnTo>
                    <a:pt x="9809" y="4472"/>
                  </a:lnTo>
                  <a:lnTo>
                    <a:pt x="9513" y="4169"/>
                  </a:lnTo>
                  <a:cubicBezTo>
                    <a:pt x="9477" y="4132"/>
                    <a:pt x="9430" y="4113"/>
                    <a:pt x="9382" y="4113"/>
                  </a:cubicBezTo>
                  <a:cubicBezTo>
                    <a:pt x="9347" y="4113"/>
                    <a:pt x="9312" y="4123"/>
                    <a:pt x="9281" y="4142"/>
                  </a:cubicBezTo>
                  <a:cubicBezTo>
                    <a:pt x="9120" y="4246"/>
                    <a:pt x="8945" y="4320"/>
                    <a:pt x="8760" y="4363"/>
                  </a:cubicBezTo>
                  <a:cubicBezTo>
                    <a:pt x="8677" y="4383"/>
                    <a:pt x="8619" y="4458"/>
                    <a:pt x="8619" y="4543"/>
                  </a:cubicBezTo>
                  <a:lnTo>
                    <a:pt x="8619" y="4980"/>
                  </a:lnTo>
                  <a:lnTo>
                    <a:pt x="8160" y="4980"/>
                  </a:lnTo>
                  <a:lnTo>
                    <a:pt x="8160" y="4606"/>
                  </a:lnTo>
                  <a:cubicBezTo>
                    <a:pt x="8160" y="4520"/>
                    <a:pt x="8101" y="4446"/>
                    <a:pt x="8019" y="4426"/>
                  </a:cubicBezTo>
                  <a:cubicBezTo>
                    <a:pt x="7822" y="4382"/>
                    <a:pt x="7634" y="4303"/>
                    <a:pt x="7463" y="4191"/>
                  </a:cubicBezTo>
                  <a:cubicBezTo>
                    <a:pt x="7432" y="4170"/>
                    <a:pt x="7398" y="4161"/>
                    <a:pt x="7364" y="4161"/>
                  </a:cubicBezTo>
                  <a:cubicBezTo>
                    <a:pt x="7316" y="4161"/>
                    <a:pt x="7268" y="4180"/>
                    <a:pt x="7232" y="4217"/>
                  </a:cubicBezTo>
                  <a:lnTo>
                    <a:pt x="6918" y="4539"/>
                  </a:lnTo>
                  <a:lnTo>
                    <a:pt x="6579" y="4191"/>
                  </a:lnTo>
                  <a:lnTo>
                    <a:pt x="6893" y="3869"/>
                  </a:lnTo>
                  <a:cubicBezTo>
                    <a:pt x="6955" y="3806"/>
                    <a:pt x="6965" y="3708"/>
                    <a:pt x="6918" y="3631"/>
                  </a:cubicBezTo>
                  <a:cubicBezTo>
                    <a:pt x="6809" y="3456"/>
                    <a:pt x="6733" y="3267"/>
                    <a:pt x="6689" y="3064"/>
                  </a:cubicBezTo>
                  <a:cubicBezTo>
                    <a:pt x="6670" y="2977"/>
                    <a:pt x="6594" y="2915"/>
                    <a:pt x="6508" y="2915"/>
                  </a:cubicBezTo>
                  <a:lnTo>
                    <a:pt x="6064" y="2915"/>
                  </a:lnTo>
                  <a:lnTo>
                    <a:pt x="6064" y="2424"/>
                  </a:lnTo>
                  <a:lnTo>
                    <a:pt x="6579" y="2424"/>
                  </a:lnTo>
                  <a:cubicBezTo>
                    <a:pt x="6662" y="2424"/>
                    <a:pt x="6735" y="2365"/>
                    <a:pt x="6751" y="2281"/>
                  </a:cubicBezTo>
                  <a:cubicBezTo>
                    <a:pt x="6793" y="2087"/>
                    <a:pt x="6869" y="1904"/>
                    <a:pt x="6971" y="1737"/>
                  </a:cubicBezTo>
                  <a:cubicBezTo>
                    <a:pt x="7016" y="1664"/>
                    <a:pt x="7006" y="1570"/>
                    <a:pt x="6947" y="1509"/>
                  </a:cubicBezTo>
                  <a:lnTo>
                    <a:pt x="6646" y="1200"/>
                  </a:lnTo>
                  <a:lnTo>
                    <a:pt x="6970" y="866"/>
                  </a:lnTo>
                  <a:lnTo>
                    <a:pt x="7272" y="1176"/>
                  </a:lnTo>
                  <a:cubicBezTo>
                    <a:pt x="7306" y="1211"/>
                    <a:pt x="7351" y="1229"/>
                    <a:pt x="7397" y="1229"/>
                  </a:cubicBezTo>
                  <a:cubicBezTo>
                    <a:pt x="7430" y="1229"/>
                    <a:pt x="7463" y="1220"/>
                    <a:pt x="7493" y="1200"/>
                  </a:cubicBezTo>
                  <a:cubicBezTo>
                    <a:pt x="7656" y="1095"/>
                    <a:pt x="7834" y="1019"/>
                    <a:pt x="8023" y="975"/>
                  </a:cubicBezTo>
                  <a:cubicBezTo>
                    <a:pt x="8105" y="957"/>
                    <a:pt x="8162" y="882"/>
                    <a:pt x="8162" y="797"/>
                  </a:cubicBezTo>
                  <a:lnTo>
                    <a:pt x="8162" y="360"/>
                  </a:lnTo>
                  <a:close/>
                  <a:moveTo>
                    <a:pt x="8080" y="0"/>
                  </a:moveTo>
                  <a:cubicBezTo>
                    <a:pt x="7907" y="0"/>
                    <a:pt x="7765" y="141"/>
                    <a:pt x="7765" y="315"/>
                  </a:cubicBezTo>
                  <a:lnTo>
                    <a:pt x="7765" y="663"/>
                  </a:lnTo>
                  <a:cubicBezTo>
                    <a:pt x="7630" y="703"/>
                    <a:pt x="7499" y="757"/>
                    <a:pt x="7375" y="825"/>
                  </a:cubicBezTo>
                  <a:lnTo>
                    <a:pt x="7133" y="582"/>
                  </a:lnTo>
                  <a:cubicBezTo>
                    <a:pt x="7091" y="540"/>
                    <a:pt x="7039" y="508"/>
                    <a:pt x="6982" y="495"/>
                  </a:cubicBezTo>
                  <a:cubicBezTo>
                    <a:pt x="6956" y="489"/>
                    <a:pt x="6931" y="486"/>
                    <a:pt x="6906" y="486"/>
                  </a:cubicBezTo>
                  <a:cubicBezTo>
                    <a:pt x="6823" y="486"/>
                    <a:pt x="6744" y="519"/>
                    <a:pt x="6685" y="577"/>
                  </a:cubicBezTo>
                  <a:lnTo>
                    <a:pt x="6278" y="985"/>
                  </a:lnTo>
                  <a:cubicBezTo>
                    <a:pt x="6219" y="1043"/>
                    <a:pt x="6186" y="1122"/>
                    <a:pt x="6186" y="1206"/>
                  </a:cubicBezTo>
                  <a:cubicBezTo>
                    <a:pt x="6186" y="1289"/>
                    <a:pt x="6219" y="1368"/>
                    <a:pt x="6278" y="1428"/>
                  </a:cubicBezTo>
                  <a:lnTo>
                    <a:pt x="6524" y="1674"/>
                  </a:lnTo>
                  <a:cubicBezTo>
                    <a:pt x="6457" y="1797"/>
                    <a:pt x="6403" y="1928"/>
                    <a:pt x="6362" y="2063"/>
                  </a:cubicBezTo>
                  <a:lnTo>
                    <a:pt x="6016" y="2063"/>
                  </a:lnTo>
                  <a:cubicBezTo>
                    <a:pt x="5842" y="2063"/>
                    <a:pt x="5701" y="2205"/>
                    <a:pt x="5701" y="2379"/>
                  </a:cubicBezTo>
                  <a:lnTo>
                    <a:pt x="5701" y="2622"/>
                  </a:lnTo>
                  <a:lnTo>
                    <a:pt x="502" y="2622"/>
                  </a:lnTo>
                  <a:cubicBezTo>
                    <a:pt x="225" y="2622"/>
                    <a:pt x="0" y="2845"/>
                    <a:pt x="0" y="3122"/>
                  </a:cubicBezTo>
                  <a:lnTo>
                    <a:pt x="0" y="3360"/>
                  </a:lnTo>
                  <a:cubicBezTo>
                    <a:pt x="0" y="3766"/>
                    <a:pt x="330" y="4095"/>
                    <a:pt x="736" y="4095"/>
                  </a:cubicBezTo>
                  <a:lnTo>
                    <a:pt x="1106" y="4095"/>
                  </a:lnTo>
                  <a:lnTo>
                    <a:pt x="2019" y="5335"/>
                  </a:lnTo>
                  <a:cubicBezTo>
                    <a:pt x="2055" y="5383"/>
                    <a:pt x="2111" y="5409"/>
                    <a:pt x="2167" y="5409"/>
                  </a:cubicBezTo>
                  <a:cubicBezTo>
                    <a:pt x="2205" y="5409"/>
                    <a:pt x="2244" y="5397"/>
                    <a:pt x="2277" y="5373"/>
                  </a:cubicBezTo>
                  <a:cubicBezTo>
                    <a:pt x="2358" y="5313"/>
                    <a:pt x="2376" y="5198"/>
                    <a:pt x="2315" y="5116"/>
                  </a:cubicBezTo>
                  <a:lnTo>
                    <a:pt x="1566" y="4096"/>
                  </a:lnTo>
                  <a:lnTo>
                    <a:pt x="6183" y="4096"/>
                  </a:lnTo>
                  <a:cubicBezTo>
                    <a:pt x="6169" y="4205"/>
                    <a:pt x="6199" y="4304"/>
                    <a:pt x="6272" y="4377"/>
                  </a:cubicBezTo>
                  <a:lnTo>
                    <a:pt x="6549" y="4654"/>
                  </a:lnTo>
                  <a:lnTo>
                    <a:pt x="4769" y="7047"/>
                  </a:lnTo>
                  <a:cubicBezTo>
                    <a:pt x="4745" y="7078"/>
                    <a:pt x="4732" y="7117"/>
                    <a:pt x="4751" y="7157"/>
                  </a:cubicBezTo>
                  <a:lnTo>
                    <a:pt x="4751" y="9132"/>
                  </a:lnTo>
                  <a:cubicBezTo>
                    <a:pt x="4733" y="9234"/>
                    <a:pt x="4814" y="9315"/>
                    <a:pt x="4916" y="9315"/>
                  </a:cubicBezTo>
                  <a:cubicBezTo>
                    <a:pt x="5018" y="9315"/>
                    <a:pt x="5111" y="9132"/>
                    <a:pt x="5111" y="9132"/>
                  </a:cubicBezTo>
                  <a:lnTo>
                    <a:pt x="5111" y="7225"/>
                  </a:lnTo>
                  <a:lnTo>
                    <a:pt x="6846" y="4881"/>
                  </a:lnTo>
                  <a:cubicBezTo>
                    <a:pt x="6866" y="4885"/>
                    <a:pt x="6886" y="4887"/>
                    <a:pt x="6906" y="4887"/>
                  </a:cubicBezTo>
                  <a:cubicBezTo>
                    <a:pt x="6986" y="4887"/>
                    <a:pt x="7067" y="4856"/>
                    <a:pt x="7127" y="4794"/>
                  </a:cubicBezTo>
                  <a:lnTo>
                    <a:pt x="7373" y="4547"/>
                  </a:lnTo>
                  <a:cubicBezTo>
                    <a:pt x="7498" y="4615"/>
                    <a:pt x="7629" y="4669"/>
                    <a:pt x="7765" y="4709"/>
                  </a:cubicBezTo>
                  <a:lnTo>
                    <a:pt x="7765" y="5060"/>
                  </a:lnTo>
                  <a:cubicBezTo>
                    <a:pt x="7765" y="5235"/>
                    <a:pt x="7907" y="5376"/>
                    <a:pt x="8080" y="5376"/>
                  </a:cubicBezTo>
                  <a:lnTo>
                    <a:pt x="8662" y="5376"/>
                  </a:lnTo>
                  <a:cubicBezTo>
                    <a:pt x="8836" y="5376"/>
                    <a:pt x="8977" y="5235"/>
                    <a:pt x="8977" y="5060"/>
                  </a:cubicBezTo>
                  <a:lnTo>
                    <a:pt x="8977" y="4714"/>
                  </a:lnTo>
                  <a:cubicBezTo>
                    <a:pt x="9112" y="4673"/>
                    <a:pt x="9243" y="4620"/>
                    <a:pt x="9368" y="4552"/>
                  </a:cubicBezTo>
                  <a:lnTo>
                    <a:pt x="9613" y="4797"/>
                  </a:lnTo>
                  <a:cubicBezTo>
                    <a:pt x="9674" y="4859"/>
                    <a:pt x="9754" y="4890"/>
                    <a:pt x="9835" y="4890"/>
                  </a:cubicBezTo>
                  <a:cubicBezTo>
                    <a:pt x="9916" y="4890"/>
                    <a:pt x="9997" y="4859"/>
                    <a:pt x="10059" y="4797"/>
                  </a:cubicBezTo>
                  <a:lnTo>
                    <a:pt x="10464" y="4392"/>
                  </a:lnTo>
                  <a:cubicBezTo>
                    <a:pt x="10586" y="4269"/>
                    <a:pt x="10586" y="4070"/>
                    <a:pt x="10464" y="3949"/>
                  </a:cubicBezTo>
                  <a:lnTo>
                    <a:pt x="10218" y="3702"/>
                  </a:lnTo>
                  <a:cubicBezTo>
                    <a:pt x="10285" y="3578"/>
                    <a:pt x="10340" y="3447"/>
                    <a:pt x="10380" y="3312"/>
                  </a:cubicBezTo>
                  <a:lnTo>
                    <a:pt x="10728" y="3312"/>
                  </a:lnTo>
                  <a:cubicBezTo>
                    <a:pt x="10902" y="3312"/>
                    <a:pt x="11043" y="3170"/>
                    <a:pt x="11043" y="2997"/>
                  </a:cubicBezTo>
                  <a:lnTo>
                    <a:pt x="11043" y="2380"/>
                  </a:lnTo>
                  <a:cubicBezTo>
                    <a:pt x="11042" y="2204"/>
                    <a:pt x="10902" y="2063"/>
                    <a:pt x="10729" y="2063"/>
                  </a:cubicBezTo>
                  <a:lnTo>
                    <a:pt x="10380" y="2063"/>
                  </a:lnTo>
                  <a:cubicBezTo>
                    <a:pt x="10341" y="1928"/>
                    <a:pt x="10286" y="1797"/>
                    <a:pt x="10218" y="1674"/>
                  </a:cubicBezTo>
                  <a:lnTo>
                    <a:pt x="10464" y="1427"/>
                  </a:lnTo>
                  <a:cubicBezTo>
                    <a:pt x="10523" y="1368"/>
                    <a:pt x="10556" y="1289"/>
                    <a:pt x="10556" y="1206"/>
                  </a:cubicBezTo>
                  <a:cubicBezTo>
                    <a:pt x="10556" y="1122"/>
                    <a:pt x="10523" y="1043"/>
                    <a:pt x="10464" y="985"/>
                  </a:cubicBezTo>
                  <a:lnTo>
                    <a:pt x="10059" y="579"/>
                  </a:lnTo>
                  <a:cubicBezTo>
                    <a:pt x="9997" y="517"/>
                    <a:pt x="9916" y="487"/>
                    <a:pt x="9836" y="487"/>
                  </a:cubicBezTo>
                  <a:cubicBezTo>
                    <a:pt x="9755" y="487"/>
                    <a:pt x="9675" y="517"/>
                    <a:pt x="9613" y="579"/>
                  </a:cubicBezTo>
                  <a:lnTo>
                    <a:pt x="9368" y="823"/>
                  </a:lnTo>
                  <a:cubicBezTo>
                    <a:pt x="9243" y="757"/>
                    <a:pt x="9112" y="702"/>
                    <a:pt x="8977" y="661"/>
                  </a:cubicBezTo>
                  <a:lnTo>
                    <a:pt x="8977" y="315"/>
                  </a:lnTo>
                  <a:cubicBezTo>
                    <a:pt x="8977" y="141"/>
                    <a:pt x="8836" y="0"/>
                    <a:pt x="866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4" name="Google Shape;1784;p45"/>
            <p:cNvSpPr/>
            <p:nvPr/>
          </p:nvSpPr>
          <p:spPr>
            <a:xfrm>
              <a:off x="1008367" y="1531051"/>
              <a:ext cx="105169" cy="101039"/>
            </a:xfrm>
            <a:custGeom>
              <a:rect b="b" l="l" r="r" t="t"/>
              <a:pathLst>
                <a:path extrusionOk="0" h="2667" w="2776">
                  <a:moveTo>
                    <a:pt x="1005" y="1631"/>
                  </a:moveTo>
                  <a:cubicBezTo>
                    <a:pt x="1078" y="1631"/>
                    <a:pt x="1138" y="1692"/>
                    <a:pt x="1138" y="1765"/>
                  </a:cubicBezTo>
                  <a:lnTo>
                    <a:pt x="1138" y="2008"/>
                  </a:lnTo>
                  <a:lnTo>
                    <a:pt x="1137" y="2008"/>
                  </a:lnTo>
                  <a:cubicBezTo>
                    <a:pt x="1137" y="2095"/>
                    <a:pt x="1107" y="2174"/>
                    <a:pt x="1056" y="2237"/>
                  </a:cubicBezTo>
                  <a:cubicBezTo>
                    <a:pt x="913" y="2191"/>
                    <a:pt x="782" y="2111"/>
                    <a:pt x="672" y="2000"/>
                  </a:cubicBezTo>
                  <a:cubicBezTo>
                    <a:pt x="566" y="1894"/>
                    <a:pt x="488" y="1768"/>
                    <a:pt x="442" y="1631"/>
                  </a:cubicBezTo>
                  <a:close/>
                  <a:moveTo>
                    <a:pt x="1344" y="361"/>
                  </a:moveTo>
                  <a:cubicBezTo>
                    <a:pt x="1605" y="361"/>
                    <a:pt x="1865" y="471"/>
                    <a:pt x="2044" y="660"/>
                  </a:cubicBezTo>
                  <a:cubicBezTo>
                    <a:pt x="2305" y="930"/>
                    <a:pt x="2375" y="1322"/>
                    <a:pt x="2233" y="1682"/>
                  </a:cubicBezTo>
                  <a:cubicBezTo>
                    <a:pt x="2096" y="2024"/>
                    <a:pt x="1798" y="2252"/>
                    <a:pt x="1446" y="2286"/>
                  </a:cubicBezTo>
                  <a:cubicBezTo>
                    <a:pt x="1478" y="2203"/>
                    <a:pt x="1497" y="2111"/>
                    <a:pt x="1497" y="2016"/>
                  </a:cubicBezTo>
                  <a:lnTo>
                    <a:pt x="1497" y="1773"/>
                  </a:lnTo>
                  <a:cubicBezTo>
                    <a:pt x="1497" y="1498"/>
                    <a:pt x="1273" y="1273"/>
                    <a:pt x="996" y="1273"/>
                  </a:cubicBezTo>
                  <a:lnTo>
                    <a:pt x="383" y="1273"/>
                  </a:lnTo>
                  <a:cubicBezTo>
                    <a:pt x="409" y="787"/>
                    <a:pt x="810" y="388"/>
                    <a:pt x="1295" y="362"/>
                  </a:cubicBezTo>
                  <a:cubicBezTo>
                    <a:pt x="1311" y="362"/>
                    <a:pt x="1328" y="361"/>
                    <a:pt x="1344" y="361"/>
                  </a:cubicBezTo>
                  <a:close/>
                  <a:moveTo>
                    <a:pt x="1350" y="0"/>
                  </a:moveTo>
                  <a:cubicBezTo>
                    <a:pt x="1327" y="0"/>
                    <a:pt x="1304" y="1"/>
                    <a:pt x="1282" y="2"/>
                  </a:cubicBezTo>
                  <a:cubicBezTo>
                    <a:pt x="607" y="37"/>
                    <a:pt x="53" y="592"/>
                    <a:pt x="19" y="1265"/>
                  </a:cubicBezTo>
                  <a:cubicBezTo>
                    <a:pt x="1" y="1642"/>
                    <a:pt x="142" y="2011"/>
                    <a:pt x="408" y="2276"/>
                  </a:cubicBezTo>
                  <a:cubicBezTo>
                    <a:pt x="658" y="2526"/>
                    <a:pt x="1000" y="2667"/>
                    <a:pt x="1353" y="2667"/>
                  </a:cubicBezTo>
                  <a:cubicBezTo>
                    <a:pt x="1895" y="2667"/>
                    <a:pt x="2378" y="2326"/>
                    <a:pt x="2577" y="1825"/>
                  </a:cubicBezTo>
                  <a:cubicBezTo>
                    <a:pt x="2775" y="1330"/>
                    <a:pt x="2675" y="788"/>
                    <a:pt x="2315" y="412"/>
                  </a:cubicBezTo>
                  <a:cubicBezTo>
                    <a:pt x="2063" y="149"/>
                    <a:pt x="1714" y="0"/>
                    <a:pt x="135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85" name="Google Shape;1785;p45"/>
          <p:cNvGrpSpPr/>
          <p:nvPr/>
        </p:nvGrpSpPr>
        <p:grpSpPr>
          <a:xfrm>
            <a:off x="817835" y="1319890"/>
            <a:ext cx="341227" cy="289621"/>
            <a:chOff x="7952725" y="749256"/>
            <a:chExt cx="476707" cy="404612"/>
          </a:xfrm>
        </p:grpSpPr>
        <p:sp>
          <p:nvSpPr>
            <p:cNvPr id="1786" name="Google Shape;1786;p45"/>
            <p:cNvSpPr/>
            <p:nvPr/>
          </p:nvSpPr>
          <p:spPr>
            <a:xfrm>
              <a:off x="8164957" y="779147"/>
              <a:ext cx="52243" cy="21367"/>
            </a:xfrm>
            <a:custGeom>
              <a:rect b="b" l="l" r="r" t="t"/>
              <a:pathLst>
                <a:path extrusionOk="0" h="564" w="1379">
                  <a:moveTo>
                    <a:pt x="684" y="1"/>
                  </a:moveTo>
                  <a:cubicBezTo>
                    <a:pt x="461" y="1"/>
                    <a:pt x="248" y="81"/>
                    <a:pt x="82" y="229"/>
                  </a:cubicBezTo>
                  <a:cubicBezTo>
                    <a:pt x="7" y="297"/>
                    <a:pt x="0" y="414"/>
                    <a:pt x="68" y="490"/>
                  </a:cubicBezTo>
                  <a:cubicBezTo>
                    <a:pt x="105" y="531"/>
                    <a:pt x="155" y="552"/>
                    <a:pt x="206" y="552"/>
                  </a:cubicBezTo>
                  <a:cubicBezTo>
                    <a:pt x="249" y="552"/>
                    <a:pt x="293" y="536"/>
                    <a:pt x="328" y="505"/>
                  </a:cubicBezTo>
                  <a:cubicBezTo>
                    <a:pt x="427" y="417"/>
                    <a:pt x="552" y="369"/>
                    <a:pt x="683" y="369"/>
                  </a:cubicBezTo>
                  <a:cubicBezTo>
                    <a:pt x="819" y="369"/>
                    <a:pt x="949" y="421"/>
                    <a:pt x="1049" y="514"/>
                  </a:cubicBezTo>
                  <a:cubicBezTo>
                    <a:pt x="1084" y="547"/>
                    <a:pt x="1129" y="563"/>
                    <a:pt x="1174" y="563"/>
                  </a:cubicBezTo>
                  <a:cubicBezTo>
                    <a:pt x="1223" y="563"/>
                    <a:pt x="1273" y="543"/>
                    <a:pt x="1310" y="506"/>
                  </a:cubicBezTo>
                  <a:cubicBezTo>
                    <a:pt x="1379" y="431"/>
                    <a:pt x="1374" y="315"/>
                    <a:pt x="1301" y="246"/>
                  </a:cubicBezTo>
                  <a:cubicBezTo>
                    <a:pt x="1134" y="89"/>
                    <a:pt x="915" y="1"/>
                    <a:pt x="68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7" name="Google Shape;1787;p45"/>
            <p:cNvSpPr/>
            <p:nvPr/>
          </p:nvSpPr>
          <p:spPr>
            <a:xfrm>
              <a:off x="8144386" y="749256"/>
              <a:ext cx="93424" cy="29588"/>
            </a:xfrm>
            <a:custGeom>
              <a:rect b="b" l="l" r="r" t="t"/>
              <a:pathLst>
                <a:path extrusionOk="0" h="781" w="2466">
                  <a:moveTo>
                    <a:pt x="1220" y="0"/>
                  </a:moveTo>
                  <a:cubicBezTo>
                    <a:pt x="800" y="0"/>
                    <a:pt x="397" y="155"/>
                    <a:pt x="84" y="434"/>
                  </a:cubicBezTo>
                  <a:cubicBezTo>
                    <a:pt x="7" y="502"/>
                    <a:pt x="1" y="618"/>
                    <a:pt x="69" y="694"/>
                  </a:cubicBezTo>
                  <a:cubicBezTo>
                    <a:pt x="104" y="734"/>
                    <a:pt x="154" y="755"/>
                    <a:pt x="204" y="755"/>
                  </a:cubicBezTo>
                  <a:cubicBezTo>
                    <a:pt x="248" y="755"/>
                    <a:pt x="291" y="739"/>
                    <a:pt x="327" y="708"/>
                  </a:cubicBezTo>
                  <a:cubicBezTo>
                    <a:pt x="572" y="490"/>
                    <a:pt x="889" y="368"/>
                    <a:pt x="1219" y="368"/>
                  </a:cubicBezTo>
                  <a:cubicBezTo>
                    <a:pt x="1560" y="368"/>
                    <a:pt x="1885" y="497"/>
                    <a:pt x="2135" y="730"/>
                  </a:cubicBezTo>
                  <a:cubicBezTo>
                    <a:pt x="2170" y="765"/>
                    <a:pt x="2216" y="780"/>
                    <a:pt x="2261" y="780"/>
                  </a:cubicBezTo>
                  <a:cubicBezTo>
                    <a:pt x="2310" y="780"/>
                    <a:pt x="2358" y="760"/>
                    <a:pt x="2395" y="723"/>
                  </a:cubicBezTo>
                  <a:cubicBezTo>
                    <a:pt x="2465" y="648"/>
                    <a:pt x="2461" y="532"/>
                    <a:pt x="2388" y="462"/>
                  </a:cubicBezTo>
                  <a:cubicBezTo>
                    <a:pt x="2069" y="163"/>
                    <a:pt x="1655" y="0"/>
                    <a:pt x="122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8" name="Google Shape;1788;p45"/>
            <p:cNvSpPr/>
            <p:nvPr/>
          </p:nvSpPr>
          <p:spPr>
            <a:xfrm>
              <a:off x="8006333" y="846052"/>
              <a:ext cx="368659" cy="229659"/>
            </a:xfrm>
            <a:custGeom>
              <a:rect b="b" l="l" r="r" t="t"/>
              <a:pathLst>
                <a:path extrusionOk="0" h="6062" w="9731">
                  <a:moveTo>
                    <a:pt x="9257" y="363"/>
                  </a:moveTo>
                  <a:cubicBezTo>
                    <a:pt x="9319" y="363"/>
                    <a:pt x="9372" y="414"/>
                    <a:pt x="9372" y="478"/>
                  </a:cubicBezTo>
                  <a:lnTo>
                    <a:pt x="9372" y="5555"/>
                  </a:lnTo>
                  <a:cubicBezTo>
                    <a:pt x="9370" y="5618"/>
                    <a:pt x="9319" y="5670"/>
                    <a:pt x="9257" y="5670"/>
                  </a:cubicBezTo>
                  <a:lnTo>
                    <a:pt x="476" y="5670"/>
                  </a:lnTo>
                  <a:cubicBezTo>
                    <a:pt x="413" y="5670"/>
                    <a:pt x="361" y="5619"/>
                    <a:pt x="361" y="5556"/>
                  </a:cubicBezTo>
                  <a:lnTo>
                    <a:pt x="361" y="477"/>
                  </a:lnTo>
                  <a:cubicBezTo>
                    <a:pt x="361" y="414"/>
                    <a:pt x="413" y="363"/>
                    <a:pt x="476" y="363"/>
                  </a:cubicBezTo>
                  <a:close/>
                  <a:moveTo>
                    <a:pt x="483" y="1"/>
                  </a:moveTo>
                  <a:cubicBezTo>
                    <a:pt x="216" y="1"/>
                    <a:pt x="0" y="216"/>
                    <a:pt x="0" y="483"/>
                  </a:cubicBezTo>
                  <a:lnTo>
                    <a:pt x="0" y="5579"/>
                  </a:lnTo>
                  <a:cubicBezTo>
                    <a:pt x="0" y="5846"/>
                    <a:pt x="216" y="6062"/>
                    <a:pt x="483" y="6062"/>
                  </a:cubicBezTo>
                  <a:lnTo>
                    <a:pt x="9248" y="6062"/>
                  </a:lnTo>
                  <a:cubicBezTo>
                    <a:pt x="9515" y="6062"/>
                    <a:pt x="9731" y="5846"/>
                    <a:pt x="9731" y="5579"/>
                  </a:cubicBezTo>
                  <a:lnTo>
                    <a:pt x="9731" y="484"/>
                  </a:lnTo>
                  <a:cubicBezTo>
                    <a:pt x="9730" y="217"/>
                    <a:pt x="9514" y="1"/>
                    <a:pt x="924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9" name="Google Shape;1789;p45"/>
            <p:cNvSpPr/>
            <p:nvPr/>
          </p:nvSpPr>
          <p:spPr>
            <a:xfrm>
              <a:off x="7952725" y="812524"/>
              <a:ext cx="476707" cy="341344"/>
            </a:xfrm>
            <a:custGeom>
              <a:rect b="b" l="l" r="r" t="t"/>
              <a:pathLst>
                <a:path extrusionOk="0" h="9010" w="12583">
                  <a:moveTo>
                    <a:pt x="7411" y="7799"/>
                  </a:moveTo>
                  <a:lnTo>
                    <a:pt x="7411" y="7846"/>
                  </a:lnTo>
                  <a:cubicBezTo>
                    <a:pt x="7411" y="7948"/>
                    <a:pt x="7330" y="8029"/>
                    <a:pt x="7229" y="8029"/>
                  </a:cubicBezTo>
                  <a:lnTo>
                    <a:pt x="5364" y="8029"/>
                  </a:lnTo>
                  <a:cubicBezTo>
                    <a:pt x="5263" y="8029"/>
                    <a:pt x="5181" y="7948"/>
                    <a:pt x="5181" y="7846"/>
                  </a:cubicBezTo>
                  <a:lnTo>
                    <a:pt x="5181" y="7799"/>
                  </a:lnTo>
                  <a:close/>
                  <a:moveTo>
                    <a:pt x="12062" y="7798"/>
                  </a:moveTo>
                  <a:cubicBezTo>
                    <a:pt x="12128" y="7798"/>
                    <a:pt x="12182" y="7852"/>
                    <a:pt x="12182" y="7918"/>
                  </a:cubicBezTo>
                  <a:cubicBezTo>
                    <a:pt x="12185" y="8304"/>
                    <a:pt x="11871" y="8618"/>
                    <a:pt x="11484" y="8618"/>
                  </a:cubicBezTo>
                  <a:lnTo>
                    <a:pt x="1120" y="8618"/>
                  </a:lnTo>
                  <a:cubicBezTo>
                    <a:pt x="733" y="8618"/>
                    <a:pt x="419" y="8304"/>
                    <a:pt x="419" y="7918"/>
                  </a:cubicBezTo>
                  <a:cubicBezTo>
                    <a:pt x="419" y="7852"/>
                    <a:pt x="472" y="7798"/>
                    <a:pt x="538" y="7798"/>
                  </a:cubicBezTo>
                  <a:lnTo>
                    <a:pt x="4820" y="7798"/>
                  </a:lnTo>
                  <a:lnTo>
                    <a:pt x="4820" y="7837"/>
                  </a:lnTo>
                  <a:cubicBezTo>
                    <a:pt x="4820" y="8141"/>
                    <a:pt x="5066" y="8387"/>
                    <a:pt x="5370" y="8387"/>
                  </a:cubicBezTo>
                  <a:lnTo>
                    <a:pt x="7218" y="8387"/>
                  </a:lnTo>
                  <a:cubicBezTo>
                    <a:pt x="7522" y="8387"/>
                    <a:pt x="7768" y="8141"/>
                    <a:pt x="7768" y="7837"/>
                  </a:cubicBezTo>
                  <a:lnTo>
                    <a:pt x="7768" y="7798"/>
                  </a:lnTo>
                  <a:close/>
                  <a:moveTo>
                    <a:pt x="1466" y="1"/>
                  </a:moveTo>
                  <a:cubicBezTo>
                    <a:pt x="1004" y="1"/>
                    <a:pt x="628" y="374"/>
                    <a:pt x="628" y="838"/>
                  </a:cubicBezTo>
                  <a:lnTo>
                    <a:pt x="628" y="6968"/>
                  </a:lnTo>
                  <a:cubicBezTo>
                    <a:pt x="628" y="7142"/>
                    <a:pt x="682" y="7303"/>
                    <a:pt x="772" y="7438"/>
                  </a:cubicBezTo>
                  <a:lnTo>
                    <a:pt x="488" y="7438"/>
                  </a:lnTo>
                  <a:cubicBezTo>
                    <a:pt x="488" y="7438"/>
                    <a:pt x="0" y="7654"/>
                    <a:pt x="0" y="7923"/>
                  </a:cubicBezTo>
                  <a:cubicBezTo>
                    <a:pt x="0" y="8515"/>
                    <a:pt x="482" y="8996"/>
                    <a:pt x="1074" y="9010"/>
                  </a:cubicBezTo>
                  <a:lnTo>
                    <a:pt x="11509" y="9010"/>
                  </a:lnTo>
                  <a:cubicBezTo>
                    <a:pt x="12101" y="8996"/>
                    <a:pt x="12583" y="8515"/>
                    <a:pt x="12583" y="7923"/>
                  </a:cubicBezTo>
                  <a:cubicBezTo>
                    <a:pt x="12583" y="7653"/>
                    <a:pt x="12364" y="7434"/>
                    <a:pt x="12094" y="7434"/>
                  </a:cubicBezTo>
                  <a:lnTo>
                    <a:pt x="12094" y="7438"/>
                  </a:lnTo>
                  <a:lnTo>
                    <a:pt x="11803" y="7438"/>
                  </a:lnTo>
                  <a:cubicBezTo>
                    <a:pt x="11893" y="7301"/>
                    <a:pt x="11946" y="7139"/>
                    <a:pt x="11934" y="6965"/>
                  </a:cubicBezTo>
                  <a:lnTo>
                    <a:pt x="11934" y="6067"/>
                  </a:lnTo>
                  <a:cubicBezTo>
                    <a:pt x="11947" y="5965"/>
                    <a:pt x="11865" y="5883"/>
                    <a:pt x="11763" y="5883"/>
                  </a:cubicBezTo>
                  <a:cubicBezTo>
                    <a:pt x="11661" y="5883"/>
                    <a:pt x="11573" y="6067"/>
                    <a:pt x="11573" y="6067"/>
                  </a:cubicBezTo>
                  <a:lnTo>
                    <a:pt x="11573" y="6970"/>
                  </a:lnTo>
                  <a:cubicBezTo>
                    <a:pt x="11573" y="7228"/>
                    <a:pt x="11364" y="7438"/>
                    <a:pt x="11104" y="7438"/>
                  </a:cubicBezTo>
                  <a:lnTo>
                    <a:pt x="1460" y="7438"/>
                  </a:lnTo>
                  <a:cubicBezTo>
                    <a:pt x="1200" y="7438"/>
                    <a:pt x="991" y="7228"/>
                    <a:pt x="991" y="6970"/>
                  </a:cubicBezTo>
                  <a:lnTo>
                    <a:pt x="991" y="864"/>
                  </a:lnTo>
                  <a:cubicBezTo>
                    <a:pt x="991" y="604"/>
                    <a:pt x="1200" y="394"/>
                    <a:pt x="1460" y="394"/>
                  </a:cubicBezTo>
                  <a:lnTo>
                    <a:pt x="11382" y="394"/>
                  </a:lnTo>
                  <a:cubicBezTo>
                    <a:pt x="11488" y="394"/>
                    <a:pt x="11573" y="479"/>
                    <a:pt x="11573" y="586"/>
                  </a:cubicBezTo>
                  <a:lnTo>
                    <a:pt x="11573" y="5281"/>
                  </a:lnTo>
                  <a:cubicBezTo>
                    <a:pt x="11573" y="5304"/>
                    <a:pt x="11583" y="5325"/>
                    <a:pt x="11598" y="5339"/>
                  </a:cubicBezTo>
                  <a:cubicBezTo>
                    <a:pt x="11650" y="5388"/>
                    <a:pt x="11704" y="5408"/>
                    <a:pt x="11754" y="5408"/>
                  </a:cubicBezTo>
                  <a:cubicBezTo>
                    <a:pt x="11853" y="5408"/>
                    <a:pt x="11934" y="5326"/>
                    <a:pt x="11934" y="5224"/>
                  </a:cubicBezTo>
                  <a:lnTo>
                    <a:pt x="11934" y="838"/>
                  </a:lnTo>
                  <a:cubicBezTo>
                    <a:pt x="11934" y="377"/>
                    <a:pt x="11559" y="1"/>
                    <a:pt x="1109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0" name="Google Shape;1790;p45"/>
            <p:cNvSpPr/>
            <p:nvPr/>
          </p:nvSpPr>
          <p:spPr>
            <a:xfrm>
              <a:off x="8039747" y="885756"/>
              <a:ext cx="301716" cy="144266"/>
            </a:xfrm>
            <a:custGeom>
              <a:rect b="b" l="l" r="r" t="t"/>
              <a:pathLst>
                <a:path extrusionOk="0" h="3808" w="7964">
                  <a:moveTo>
                    <a:pt x="7603" y="1410"/>
                  </a:moveTo>
                  <a:lnTo>
                    <a:pt x="7603" y="2721"/>
                  </a:lnTo>
                  <a:lnTo>
                    <a:pt x="6998" y="2721"/>
                  </a:lnTo>
                  <a:cubicBezTo>
                    <a:pt x="6825" y="2721"/>
                    <a:pt x="6685" y="2860"/>
                    <a:pt x="6685" y="3033"/>
                  </a:cubicBezTo>
                  <a:lnTo>
                    <a:pt x="6685" y="3397"/>
                  </a:lnTo>
                  <a:lnTo>
                    <a:pt x="5885" y="2785"/>
                  </a:lnTo>
                  <a:cubicBezTo>
                    <a:pt x="5832" y="2743"/>
                    <a:pt x="5763" y="2721"/>
                    <a:pt x="5695" y="2721"/>
                  </a:cubicBezTo>
                  <a:lnTo>
                    <a:pt x="2917" y="2721"/>
                  </a:lnTo>
                  <a:lnTo>
                    <a:pt x="2917" y="1410"/>
                  </a:lnTo>
                  <a:close/>
                  <a:moveTo>
                    <a:pt x="313" y="1"/>
                  </a:moveTo>
                  <a:cubicBezTo>
                    <a:pt x="140" y="1"/>
                    <a:pt x="1" y="141"/>
                    <a:pt x="1" y="314"/>
                  </a:cubicBezTo>
                  <a:lnTo>
                    <a:pt x="1" y="1720"/>
                  </a:lnTo>
                  <a:cubicBezTo>
                    <a:pt x="1" y="1893"/>
                    <a:pt x="140" y="2033"/>
                    <a:pt x="313" y="2033"/>
                  </a:cubicBezTo>
                  <a:lnTo>
                    <a:pt x="918" y="2033"/>
                  </a:lnTo>
                  <a:lnTo>
                    <a:pt x="918" y="2436"/>
                  </a:lnTo>
                  <a:cubicBezTo>
                    <a:pt x="918" y="2552"/>
                    <a:pt x="977" y="2665"/>
                    <a:pt x="1080" y="2720"/>
                  </a:cubicBezTo>
                  <a:cubicBezTo>
                    <a:pt x="1128" y="2746"/>
                    <a:pt x="1181" y="2760"/>
                    <a:pt x="1234" y="2760"/>
                  </a:cubicBezTo>
                  <a:cubicBezTo>
                    <a:pt x="1302" y="2760"/>
                    <a:pt x="1369" y="2738"/>
                    <a:pt x="1424" y="2696"/>
                  </a:cubicBezTo>
                  <a:lnTo>
                    <a:pt x="2305" y="2032"/>
                  </a:lnTo>
                  <a:lnTo>
                    <a:pt x="2556" y="2032"/>
                  </a:lnTo>
                  <a:lnTo>
                    <a:pt x="2556" y="2767"/>
                  </a:lnTo>
                  <a:cubicBezTo>
                    <a:pt x="2556" y="2940"/>
                    <a:pt x="2696" y="3080"/>
                    <a:pt x="2869" y="3080"/>
                  </a:cubicBezTo>
                  <a:lnTo>
                    <a:pt x="5702" y="3080"/>
                  </a:lnTo>
                  <a:lnTo>
                    <a:pt x="6575" y="3743"/>
                  </a:lnTo>
                  <a:cubicBezTo>
                    <a:pt x="6632" y="3785"/>
                    <a:pt x="6697" y="3807"/>
                    <a:pt x="6765" y="3807"/>
                  </a:cubicBezTo>
                  <a:cubicBezTo>
                    <a:pt x="6817" y="3807"/>
                    <a:pt x="6872" y="3793"/>
                    <a:pt x="6920" y="3766"/>
                  </a:cubicBezTo>
                  <a:cubicBezTo>
                    <a:pt x="7020" y="3710"/>
                    <a:pt x="7078" y="3600"/>
                    <a:pt x="7078" y="3483"/>
                  </a:cubicBezTo>
                  <a:lnTo>
                    <a:pt x="7078" y="3080"/>
                  </a:lnTo>
                  <a:lnTo>
                    <a:pt x="7650" y="3080"/>
                  </a:lnTo>
                  <a:cubicBezTo>
                    <a:pt x="7823" y="3080"/>
                    <a:pt x="7963" y="2940"/>
                    <a:pt x="7963" y="2767"/>
                  </a:cubicBezTo>
                  <a:lnTo>
                    <a:pt x="7963" y="1360"/>
                  </a:lnTo>
                  <a:cubicBezTo>
                    <a:pt x="7964" y="1189"/>
                    <a:pt x="7825" y="1050"/>
                    <a:pt x="7653" y="1050"/>
                  </a:cubicBezTo>
                  <a:lnTo>
                    <a:pt x="5442" y="1050"/>
                  </a:lnTo>
                  <a:lnTo>
                    <a:pt x="5442" y="193"/>
                  </a:lnTo>
                  <a:cubicBezTo>
                    <a:pt x="5442" y="88"/>
                    <a:pt x="5356" y="1"/>
                    <a:pt x="5250" y="1"/>
                  </a:cubicBezTo>
                  <a:lnTo>
                    <a:pt x="2177" y="1"/>
                  </a:lnTo>
                  <a:cubicBezTo>
                    <a:pt x="2142" y="1"/>
                    <a:pt x="2107" y="17"/>
                    <a:pt x="2084" y="46"/>
                  </a:cubicBezTo>
                  <a:cubicBezTo>
                    <a:pt x="1968" y="196"/>
                    <a:pt x="2072" y="361"/>
                    <a:pt x="2214" y="361"/>
                  </a:cubicBezTo>
                  <a:lnTo>
                    <a:pt x="5080" y="361"/>
                  </a:lnTo>
                  <a:lnTo>
                    <a:pt x="5080" y="1050"/>
                  </a:lnTo>
                  <a:lnTo>
                    <a:pt x="2871" y="1050"/>
                  </a:lnTo>
                  <a:cubicBezTo>
                    <a:pt x="2698" y="1050"/>
                    <a:pt x="2558" y="1190"/>
                    <a:pt x="2558" y="1363"/>
                  </a:cubicBezTo>
                  <a:lnTo>
                    <a:pt x="2558" y="1672"/>
                  </a:lnTo>
                  <a:lnTo>
                    <a:pt x="2276" y="1672"/>
                  </a:lnTo>
                  <a:cubicBezTo>
                    <a:pt x="2208" y="1672"/>
                    <a:pt x="2140" y="1695"/>
                    <a:pt x="2085" y="1735"/>
                  </a:cubicBezTo>
                  <a:lnTo>
                    <a:pt x="1280" y="2347"/>
                  </a:lnTo>
                  <a:lnTo>
                    <a:pt x="1280" y="1985"/>
                  </a:lnTo>
                  <a:cubicBezTo>
                    <a:pt x="1280" y="1812"/>
                    <a:pt x="1139" y="1672"/>
                    <a:pt x="967" y="1672"/>
                  </a:cubicBezTo>
                  <a:lnTo>
                    <a:pt x="362" y="1672"/>
                  </a:lnTo>
                  <a:lnTo>
                    <a:pt x="362" y="361"/>
                  </a:lnTo>
                  <a:lnTo>
                    <a:pt x="1258" y="361"/>
                  </a:lnTo>
                  <a:cubicBezTo>
                    <a:pt x="1353" y="361"/>
                    <a:pt x="1438" y="292"/>
                    <a:pt x="1446" y="198"/>
                  </a:cubicBezTo>
                  <a:cubicBezTo>
                    <a:pt x="1455" y="90"/>
                    <a:pt x="1371" y="1"/>
                    <a:pt x="126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1" name="Google Shape;1791;p45"/>
          <p:cNvGrpSpPr/>
          <p:nvPr/>
        </p:nvGrpSpPr>
        <p:grpSpPr>
          <a:xfrm>
            <a:off x="6317588" y="3052879"/>
            <a:ext cx="341362" cy="327858"/>
            <a:chOff x="7163051" y="722585"/>
            <a:chExt cx="476896" cy="458030"/>
          </a:xfrm>
        </p:grpSpPr>
        <p:sp>
          <p:nvSpPr>
            <p:cNvPr id="1792" name="Google Shape;1792;p45"/>
            <p:cNvSpPr/>
            <p:nvPr/>
          </p:nvSpPr>
          <p:spPr>
            <a:xfrm>
              <a:off x="7163051" y="722585"/>
              <a:ext cx="476896" cy="458030"/>
            </a:xfrm>
            <a:custGeom>
              <a:rect b="b" l="l" r="r" t="t"/>
              <a:pathLst>
                <a:path extrusionOk="0" h="12090" w="12588">
                  <a:moveTo>
                    <a:pt x="10624" y="359"/>
                  </a:moveTo>
                  <a:cubicBezTo>
                    <a:pt x="10640" y="359"/>
                    <a:pt x="10653" y="373"/>
                    <a:pt x="10653" y="389"/>
                  </a:cubicBezTo>
                  <a:lnTo>
                    <a:pt x="10653" y="1014"/>
                  </a:lnTo>
                  <a:lnTo>
                    <a:pt x="1938" y="1014"/>
                  </a:lnTo>
                  <a:lnTo>
                    <a:pt x="1938" y="389"/>
                  </a:lnTo>
                  <a:cubicBezTo>
                    <a:pt x="1938" y="374"/>
                    <a:pt x="1952" y="359"/>
                    <a:pt x="1968" y="359"/>
                  </a:cubicBezTo>
                  <a:close/>
                  <a:moveTo>
                    <a:pt x="1577" y="2850"/>
                  </a:moveTo>
                  <a:lnTo>
                    <a:pt x="1577" y="8748"/>
                  </a:lnTo>
                  <a:lnTo>
                    <a:pt x="1217" y="8748"/>
                  </a:lnTo>
                  <a:lnTo>
                    <a:pt x="1217" y="2914"/>
                  </a:lnTo>
                  <a:cubicBezTo>
                    <a:pt x="1217" y="2878"/>
                    <a:pt x="1245" y="2850"/>
                    <a:pt x="1281" y="2850"/>
                  </a:cubicBezTo>
                  <a:close/>
                  <a:moveTo>
                    <a:pt x="10653" y="1408"/>
                  </a:moveTo>
                  <a:lnTo>
                    <a:pt x="10653" y="8748"/>
                  </a:lnTo>
                  <a:lnTo>
                    <a:pt x="1938" y="8748"/>
                  </a:lnTo>
                  <a:lnTo>
                    <a:pt x="1938" y="1408"/>
                  </a:lnTo>
                  <a:close/>
                  <a:moveTo>
                    <a:pt x="11942" y="1998"/>
                  </a:moveTo>
                  <a:cubicBezTo>
                    <a:pt x="12100" y="1998"/>
                    <a:pt x="12229" y="2126"/>
                    <a:pt x="12229" y="2285"/>
                  </a:cubicBezTo>
                  <a:lnTo>
                    <a:pt x="12229" y="8748"/>
                  </a:lnTo>
                  <a:lnTo>
                    <a:pt x="11734" y="8748"/>
                  </a:lnTo>
                  <a:lnTo>
                    <a:pt x="11734" y="4156"/>
                  </a:lnTo>
                  <a:cubicBezTo>
                    <a:pt x="11734" y="4069"/>
                    <a:pt x="11677" y="3988"/>
                    <a:pt x="11591" y="3971"/>
                  </a:cubicBezTo>
                  <a:cubicBezTo>
                    <a:pt x="11578" y="3968"/>
                    <a:pt x="11566" y="3967"/>
                    <a:pt x="11554" y="3967"/>
                  </a:cubicBezTo>
                  <a:cubicBezTo>
                    <a:pt x="11455" y="3967"/>
                    <a:pt x="11375" y="4050"/>
                    <a:pt x="11375" y="4151"/>
                  </a:cubicBezTo>
                  <a:lnTo>
                    <a:pt x="11375" y="8747"/>
                  </a:lnTo>
                  <a:lnTo>
                    <a:pt x="11015" y="8747"/>
                  </a:lnTo>
                  <a:lnTo>
                    <a:pt x="11015" y="2849"/>
                  </a:lnTo>
                  <a:lnTo>
                    <a:pt x="11312" y="2849"/>
                  </a:lnTo>
                  <a:cubicBezTo>
                    <a:pt x="11347" y="2849"/>
                    <a:pt x="11376" y="2877"/>
                    <a:pt x="11376" y="2913"/>
                  </a:cubicBezTo>
                  <a:lnTo>
                    <a:pt x="11376" y="3278"/>
                  </a:lnTo>
                  <a:cubicBezTo>
                    <a:pt x="11376" y="3365"/>
                    <a:pt x="11434" y="3446"/>
                    <a:pt x="11520" y="3464"/>
                  </a:cubicBezTo>
                  <a:cubicBezTo>
                    <a:pt x="11532" y="3466"/>
                    <a:pt x="11545" y="3468"/>
                    <a:pt x="11557" y="3468"/>
                  </a:cubicBezTo>
                  <a:cubicBezTo>
                    <a:pt x="11656" y="3468"/>
                    <a:pt x="11737" y="3384"/>
                    <a:pt x="11737" y="3283"/>
                  </a:cubicBezTo>
                  <a:lnTo>
                    <a:pt x="11737" y="2922"/>
                  </a:lnTo>
                  <a:cubicBezTo>
                    <a:pt x="11737" y="2683"/>
                    <a:pt x="11544" y="2489"/>
                    <a:pt x="11304" y="2489"/>
                  </a:cubicBezTo>
                  <a:lnTo>
                    <a:pt x="11016" y="2489"/>
                  </a:lnTo>
                  <a:lnTo>
                    <a:pt x="11016" y="1998"/>
                  </a:lnTo>
                  <a:close/>
                  <a:moveTo>
                    <a:pt x="12225" y="9108"/>
                  </a:moveTo>
                  <a:lnTo>
                    <a:pt x="12225" y="9674"/>
                  </a:lnTo>
                  <a:cubicBezTo>
                    <a:pt x="12225" y="9832"/>
                    <a:pt x="12098" y="9961"/>
                    <a:pt x="11941" y="9961"/>
                  </a:cubicBezTo>
                  <a:lnTo>
                    <a:pt x="651" y="9961"/>
                  </a:lnTo>
                  <a:cubicBezTo>
                    <a:pt x="493" y="9961"/>
                    <a:pt x="364" y="9832"/>
                    <a:pt x="364" y="9674"/>
                  </a:cubicBezTo>
                  <a:lnTo>
                    <a:pt x="364" y="9108"/>
                  </a:lnTo>
                  <a:close/>
                  <a:moveTo>
                    <a:pt x="7026" y="10320"/>
                  </a:moveTo>
                  <a:cubicBezTo>
                    <a:pt x="7076" y="10611"/>
                    <a:pt x="7197" y="11239"/>
                    <a:pt x="7409" y="11728"/>
                  </a:cubicBezTo>
                  <a:lnTo>
                    <a:pt x="5172" y="11728"/>
                  </a:lnTo>
                  <a:cubicBezTo>
                    <a:pt x="5382" y="11239"/>
                    <a:pt x="5505" y="10611"/>
                    <a:pt x="5553" y="10320"/>
                  </a:cubicBezTo>
                  <a:close/>
                  <a:moveTo>
                    <a:pt x="1976" y="0"/>
                  </a:moveTo>
                  <a:cubicBezTo>
                    <a:pt x="1817" y="0"/>
                    <a:pt x="1680" y="95"/>
                    <a:pt x="1617" y="229"/>
                  </a:cubicBezTo>
                  <a:cubicBezTo>
                    <a:pt x="1593" y="280"/>
                    <a:pt x="1579" y="337"/>
                    <a:pt x="1579" y="399"/>
                  </a:cubicBezTo>
                  <a:lnTo>
                    <a:pt x="1579" y="1639"/>
                  </a:lnTo>
                  <a:lnTo>
                    <a:pt x="198" y="1639"/>
                  </a:lnTo>
                  <a:cubicBezTo>
                    <a:pt x="92" y="1639"/>
                    <a:pt x="7" y="1725"/>
                    <a:pt x="7" y="1830"/>
                  </a:cubicBezTo>
                  <a:lnTo>
                    <a:pt x="7" y="7457"/>
                  </a:lnTo>
                  <a:cubicBezTo>
                    <a:pt x="7" y="7471"/>
                    <a:pt x="12" y="7485"/>
                    <a:pt x="22" y="7495"/>
                  </a:cubicBezTo>
                  <a:cubicBezTo>
                    <a:pt x="76" y="7551"/>
                    <a:pt x="134" y="7575"/>
                    <a:pt x="187" y="7575"/>
                  </a:cubicBezTo>
                  <a:cubicBezTo>
                    <a:pt x="286" y="7575"/>
                    <a:pt x="367" y="7492"/>
                    <a:pt x="367" y="7390"/>
                  </a:cubicBezTo>
                  <a:lnTo>
                    <a:pt x="367" y="2285"/>
                  </a:lnTo>
                  <a:cubicBezTo>
                    <a:pt x="367" y="2126"/>
                    <a:pt x="495" y="1998"/>
                    <a:pt x="653" y="1998"/>
                  </a:cubicBezTo>
                  <a:lnTo>
                    <a:pt x="1579" y="1998"/>
                  </a:lnTo>
                  <a:lnTo>
                    <a:pt x="1579" y="2489"/>
                  </a:lnTo>
                  <a:lnTo>
                    <a:pt x="1259" y="2489"/>
                  </a:lnTo>
                  <a:cubicBezTo>
                    <a:pt x="1019" y="2489"/>
                    <a:pt x="825" y="2683"/>
                    <a:pt x="825" y="2922"/>
                  </a:cubicBezTo>
                  <a:lnTo>
                    <a:pt x="825" y="8748"/>
                  </a:lnTo>
                  <a:lnTo>
                    <a:pt x="367" y="8748"/>
                  </a:lnTo>
                  <a:lnTo>
                    <a:pt x="367" y="8246"/>
                  </a:lnTo>
                  <a:cubicBezTo>
                    <a:pt x="367" y="8246"/>
                    <a:pt x="287" y="8062"/>
                    <a:pt x="185" y="8062"/>
                  </a:cubicBezTo>
                  <a:cubicBezTo>
                    <a:pt x="83" y="8062"/>
                    <a:pt x="1" y="8144"/>
                    <a:pt x="5" y="8246"/>
                  </a:cubicBezTo>
                  <a:lnTo>
                    <a:pt x="5" y="9674"/>
                  </a:lnTo>
                  <a:cubicBezTo>
                    <a:pt x="1" y="10030"/>
                    <a:pt x="285" y="10320"/>
                    <a:pt x="640" y="10320"/>
                  </a:cubicBezTo>
                  <a:cubicBezTo>
                    <a:pt x="645" y="10320"/>
                    <a:pt x="650" y="10320"/>
                    <a:pt x="655" y="10320"/>
                  </a:cubicBezTo>
                  <a:lnTo>
                    <a:pt x="5180" y="10320"/>
                  </a:lnTo>
                  <a:cubicBezTo>
                    <a:pt x="5120" y="10660"/>
                    <a:pt x="4764" y="11728"/>
                    <a:pt x="4764" y="11728"/>
                  </a:cubicBezTo>
                  <a:lnTo>
                    <a:pt x="3745" y="11728"/>
                  </a:lnTo>
                  <a:cubicBezTo>
                    <a:pt x="3657" y="11728"/>
                    <a:pt x="3575" y="11786"/>
                    <a:pt x="3559" y="11873"/>
                  </a:cubicBezTo>
                  <a:cubicBezTo>
                    <a:pt x="3536" y="11988"/>
                    <a:pt x="3626" y="12090"/>
                    <a:pt x="3739" y="12090"/>
                  </a:cubicBezTo>
                  <a:lnTo>
                    <a:pt x="8836" y="12090"/>
                  </a:lnTo>
                  <a:cubicBezTo>
                    <a:pt x="8932" y="12090"/>
                    <a:pt x="9016" y="12021"/>
                    <a:pt x="9026" y="11926"/>
                  </a:cubicBezTo>
                  <a:cubicBezTo>
                    <a:pt x="9035" y="11820"/>
                    <a:pt x="8949" y="11731"/>
                    <a:pt x="8843" y="11731"/>
                  </a:cubicBezTo>
                  <a:lnTo>
                    <a:pt x="7818" y="11731"/>
                  </a:lnTo>
                  <a:cubicBezTo>
                    <a:pt x="7598" y="11307"/>
                    <a:pt x="7462" y="10654"/>
                    <a:pt x="7405" y="10322"/>
                  </a:cubicBezTo>
                  <a:lnTo>
                    <a:pt x="11933" y="10322"/>
                  </a:lnTo>
                  <a:cubicBezTo>
                    <a:pt x="12295" y="10322"/>
                    <a:pt x="12588" y="10029"/>
                    <a:pt x="12588" y="9667"/>
                  </a:cubicBezTo>
                  <a:lnTo>
                    <a:pt x="12588" y="2294"/>
                  </a:lnTo>
                  <a:cubicBezTo>
                    <a:pt x="12586" y="1931"/>
                    <a:pt x="12292" y="1637"/>
                    <a:pt x="11932" y="1637"/>
                  </a:cubicBezTo>
                  <a:lnTo>
                    <a:pt x="11014" y="1637"/>
                  </a:lnTo>
                  <a:lnTo>
                    <a:pt x="11014" y="398"/>
                  </a:lnTo>
                  <a:cubicBezTo>
                    <a:pt x="11014" y="324"/>
                    <a:pt x="10993" y="255"/>
                    <a:pt x="10958" y="196"/>
                  </a:cubicBezTo>
                  <a:cubicBezTo>
                    <a:pt x="10889" y="79"/>
                    <a:pt x="10762" y="0"/>
                    <a:pt x="1061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3" name="Google Shape;1793;p45"/>
            <p:cNvSpPr/>
            <p:nvPr/>
          </p:nvSpPr>
          <p:spPr>
            <a:xfrm>
              <a:off x="7293678" y="846961"/>
              <a:ext cx="119451" cy="135439"/>
            </a:xfrm>
            <a:custGeom>
              <a:rect b="b" l="l" r="r" t="t"/>
              <a:pathLst>
                <a:path extrusionOk="0" h="3575" w="3153">
                  <a:moveTo>
                    <a:pt x="1786" y="367"/>
                  </a:moveTo>
                  <a:cubicBezTo>
                    <a:pt x="2070" y="367"/>
                    <a:pt x="2346" y="451"/>
                    <a:pt x="2580" y="609"/>
                  </a:cubicBezTo>
                  <a:cubicBezTo>
                    <a:pt x="2636" y="647"/>
                    <a:pt x="2649" y="716"/>
                    <a:pt x="2612" y="773"/>
                  </a:cubicBezTo>
                  <a:cubicBezTo>
                    <a:pt x="2589" y="806"/>
                    <a:pt x="2552" y="824"/>
                    <a:pt x="2513" y="824"/>
                  </a:cubicBezTo>
                  <a:cubicBezTo>
                    <a:pt x="2491" y="824"/>
                    <a:pt x="2468" y="818"/>
                    <a:pt x="2447" y="804"/>
                  </a:cubicBezTo>
                  <a:cubicBezTo>
                    <a:pt x="2252" y="672"/>
                    <a:pt x="2023" y="603"/>
                    <a:pt x="1786" y="603"/>
                  </a:cubicBezTo>
                  <a:cubicBezTo>
                    <a:pt x="1135" y="603"/>
                    <a:pt x="603" y="1134"/>
                    <a:pt x="603" y="1786"/>
                  </a:cubicBezTo>
                  <a:cubicBezTo>
                    <a:pt x="603" y="2438"/>
                    <a:pt x="1135" y="2970"/>
                    <a:pt x="1786" y="2970"/>
                  </a:cubicBezTo>
                  <a:cubicBezTo>
                    <a:pt x="2038" y="2970"/>
                    <a:pt x="2252" y="2892"/>
                    <a:pt x="2423" y="2741"/>
                  </a:cubicBezTo>
                  <a:cubicBezTo>
                    <a:pt x="2472" y="2696"/>
                    <a:pt x="2525" y="2609"/>
                    <a:pt x="2597" y="2601"/>
                  </a:cubicBezTo>
                  <a:cubicBezTo>
                    <a:pt x="2600" y="2601"/>
                    <a:pt x="2603" y="2601"/>
                    <a:pt x="2606" y="2601"/>
                  </a:cubicBezTo>
                  <a:cubicBezTo>
                    <a:pt x="2634" y="2601"/>
                    <a:pt x="2661" y="2610"/>
                    <a:pt x="2683" y="2630"/>
                  </a:cubicBezTo>
                  <a:cubicBezTo>
                    <a:pt x="2732" y="2671"/>
                    <a:pt x="2738" y="2746"/>
                    <a:pt x="2697" y="2795"/>
                  </a:cubicBezTo>
                  <a:cubicBezTo>
                    <a:pt x="2660" y="2839"/>
                    <a:pt x="2620" y="2879"/>
                    <a:pt x="2578" y="2918"/>
                  </a:cubicBezTo>
                  <a:cubicBezTo>
                    <a:pt x="2367" y="3106"/>
                    <a:pt x="2093" y="3206"/>
                    <a:pt x="1786" y="3206"/>
                  </a:cubicBezTo>
                  <a:cubicBezTo>
                    <a:pt x="1004" y="3206"/>
                    <a:pt x="367" y="2569"/>
                    <a:pt x="367" y="1786"/>
                  </a:cubicBezTo>
                  <a:cubicBezTo>
                    <a:pt x="367" y="1003"/>
                    <a:pt x="1004" y="367"/>
                    <a:pt x="1786" y="367"/>
                  </a:cubicBezTo>
                  <a:close/>
                  <a:moveTo>
                    <a:pt x="1787" y="1"/>
                  </a:moveTo>
                  <a:cubicBezTo>
                    <a:pt x="802" y="1"/>
                    <a:pt x="1" y="802"/>
                    <a:pt x="1" y="1787"/>
                  </a:cubicBezTo>
                  <a:cubicBezTo>
                    <a:pt x="1" y="2773"/>
                    <a:pt x="803" y="3574"/>
                    <a:pt x="1787" y="3574"/>
                  </a:cubicBezTo>
                  <a:cubicBezTo>
                    <a:pt x="2185" y="3574"/>
                    <a:pt x="2545" y="3442"/>
                    <a:pt x="2826" y="3193"/>
                  </a:cubicBezTo>
                  <a:cubicBezTo>
                    <a:pt x="2881" y="3145"/>
                    <a:pt x="2933" y="3091"/>
                    <a:pt x="2980" y="3034"/>
                  </a:cubicBezTo>
                  <a:cubicBezTo>
                    <a:pt x="3152" y="2826"/>
                    <a:pt x="3125" y="2520"/>
                    <a:pt x="2919" y="2348"/>
                  </a:cubicBezTo>
                  <a:cubicBezTo>
                    <a:pt x="2830" y="2273"/>
                    <a:pt x="2722" y="2234"/>
                    <a:pt x="2608" y="2234"/>
                  </a:cubicBezTo>
                  <a:cubicBezTo>
                    <a:pt x="2594" y="2234"/>
                    <a:pt x="2579" y="2234"/>
                    <a:pt x="2565" y="2236"/>
                  </a:cubicBezTo>
                  <a:cubicBezTo>
                    <a:pt x="2435" y="2248"/>
                    <a:pt x="2318" y="2308"/>
                    <a:pt x="2235" y="2408"/>
                  </a:cubicBezTo>
                  <a:cubicBezTo>
                    <a:pt x="2217" y="2428"/>
                    <a:pt x="2198" y="2448"/>
                    <a:pt x="2178" y="2467"/>
                  </a:cubicBezTo>
                  <a:cubicBezTo>
                    <a:pt x="2075" y="2557"/>
                    <a:pt x="1948" y="2601"/>
                    <a:pt x="1787" y="2601"/>
                  </a:cubicBezTo>
                  <a:cubicBezTo>
                    <a:pt x="1339" y="2601"/>
                    <a:pt x="974" y="2237"/>
                    <a:pt x="974" y="1787"/>
                  </a:cubicBezTo>
                  <a:cubicBezTo>
                    <a:pt x="974" y="1338"/>
                    <a:pt x="1339" y="973"/>
                    <a:pt x="1787" y="973"/>
                  </a:cubicBezTo>
                  <a:cubicBezTo>
                    <a:pt x="1952" y="973"/>
                    <a:pt x="2109" y="1022"/>
                    <a:pt x="2243" y="1112"/>
                  </a:cubicBezTo>
                  <a:cubicBezTo>
                    <a:pt x="2327" y="1168"/>
                    <a:pt x="2421" y="1195"/>
                    <a:pt x="2515" y="1195"/>
                  </a:cubicBezTo>
                  <a:cubicBezTo>
                    <a:pt x="2671" y="1195"/>
                    <a:pt x="2825" y="1120"/>
                    <a:pt x="2919" y="981"/>
                  </a:cubicBezTo>
                  <a:cubicBezTo>
                    <a:pt x="2992" y="873"/>
                    <a:pt x="3018" y="744"/>
                    <a:pt x="2994" y="615"/>
                  </a:cubicBezTo>
                  <a:cubicBezTo>
                    <a:pt x="2969" y="489"/>
                    <a:pt x="2897" y="378"/>
                    <a:pt x="2788" y="305"/>
                  </a:cubicBezTo>
                  <a:cubicBezTo>
                    <a:pt x="2492" y="105"/>
                    <a:pt x="2147" y="1"/>
                    <a:pt x="178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4" name="Google Shape;1794;p45"/>
            <p:cNvSpPr/>
            <p:nvPr/>
          </p:nvSpPr>
          <p:spPr>
            <a:xfrm>
              <a:off x="7414342" y="874428"/>
              <a:ext cx="95091" cy="107859"/>
            </a:xfrm>
            <a:custGeom>
              <a:rect b="b" l="l" r="r" t="t"/>
              <a:pathLst>
                <a:path extrusionOk="0" h="2847" w="2510">
                  <a:moveTo>
                    <a:pt x="1423" y="372"/>
                  </a:moveTo>
                  <a:cubicBezTo>
                    <a:pt x="1633" y="372"/>
                    <a:pt x="1838" y="435"/>
                    <a:pt x="2012" y="553"/>
                  </a:cubicBezTo>
                  <a:cubicBezTo>
                    <a:pt x="2063" y="587"/>
                    <a:pt x="2078" y="667"/>
                    <a:pt x="2043" y="717"/>
                  </a:cubicBezTo>
                  <a:cubicBezTo>
                    <a:pt x="2020" y="750"/>
                    <a:pt x="1983" y="769"/>
                    <a:pt x="1945" y="769"/>
                  </a:cubicBezTo>
                  <a:cubicBezTo>
                    <a:pt x="1922" y="769"/>
                    <a:pt x="1900" y="762"/>
                    <a:pt x="1880" y="748"/>
                  </a:cubicBezTo>
                  <a:cubicBezTo>
                    <a:pt x="1745" y="656"/>
                    <a:pt x="1586" y="608"/>
                    <a:pt x="1422" y="608"/>
                  </a:cubicBezTo>
                  <a:cubicBezTo>
                    <a:pt x="969" y="608"/>
                    <a:pt x="603" y="976"/>
                    <a:pt x="603" y="1428"/>
                  </a:cubicBezTo>
                  <a:cubicBezTo>
                    <a:pt x="603" y="1879"/>
                    <a:pt x="972" y="2246"/>
                    <a:pt x="1422" y="2246"/>
                  </a:cubicBezTo>
                  <a:cubicBezTo>
                    <a:pt x="1592" y="2246"/>
                    <a:pt x="1742" y="2192"/>
                    <a:pt x="1858" y="2090"/>
                  </a:cubicBezTo>
                  <a:cubicBezTo>
                    <a:pt x="1905" y="2047"/>
                    <a:pt x="1955" y="1980"/>
                    <a:pt x="2017" y="1980"/>
                  </a:cubicBezTo>
                  <a:cubicBezTo>
                    <a:pt x="2039" y="1980"/>
                    <a:pt x="2063" y="1988"/>
                    <a:pt x="2088" y="2009"/>
                  </a:cubicBezTo>
                  <a:cubicBezTo>
                    <a:pt x="2140" y="2051"/>
                    <a:pt x="2147" y="2121"/>
                    <a:pt x="2104" y="2174"/>
                  </a:cubicBezTo>
                  <a:cubicBezTo>
                    <a:pt x="2077" y="2206"/>
                    <a:pt x="2047" y="2237"/>
                    <a:pt x="2016" y="2264"/>
                  </a:cubicBezTo>
                  <a:cubicBezTo>
                    <a:pt x="1858" y="2405"/>
                    <a:pt x="1652" y="2480"/>
                    <a:pt x="1423" y="2480"/>
                  </a:cubicBezTo>
                  <a:cubicBezTo>
                    <a:pt x="842" y="2480"/>
                    <a:pt x="369" y="2007"/>
                    <a:pt x="369" y="1426"/>
                  </a:cubicBezTo>
                  <a:cubicBezTo>
                    <a:pt x="369" y="845"/>
                    <a:pt x="842" y="372"/>
                    <a:pt x="1423" y="372"/>
                  </a:cubicBezTo>
                  <a:close/>
                  <a:moveTo>
                    <a:pt x="1424" y="0"/>
                  </a:moveTo>
                  <a:cubicBezTo>
                    <a:pt x="640" y="0"/>
                    <a:pt x="1" y="639"/>
                    <a:pt x="1" y="1424"/>
                  </a:cubicBezTo>
                  <a:cubicBezTo>
                    <a:pt x="1" y="2207"/>
                    <a:pt x="640" y="2846"/>
                    <a:pt x="1424" y="2846"/>
                  </a:cubicBezTo>
                  <a:cubicBezTo>
                    <a:pt x="1795" y="2846"/>
                    <a:pt x="2148" y="2692"/>
                    <a:pt x="2387" y="2408"/>
                  </a:cubicBezTo>
                  <a:cubicBezTo>
                    <a:pt x="2470" y="2309"/>
                    <a:pt x="2509" y="2183"/>
                    <a:pt x="2498" y="2053"/>
                  </a:cubicBezTo>
                  <a:cubicBezTo>
                    <a:pt x="2487" y="1927"/>
                    <a:pt x="2425" y="1808"/>
                    <a:pt x="2326" y="1724"/>
                  </a:cubicBezTo>
                  <a:cubicBezTo>
                    <a:pt x="2237" y="1650"/>
                    <a:pt x="2127" y="1611"/>
                    <a:pt x="2013" y="1611"/>
                  </a:cubicBezTo>
                  <a:cubicBezTo>
                    <a:pt x="1999" y="1611"/>
                    <a:pt x="1986" y="1611"/>
                    <a:pt x="1972" y="1612"/>
                  </a:cubicBezTo>
                  <a:cubicBezTo>
                    <a:pt x="1842" y="1624"/>
                    <a:pt x="1726" y="1684"/>
                    <a:pt x="1642" y="1784"/>
                  </a:cubicBezTo>
                  <a:cubicBezTo>
                    <a:pt x="1586" y="1849"/>
                    <a:pt x="1508" y="1874"/>
                    <a:pt x="1424" y="1874"/>
                  </a:cubicBezTo>
                  <a:cubicBezTo>
                    <a:pt x="1175" y="1874"/>
                    <a:pt x="974" y="1672"/>
                    <a:pt x="974" y="1424"/>
                  </a:cubicBezTo>
                  <a:cubicBezTo>
                    <a:pt x="974" y="1175"/>
                    <a:pt x="1175" y="973"/>
                    <a:pt x="1424" y="973"/>
                  </a:cubicBezTo>
                  <a:cubicBezTo>
                    <a:pt x="1514" y="973"/>
                    <a:pt x="1601" y="1000"/>
                    <a:pt x="1675" y="1051"/>
                  </a:cubicBezTo>
                  <a:cubicBezTo>
                    <a:pt x="1759" y="1107"/>
                    <a:pt x="1853" y="1134"/>
                    <a:pt x="1947" y="1134"/>
                  </a:cubicBezTo>
                  <a:cubicBezTo>
                    <a:pt x="2103" y="1134"/>
                    <a:pt x="2257" y="1059"/>
                    <a:pt x="2351" y="920"/>
                  </a:cubicBezTo>
                  <a:cubicBezTo>
                    <a:pt x="2424" y="812"/>
                    <a:pt x="2450" y="682"/>
                    <a:pt x="2425" y="555"/>
                  </a:cubicBezTo>
                  <a:cubicBezTo>
                    <a:pt x="2401" y="428"/>
                    <a:pt x="2328" y="316"/>
                    <a:pt x="2220" y="244"/>
                  </a:cubicBezTo>
                  <a:cubicBezTo>
                    <a:pt x="1984" y="84"/>
                    <a:pt x="1710" y="0"/>
                    <a:pt x="142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5" name="Google Shape;1795;p45"/>
            <p:cNvSpPr/>
            <p:nvPr/>
          </p:nvSpPr>
          <p:spPr>
            <a:xfrm>
              <a:off x="7245072" y="792937"/>
              <a:ext cx="311756" cy="242805"/>
            </a:xfrm>
            <a:custGeom>
              <a:rect b="b" l="l" r="r" t="t"/>
              <a:pathLst>
                <a:path extrusionOk="0" h="6409" w="8229">
                  <a:moveTo>
                    <a:pt x="535" y="370"/>
                  </a:moveTo>
                  <a:cubicBezTo>
                    <a:pt x="611" y="370"/>
                    <a:pt x="672" y="431"/>
                    <a:pt x="672" y="507"/>
                  </a:cubicBezTo>
                  <a:cubicBezTo>
                    <a:pt x="672" y="585"/>
                    <a:pt x="611" y="644"/>
                    <a:pt x="535" y="644"/>
                  </a:cubicBezTo>
                  <a:cubicBezTo>
                    <a:pt x="459" y="644"/>
                    <a:pt x="398" y="584"/>
                    <a:pt x="398" y="507"/>
                  </a:cubicBezTo>
                  <a:cubicBezTo>
                    <a:pt x="398" y="431"/>
                    <a:pt x="459" y="370"/>
                    <a:pt x="535" y="370"/>
                  </a:cubicBezTo>
                  <a:close/>
                  <a:moveTo>
                    <a:pt x="7714" y="370"/>
                  </a:moveTo>
                  <a:cubicBezTo>
                    <a:pt x="7790" y="370"/>
                    <a:pt x="7852" y="431"/>
                    <a:pt x="7852" y="507"/>
                  </a:cubicBezTo>
                  <a:cubicBezTo>
                    <a:pt x="7852" y="585"/>
                    <a:pt x="7791" y="644"/>
                    <a:pt x="7714" y="644"/>
                  </a:cubicBezTo>
                  <a:cubicBezTo>
                    <a:pt x="7639" y="644"/>
                    <a:pt x="7577" y="584"/>
                    <a:pt x="7577" y="507"/>
                  </a:cubicBezTo>
                  <a:cubicBezTo>
                    <a:pt x="7577" y="431"/>
                    <a:pt x="7639" y="370"/>
                    <a:pt x="7714" y="370"/>
                  </a:cubicBezTo>
                  <a:close/>
                  <a:moveTo>
                    <a:pt x="4125" y="371"/>
                  </a:moveTo>
                  <a:cubicBezTo>
                    <a:pt x="4201" y="371"/>
                    <a:pt x="4262" y="433"/>
                    <a:pt x="4262" y="508"/>
                  </a:cubicBezTo>
                  <a:cubicBezTo>
                    <a:pt x="4262" y="585"/>
                    <a:pt x="4201" y="646"/>
                    <a:pt x="4125" y="646"/>
                  </a:cubicBezTo>
                  <a:cubicBezTo>
                    <a:pt x="4049" y="646"/>
                    <a:pt x="3987" y="585"/>
                    <a:pt x="3987" y="508"/>
                  </a:cubicBezTo>
                  <a:cubicBezTo>
                    <a:pt x="3987" y="433"/>
                    <a:pt x="4049" y="371"/>
                    <a:pt x="4125" y="371"/>
                  </a:cubicBezTo>
                  <a:close/>
                  <a:moveTo>
                    <a:pt x="535" y="3074"/>
                  </a:moveTo>
                  <a:cubicBezTo>
                    <a:pt x="611" y="3074"/>
                    <a:pt x="672" y="3136"/>
                    <a:pt x="672" y="3212"/>
                  </a:cubicBezTo>
                  <a:cubicBezTo>
                    <a:pt x="672" y="3288"/>
                    <a:pt x="611" y="3350"/>
                    <a:pt x="535" y="3350"/>
                  </a:cubicBezTo>
                  <a:cubicBezTo>
                    <a:pt x="459" y="3350"/>
                    <a:pt x="398" y="3288"/>
                    <a:pt x="398" y="3212"/>
                  </a:cubicBezTo>
                  <a:cubicBezTo>
                    <a:pt x="398" y="3136"/>
                    <a:pt x="459" y="3074"/>
                    <a:pt x="535" y="3074"/>
                  </a:cubicBezTo>
                  <a:close/>
                  <a:moveTo>
                    <a:pt x="7714" y="3074"/>
                  </a:moveTo>
                  <a:cubicBezTo>
                    <a:pt x="7790" y="3074"/>
                    <a:pt x="7852" y="3136"/>
                    <a:pt x="7852" y="3212"/>
                  </a:cubicBezTo>
                  <a:cubicBezTo>
                    <a:pt x="7852" y="3288"/>
                    <a:pt x="7791" y="3350"/>
                    <a:pt x="7714" y="3350"/>
                  </a:cubicBezTo>
                  <a:cubicBezTo>
                    <a:pt x="7639" y="3350"/>
                    <a:pt x="7577" y="3288"/>
                    <a:pt x="7577" y="3212"/>
                  </a:cubicBezTo>
                  <a:cubicBezTo>
                    <a:pt x="7577" y="3136"/>
                    <a:pt x="7639" y="3074"/>
                    <a:pt x="7714" y="3074"/>
                  </a:cubicBezTo>
                  <a:close/>
                  <a:moveTo>
                    <a:pt x="7267" y="729"/>
                  </a:moveTo>
                  <a:cubicBezTo>
                    <a:pt x="7325" y="852"/>
                    <a:pt x="7422" y="938"/>
                    <a:pt x="7537" y="981"/>
                  </a:cubicBezTo>
                  <a:lnTo>
                    <a:pt x="7537" y="2727"/>
                  </a:lnTo>
                  <a:lnTo>
                    <a:pt x="7542" y="2727"/>
                  </a:lnTo>
                  <a:lnTo>
                    <a:pt x="7542" y="2731"/>
                  </a:lnTo>
                  <a:cubicBezTo>
                    <a:pt x="7348" y="2809"/>
                    <a:pt x="7210" y="2995"/>
                    <a:pt x="7210" y="3212"/>
                  </a:cubicBezTo>
                  <a:cubicBezTo>
                    <a:pt x="7210" y="3429"/>
                    <a:pt x="7537" y="3686"/>
                    <a:pt x="7537" y="3686"/>
                  </a:cubicBezTo>
                  <a:lnTo>
                    <a:pt x="7537" y="5436"/>
                  </a:lnTo>
                  <a:cubicBezTo>
                    <a:pt x="7419" y="5480"/>
                    <a:pt x="7321" y="5567"/>
                    <a:pt x="7263" y="5678"/>
                  </a:cubicBezTo>
                  <a:lnTo>
                    <a:pt x="4563" y="5678"/>
                  </a:lnTo>
                  <a:cubicBezTo>
                    <a:pt x="4478" y="5517"/>
                    <a:pt x="4309" y="5405"/>
                    <a:pt x="4115" y="5405"/>
                  </a:cubicBezTo>
                  <a:cubicBezTo>
                    <a:pt x="3919" y="5405"/>
                    <a:pt x="3749" y="5517"/>
                    <a:pt x="3665" y="5678"/>
                  </a:cubicBezTo>
                  <a:lnTo>
                    <a:pt x="965" y="5678"/>
                  </a:lnTo>
                  <a:cubicBezTo>
                    <a:pt x="908" y="5567"/>
                    <a:pt x="810" y="5481"/>
                    <a:pt x="691" y="5436"/>
                  </a:cubicBezTo>
                  <a:lnTo>
                    <a:pt x="691" y="3680"/>
                  </a:lnTo>
                  <a:cubicBezTo>
                    <a:pt x="885" y="3608"/>
                    <a:pt x="1023" y="3423"/>
                    <a:pt x="1023" y="3204"/>
                  </a:cubicBezTo>
                  <a:cubicBezTo>
                    <a:pt x="1023" y="2985"/>
                    <a:pt x="885" y="2801"/>
                    <a:pt x="691" y="2729"/>
                  </a:cubicBezTo>
                  <a:lnTo>
                    <a:pt x="691" y="972"/>
                  </a:lnTo>
                  <a:cubicBezTo>
                    <a:pt x="810" y="928"/>
                    <a:pt x="908" y="841"/>
                    <a:pt x="965" y="729"/>
                  </a:cubicBezTo>
                  <a:lnTo>
                    <a:pt x="3677" y="729"/>
                  </a:lnTo>
                  <a:cubicBezTo>
                    <a:pt x="3677" y="729"/>
                    <a:pt x="3931" y="1013"/>
                    <a:pt x="4125" y="1013"/>
                  </a:cubicBezTo>
                  <a:cubicBezTo>
                    <a:pt x="4320" y="1013"/>
                    <a:pt x="4489" y="901"/>
                    <a:pt x="4573" y="729"/>
                  </a:cubicBezTo>
                  <a:close/>
                  <a:moveTo>
                    <a:pt x="535" y="5778"/>
                  </a:moveTo>
                  <a:cubicBezTo>
                    <a:pt x="611" y="5778"/>
                    <a:pt x="672" y="5839"/>
                    <a:pt x="672" y="5916"/>
                  </a:cubicBezTo>
                  <a:cubicBezTo>
                    <a:pt x="672" y="5991"/>
                    <a:pt x="611" y="6053"/>
                    <a:pt x="535" y="6053"/>
                  </a:cubicBezTo>
                  <a:cubicBezTo>
                    <a:pt x="459" y="6053"/>
                    <a:pt x="398" y="5991"/>
                    <a:pt x="398" y="5916"/>
                  </a:cubicBezTo>
                  <a:cubicBezTo>
                    <a:pt x="398" y="5839"/>
                    <a:pt x="459" y="5778"/>
                    <a:pt x="535" y="5778"/>
                  </a:cubicBezTo>
                  <a:close/>
                  <a:moveTo>
                    <a:pt x="4125" y="5778"/>
                  </a:moveTo>
                  <a:cubicBezTo>
                    <a:pt x="4201" y="5778"/>
                    <a:pt x="4262" y="5839"/>
                    <a:pt x="4262" y="5916"/>
                  </a:cubicBezTo>
                  <a:cubicBezTo>
                    <a:pt x="4262" y="5991"/>
                    <a:pt x="4201" y="6053"/>
                    <a:pt x="4125" y="6053"/>
                  </a:cubicBezTo>
                  <a:cubicBezTo>
                    <a:pt x="4049" y="6053"/>
                    <a:pt x="3987" y="5991"/>
                    <a:pt x="3987" y="5916"/>
                  </a:cubicBezTo>
                  <a:cubicBezTo>
                    <a:pt x="3987" y="5839"/>
                    <a:pt x="4049" y="5778"/>
                    <a:pt x="4125" y="5778"/>
                  </a:cubicBezTo>
                  <a:close/>
                  <a:moveTo>
                    <a:pt x="7714" y="5778"/>
                  </a:moveTo>
                  <a:cubicBezTo>
                    <a:pt x="7790" y="5778"/>
                    <a:pt x="7852" y="5839"/>
                    <a:pt x="7852" y="5916"/>
                  </a:cubicBezTo>
                  <a:cubicBezTo>
                    <a:pt x="7852" y="5991"/>
                    <a:pt x="7791" y="6053"/>
                    <a:pt x="7714" y="6053"/>
                  </a:cubicBezTo>
                  <a:cubicBezTo>
                    <a:pt x="7639" y="6053"/>
                    <a:pt x="7577" y="5991"/>
                    <a:pt x="7577" y="5916"/>
                  </a:cubicBezTo>
                  <a:cubicBezTo>
                    <a:pt x="7577" y="5839"/>
                    <a:pt x="7639" y="5778"/>
                    <a:pt x="7714" y="5778"/>
                  </a:cubicBezTo>
                  <a:close/>
                  <a:moveTo>
                    <a:pt x="4115" y="0"/>
                  </a:moveTo>
                  <a:cubicBezTo>
                    <a:pt x="3882" y="0"/>
                    <a:pt x="3687" y="157"/>
                    <a:pt x="3627" y="370"/>
                  </a:cubicBezTo>
                  <a:lnTo>
                    <a:pt x="1011" y="370"/>
                  </a:lnTo>
                  <a:cubicBezTo>
                    <a:pt x="953" y="157"/>
                    <a:pt x="756" y="1"/>
                    <a:pt x="525" y="1"/>
                  </a:cubicBezTo>
                  <a:cubicBezTo>
                    <a:pt x="505" y="1"/>
                    <a:pt x="484" y="2"/>
                    <a:pt x="463" y="4"/>
                  </a:cubicBezTo>
                  <a:cubicBezTo>
                    <a:pt x="230" y="32"/>
                    <a:pt x="43" y="224"/>
                    <a:pt x="22" y="459"/>
                  </a:cubicBezTo>
                  <a:cubicBezTo>
                    <a:pt x="1" y="688"/>
                    <a:pt x="135" y="889"/>
                    <a:pt x="331" y="972"/>
                  </a:cubicBezTo>
                  <a:lnTo>
                    <a:pt x="331" y="2739"/>
                  </a:lnTo>
                  <a:cubicBezTo>
                    <a:pt x="148" y="2815"/>
                    <a:pt x="20" y="2996"/>
                    <a:pt x="20" y="3205"/>
                  </a:cubicBezTo>
                  <a:cubicBezTo>
                    <a:pt x="20" y="3415"/>
                    <a:pt x="147" y="3596"/>
                    <a:pt x="331" y="3671"/>
                  </a:cubicBezTo>
                  <a:lnTo>
                    <a:pt x="331" y="5439"/>
                  </a:lnTo>
                  <a:cubicBezTo>
                    <a:pt x="135" y="5522"/>
                    <a:pt x="1" y="5723"/>
                    <a:pt x="22" y="5952"/>
                  </a:cubicBezTo>
                  <a:cubicBezTo>
                    <a:pt x="44" y="6187"/>
                    <a:pt x="230" y="6378"/>
                    <a:pt x="464" y="6405"/>
                  </a:cubicBezTo>
                  <a:cubicBezTo>
                    <a:pt x="484" y="6407"/>
                    <a:pt x="505" y="6408"/>
                    <a:pt x="525" y="6408"/>
                  </a:cubicBezTo>
                  <a:cubicBezTo>
                    <a:pt x="757" y="6408"/>
                    <a:pt x="953" y="6252"/>
                    <a:pt x="1012" y="6040"/>
                  </a:cubicBezTo>
                  <a:lnTo>
                    <a:pt x="3629" y="6040"/>
                  </a:lnTo>
                  <a:cubicBezTo>
                    <a:pt x="3687" y="6252"/>
                    <a:pt x="3883" y="6409"/>
                    <a:pt x="4116" y="6409"/>
                  </a:cubicBezTo>
                  <a:cubicBezTo>
                    <a:pt x="4347" y="6409"/>
                    <a:pt x="4542" y="6252"/>
                    <a:pt x="4603" y="6040"/>
                  </a:cubicBezTo>
                  <a:lnTo>
                    <a:pt x="7218" y="6040"/>
                  </a:lnTo>
                  <a:cubicBezTo>
                    <a:pt x="7277" y="6253"/>
                    <a:pt x="7471" y="6409"/>
                    <a:pt x="7702" y="6409"/>
                  </a:cubicBezTo>
                  <a:cubicBezTo>
                    <a:pt x="7723" y="6409"/>
                    <a:pt x="7744" y="6407"/>
                    <a:pt x="7766" y="6405"/>
                  </a:cubicBezTo>
                  <a:cubicBezTo>
                    <a:pt x="7998" y="6378"/>
                    <a:pt x="8186" y="6187"/>
                    <a:pt x="8208" y="5952"/>
                  </a:cubicBezTo>
                  <a:cubicBezTo>
                    <a:pt x="8229" y="5723"/>
                    <a:pt x="8096" y="5520"/>
                    <a:pt x="7899" y="5439"/>
                  </a:cubicBezTo>
                  <a:lnTo>
                    <a:pt x="7899" y="3671"/>
                  </a:lnTo>
                  <a:cubicBezTo>
                    <a:pt x="8081" y="3596"/>
                    <a:pt x="8211" y="3415"/>
                    <a:pt x="8211" y="3205"/>
                  </a:cubicBezTo>
                  <a:cubicBezTo>
                    <a:pt x="8211" y="2996"/>
                    <a:pt x="8082" y="2815"/>
                    <a:pt x="7899" y="2739"/>
                  </a:cubicBezTo>
                  <a:lnTo>
                    <a:pt x="7899" y="972"/>
                  </a:lnTo>
                  <a:cubicBezTo>
                    <a:pt x="8081" y="895"/>
                    <a:pt x="8210" y="716"/>
                    <a:pt x="8210" y="506"/>
                  </a:cubicBezTo>
                  <a:cubicBezTo>
                    <a:pt x="8210" y="227"/>
                    <a:pt x="7983" y="0"/>
                    <a:pt x="7704" y="0"/>
                  </a:cubicBezTo>
                  <a:cubicBezTo>
                    <a:pt x="7472" y="0"/>
                    <a:pt x="7278" y="157"/>
                    <a:pt x="7217" y="370"/>
                  </a:cubicBezTo>
                  <a:lnTo>
                    <a:pt x="4602" y="370"/>
                  </a:lnTo>
                  <a:cubicBezTo>
                    <a:pt x="4542" y="157"/>
                    <a:pt x="4346" y="0"/>
                    <a:pt x="411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796" name="Google Shape;1796;p45"/>
          <p:cNvGrpSpPr/>
          <p:nvPr/>
        </p:nvGrpSpPr>
        <p:grpSpPr>
          <a:xfrm>
            <a:off x="6317598" y="1313637"/>
            <a:ext cx="341362" cy="302150"/>
            <a:chOff x="6364624" y="740505"/>
            <a:chExt cx="476896" cy="422115"/>
          </a:xfrm>
        </p:grpSpPr>
        <p:sp>
          <p:nvSpPr>
            <p:cNvPr id="1797" name="Google Shape;1797;p45"/>
            <p:cNvSpPr/>
            <p:nvPr/>
          </p:nvSpPr>
          <p:spPr>
            <a:xfrm>
              <a:off x="6638230" y="799719"/>
              <a:ext cx="143622" cy="142410"/>
            </a:xfrm>
            <a:custGeom>
              <a:rect b="b" l="l" r="r" t="t"/>
              <a:pathLst>
                <a:path extrusionOk="0" h="3759" w="3791">
                  <a:moveTo>
                    <a:pt x="1880" y="370"/>
                  </a:moveTo>
                  <a:cubicBezTo>
                    <a:pt x="2712" y="370"/>
                    <a:pt x="3391" y="1049"/>
                    <a:pt x="3391" y="1881"/>
                  </a:cubicBezTo>
                  <a:cubicBezTo>
                    <a:pt x="3391" y="2730"/>
                    <a:pt x="2671" y="3380"/>
                    <a:pt x="1880" y="3390"/>
                  </a:cubicBezTo>
                  <a:cubicBezTo>
                    <a:pt x="1873" y="3390"/>
                    <a:pt x="1867" y="3390"/>
                    <a:pt x="1861" y="3390"/>
                  </a:cubicBezTo>
                  <a:cubicBezTo>
                    <a:pt x="1320" y="3390"/>
                    <a:pt x="846" y="3110"/>
                    <a:pt x="582" y="2638"/>
                  </a:cubicBezTo>
                  <a:cubicBezTo>
                    <a:pt x="413" y="2337"/>
                    <a:pt x="351" y="1983"/>
                    <a:pt x="391" y="1643"/>
                  </a:cubicBezTo>
                  <a:cubicBezTo>
                    <a:pt x="475" y="925"/>
                    <a:pt x="1173" y="370"/>
                    <a:pt x="1880" y="370"/>
                  </a:cubicBezTo>
                  <a:close/>
                  <a:moveTo>
                    <a:pt x="1880" y="0"/>
                  </a:moveTo>
                  <a:cubicBezTo>
                    <a:pt x="844" y="0"/>
                    <a:pt x="1" y="843"/>
                    <a:pt x="1" y="1879"/>
                  </a:cubicBezTo>
                  <a:cubicBezTo>
                    <a:pt x="1" y="2915"/>
                    <a:pt x="844" y="3758"/>
                    <a:pt x="1880" y="3758"/>
                  </a:cubicBezTo>
                  <a:cubicBezTo>
                    <a:pt x="2964" y="3758"/>
                    <a:pt x="3791" y="2750"/>
                    <a:pt x="3721" y="1690"/>
                  </a:cubicBezTo>
                  <a:cubicBezTo>
                    <a:pt x="3691" y="1261"/>
                    <a:pt x="3512" y="854"/>
                    <a:pt x="3209" y="550"/>
                  </a:cubicBezTo>
                  <a:cubicBezTo>
                    <a:pt x="2858" y="202"/>
                    <a:pt x="2376" y="0"/>
                    <a:pt x="188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8" name="Google Shape;1798;p45"/>
            <p:cNvSpPr/>
            <p:nvPr/>
          </p:nvSpPr>
          <p:spPr>
            <a:xfrm>
              <a:off x="6693731" y="842529"/>
              <a:ext cx="32960" cy="56903"/>
            </a:xfrm>
            <a:custGeom>
              <a:rect b="b" l="l" r="r" t="t"/>
              <a:pathLst>
                <a:path extrusionOk="0" h="1502" w="870">
                  <a:moveTo>
                    <a:pt x="661" y="1"/>
                  </a:moveTo>
                  <a:cubicBezTo>
                    <a:pt x="588" y="1"/>
                    <a:pt x="518" y="45"/>
                    <a:pt x="489" y="117"/>
                  </a:cubicBezTo>
                  <a:lnTo>
                    <a:pt x="39" y="1248"/>
                  </a:lnTo>
                  <a:cubicBezTo>
                    <a:pt x="1" y="1342"/>
                    <a:pt x="48" y="1450"/>
                    <a:pt x="142" y="1488"/>
                  </a:cubicBezTo>
                  <a:cubicBezTo>
                    <a:pt x="164" y="1497"/>
                    <a:pt x="188" y="1501"/>
                    <a:pt x="210" y="1501"/>
                  </a:cubicBezTo>
                  <a:cubicBezTo>
                    <a:pt x="284" y="1501"/>
                    <a:pt x="353" y="1456"/>
                    <a:pt x="382" y="1384"/>
                  </a:cubicBezTo>
                  <a:lnTo>
                    <a:pt x="832" y="254"/>
                  </a:lnTo>
                  <a:cubicBezTo>
                    <a:pt x="869" y="157"/>
                    <a:pt x="823" y="51"/>
                    <a:pt x="729" y="14"/>
                  </a:cubicBezTo>
                  <a:cubicBezTo>
                    <a:pt x="706" y="5"/>
                    <a:pt x="683" y="1"/>
                    <a:pt x="66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9" name="Google Shape;1799;p45"/>
            <p:cNvSpPr/>
            <p:nvPr/>
          </p:nvSpPr>
          <p:spPr>
            <a:xfrm>
              <a:off x="6729078" y="844575"/>
              <a:ext cx="26785" cy="52736"/>
            </a:xfrm>
            <a:custGeom>
              <a:rect b="b" l="l" r="r" t="t"/>
              <a:pathLst>
                <a:path extrusionOk="0" h="1392" w="707">
                  <a:moveTo>
                    <a:pt x="211" y="1"/>
                  </a:moveTo>
                  <a:cubicBezTo>
                    <a:pt x="179" y="1"/>
                    <a:pt x="146" y="9"/>
                    <a:pt x="116" y="27"/>
                  </a:cubicBezTo>
                  <a:cubicBezTo>
                    <a:pt x="29" y="79"/>
                    <a:pt x="1" y="193"/>
                    <a:pt x="53" y="279"/>
                  </a:cubicBezTo>
                  <a:lnTo>
                    <a:pt x="299" y="688"/>
                  </a:lnTo>
                  <a:lnTo>
                    <a:pt x="52" y="1116"/>
                  </a:lnTo>
                  <a:cubicBezTo>
                    <a:pt x="1" y="1203"/>
                    <a:pt x="31" y="1316"/>
                    <a:pt x="119" y="1368"/>
                  </a:cubicBezTo>
                  <a:cubicBezTo>
                    <a:pt x="148" y="1384"/>
                    <a:pt x="179" y="1392"/>
                    <a:pt x="210" y="1392"/>
                  </a:cubicBezTo>
                  <a:cubicBezTo>
                    <a:pt x="275" y="1392"/>
                    <a:pt x="336" y="1359"/>
                    <a:pt x="371" y="1301"/>
                  </a:cubicBezTo>
                  <a:lnTo>
                    <a:pt x="673" y="779"/>
                  </a:lnTo>
                  <a:cubicBezTo>
                    <a:pt x="707" y="721"/>
                    <a:pt x="706" y="649"/>
                    <a:pt x="671" y="592"/>
                  </a:cubicBezTo>
                  <a:lnTo>
                    <a:pt x="370" y="91"/>
                  </a:lnTo>
                  <a:cubicBezTo>
                    <a:pt x="335" y="33"/>
                    <a:pt x="274" y="1"/>
                    <a:pt x="21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0" name="Google Shape;1800;p45"/>
            <p:cNvSpPr/>
            <p:nvPr/>
          </p:nvSpPr>
          <p:spPr>
            <a:xfrm>
              <a:off x="6663044" y="844575"/>
              <a:ext cx="26785" cy="52736"/>
            </a:xfrm>
            <a:custGeom>
              <a:rect b="b" l="l" r="r" t="t"/>
              <a:pathLst>
                <a:path extrusionOk="0" h="1392" w="707">
                  <a:moveTo>
                    <a:pt x="495" y="0"/>
                  </a:moveTo>
                  <a:cubicBezTo>
                    <a:pt x="433" y="0"/>
                    <a:pt x="373" y="32"/>
                    <a:pt x="338" y="90"/>
                  </a:cubicBezTo>
                  <a:lnTo>
                    <a:pt x="36" y="591"/>
                  </a:lnTo>
                  <a:cubicBezTo>
                    <a:pt x="0" y="648"/>
                    <a:pt x="0" y="720"/>
                    <a:pt x="35" y="778"/>
                  </a:cubicBezTo>
                  <a:lnTo>
                    <a:pt x="337" y="1301"/>
                  </a:lnTo>
                  <a:cubicBezTo>
                    <a:pt x="371" y="1359"/>
                    <a:pt x="433" y="1392"/>
                    <a:pt x="497" y="1392"/>
                  </a:cubicBezTo>
                  <a:cubicBezTo>
                    <a:pt x="528" y="1392"/>
                    <a:pt x="559" y="1384"/>
                    <a:pt x="589" y="1368"/>
                  </a:cubicBezTo>
                  <a:cubicBezTo>
                    <a:pt x="676" y="1316"/>
                    <a:pt x="706" y="1203"/>
                    <a:pt x="655" y="1116"/>
                  </a:cubicBezTo>
                  <a:lnTo>
                    <a:pt x="408" y="688"/>
                  </a:lnTo>
                  <a:lnTo>
                    <a:pt x="654" y="279"/>
                  </a:lnTo>
                  <a:cubicBezTo>
                    <a:pt x="706" y="191"/>
                    <a:pt x="679" y="79"/>
                    <a:pt x="591" y="27"/>
                  </a:cubicBezTo>
                  <a:cubicBezTo>
                    <a:pt x="561" y="9"/>
                    <a:pt x="528" y="0"/>
                    <a:pt x="49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1" name="Google Shape;1801;p45"/>
            <p:cNvSpPr/>
            <p:nvPr/>
          </p:nvSpPr>
          <p:spPr>
            <a:xfrm>
              <a:off x="6449487" y="767289"/>
              <a:ext cx="18677" cy="18677"/>
            </a:xfrm>
            <a:custGeom>
              <a:rect b="b" l="l" r="r" t="t"/>
              <a:pathLst>
                <a:path extrusionOk="0" h="493" w="493">
                  <a:moveTo>
                    <a:pt x="245"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2" name="Google Shape;1802;p45"/>
            <p:cNvSpPr/>
            <p:nvPr/>
          </p:nvSpPr>
          <p:spPr>
            <a:xfrm>
              <a:off x="6485212" y="767289"/>
              <a:ext cx="18715" cy="18677"/>
            </a:xfrm>
            <a:custGeom>
              <a:rect b="b" l="l" r="r" t="t"/>
              <a:pathLst>
                <a:path extrusionOk="0" h="493" w="494">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3" name="Google Shape;1803;p45"/>
            <p:cNvSpPr/>
            <p:nvPr/>
          </p:nvSpPr>
          <p:spPr>
            <a:xfrm>
              <a:off x="6364624" y="740505"/>
              <a:ext cx="476896" cy="422115"/>
            </a:xfrm>
            <a:custGeom>
              <a:rect b="b" l="l" r="r" t="t"/>
              <a:pathLst>
                <a:path extrusionOk="0" h="11142" w="12588">
                  <a:moveTo>
                    <a:pt x="6537" y="3016"/>
                  </a:moveTo>
                  <a:cubicBezTo>
                    <a:pt x="6514" y="3158"/>
                    <a:pt x="6500" y="3305"/>
                    <a:pt x="6500" y="3456"/>
                  </a:cubicBezTo>
                  <a:cubicBezTo>
                    <a:pt x="6500" y="3761"/>
                    <a:pt x="6551" y="4054"/>
                    <a:pt x="6645" y="4326"/>
                  </a:cubicBezTo>
                  <a:lnTo>
                    <a:pt x="1577" y="4326"/>
                  </a:lnTo>
                  <a:lnTo>
                    <a:pt x="1577" y="3016"/>
                  </a:lnTo>
                  <a:close/>
                  <a:moveTo>
                    <a:pt x="9102" y="1160"/>
                  </a:moveTo>
                  <a:cubicBezTo>
                    <a:pt x="10361" y="1161"/>
                    <a:pt x="11385" y="2184"/>
                    <a:pt x="11385" y="3444"/>
                  </a:cubicBezTo>
                  <a:cubicBezTo>
                    <a:pt x="11385" y="3712"/>
                    <a:pt x="11338" y="3980"/>
                    <a:pt x="11244" y="4232"/>
                  </a:cubicBezTo>
                  <a:cubicBezTo>
                    <a:pt x="10908" y="5146"/>
                    <a:pt x="10023" y="5715"/>
                    <a:pt x="9102" y="5723"/>
                  </a:cubicBezTo>
                  <a:cubicBezTo>
                    <a:pt x="9095" y="5723"/>
                    <a:pt x="9088" y="5723"/>
                    <a:pt x="9081" y="5723"/>
                  </a:cubicBezTo>
                  <a:cubicBezTo>
                    <a:pt x="7849" y="5723"/>
                    <a:pt x="6818" y="4671"/>
                    <a:pt x="6818" y="3443"/>
                  </a:cubicBezTo>
                  <a:cubicBezTo>
                    <a:pt x="6818" y="2184"/>
                    <a:pt x="7843" y="1160"/>
                    <a:pt x="9102" y="1160"/>
                  </a:cubicBezTo>
                  <a:close/>
                  <a:moveTo>
                    <a:pt x="9506" y="7178"/>
                  </a:moveTo>
                  <a:lnTo>
                    <a:pt x="9506" y="9584"/>
                  </a:lnTo>
                  <a:cubicBezTo>
                    <a:pt x="9506" y="9789"/>
                    <a:pt x="9354" y="9971"/>
                    <a:pt x="9149" y="9990"/>
                  </a:cubicBezTo>
                  <a:cubicBezTo>
                    <a:pt x="9137" y="9991"/>
                    <a:pt x="9125" y="9992"/>
                    <a:pt x="9113" y="9992"/>
                  </a:cubicBezTo>
                  <a:cubicBezTo>
                    <a:pt x="8896" y="9992"/>
                    <a:pt x="8719" y="9813"/>
                    <a:pt x="8719" y="9592"/>
                  </a:cubicBezTo>
                  <a:lnTo>
                    <a:pt x="8719" y="7178"/>
                  </a:lnTo>
                  <a:close/>
                  <a:moveTo>
                    <a:pt x="621" y="1"/>
                  </a:moveTo>
                  <a:cubicBezTo>
                    <a:pt x="279" y="1"/>
                    <a:pt x="0" y="279"/>
                    <a:pt x="5" y="621"/>
                  </a:cubicBezTo>
                  <a:lnTo>
                    <a:pt x="5" y="7585"/>
                  </a:lnTo>
                  <a:cubicBezTo>
                    <a:pt x="0" y="7687"/>
                    <a:pt x="83" y="7769"/>
                    <a:pt x="184" y="7769"/>
                  </a:cubicBezTo>
                  <a:cubicBezTo>
                    <a:pt x="287" y="7769"/>
                    <a:pt x="367" y="7585"/>
                    <a:pt x="367" y="7585"/>
                  </a:cubicBezTo>
                  <a:lnTo>
                    <a:pt x="367" y="1933"/>
                  </a:lnTo>
                  <a:lnTo>
                    <a:pt x="6848" y="1933"/>
                  </a:lnTo>
                  <a:cubicBezTo>
                    <a:pt x="6704" y="2142"/>
                    <a:pt x="6592" y="2374"/>
                    <a:pt x="6514" y="2622"/>
                  </a:cubicBezTo>
                  <a:lnTo>
                    <a:pt x="1370" y="2622"/>
                  </a:lnTo>
                  <a:cubicBezTo>
                    <a:pt x="1267" y="2622"/>
                    <a:pt x="1185" y="2704"/>
                    <a:pt x="1185" y="2806"/>
                  </a:cubicBezTo>
                  <a:lnTo>
                    <a:pt x="1185" y="4502"/>
                  </a:lnTo>
                  <a:cubicBezTo>
                    <a:pt x="1185" y="4604"/>
                    <a:pt x="1267" y="4686"/>
                    <a:pt x="1370" y="4686"/>
                  </a:cubicBezTo>
                  <a:lnTo>
                    <a:pt x="6751" y="4686"/>
                  </a:lnTo>
                  <a:cubicBezTo>
                    <a:pt x="7169" y="5474"/>
                    <a:pt x="7977" y="6028"/>
                    <a:pt x="8917" y="6092"/>
                  </a:cubicBezTo>
                  <a:lnTo>
                    <a:pt x="8917" y="6817"/>
                  </a:lnTo>
                  <a:lnTo>
                    <a:pt x="8464" y="6817"/>
                  </a:lnTo>
                  <a:cubicBezTo>
                    <a:pt x="8388" y="6817"/>
                    <a:pt x="8326" y="6878"/>
                    <a:pt x="8326" y="6954"/>
                  </a:cubicBezTo>
                  <a:lnTo>
                    <a:pt x="8326" y="9714"/>
                  </a:lnTo>
                  <a:cubicBezTo>
                    <a:pt x="8326" y="9880"/>
                    <a:pt x="8436" y="10095"/>
                    <a:pt x="8573" y="10190"/>
                  </a:cubicBezTo>
                  <a:cubicBezTo>
                    <a:pt x="8749" y="10315"/>
                    <a:pt x="8929" y="10369"/>
                    <a:pt x="9097" y="10369"/>
                  </a:cubicBezTo>
                  <a:cubicBezTo>
                    <a:pt x="9522" y="10369"/>
                    <a:pt x="9867" y="10024"/>
                    <a:pt x="9867" y="9600"/>
                  </a:cubicBezTo>
                  <a:lnTo>
                    <a:pt x="9867" y="7001"/>
                  </a:lnTo>
                  <a:cubicBezTo>
                    <a:pt x="9867" y="6899"/>
                    <a:pt x="9785" y="6816"/>
                    <a:pt x="9683" y="6816"/>
                  </a:cubicBezTo>
                  <a:lnTo>
                    <a:pt x="9277" y="6816"/>
                  </a:lnTo>
                  <a:lnTo>
                    <a:pt x="9277" y="6100"/>
                  </a:lnTo>
                  <a:cubicBezTo>
                    <a:pt x="10649" y="6006"/>
                    <a:pt x="11736" y="4856"/>
                    <a:pt x="11736" y="3458"/>
                  </a:cubicBezTo>
                  <a:cubicBezTo>
                    <a:pt x="11736" y="2906"/>
                    <a:pt x="11566" y="2393"/>
                    <a:pt x="11276" y="1968"/>
                  </a:cubicBezTo>
                  <a:lnTo>
                    <a:pt x="12192" y="1968"/>
                  </a:lnTo>
                  <a:lnTo>
                    <a:pt x="12192" y="10530"/>
                  </a:lnTo>
                  <a:cubicBezTo>
                    <a:pt x="12192" y="10668"/>
                    <a:pt x="12080" y="10781"/>
                    <a:pt x="11941" y="10781"/>
                  </a:cubicBezTo>
                  <a:lnTo>
                    <a:pt x="556" y="10781"/>
                  </a:lnTo>
                  <a:cubicBezTo>
                    <a:pt x="450" y="10781"/>
                    <a:pt x="366" y="10695"/>
                    <a:pt x="366" y="10589"/>
                  </a:cubicBezTo>
                  <a:lnTo>
                    <a:pt x="366" y="8421"/>
                  </a:lnTo>
                  <a:cubicBezTo>
                    <a:pt x="366" y="8373"/>
                    <a:pt x="341" y="8327"/>
                    <a:pt x="303" y="8301"/>
                  </a:cubicBezTo>
                  <a:cubicBezTo>
                    <a:pt x="263" y="8274"/>
                    <a:pt x="223" y="8262"/>
                    <a:pt x="185" y="8262"/>
                  </a:cubicBezTo>
                  <a:cubicBezTo>
                    <a:pt x="86" y="8262"/>
                    <a:pt x="5" y="8345"/>
                    <a:pt x="5" y="8446"/>
                  </a:cubicBezTo>
                  <a:lnTo>
                    <a:pt x="5" y="10521"/>
                  </a:lnTo>
                  <a:cubicBezTo>
                    <a:pt x="5" y="10864"/>
                    <a:pt x="283" y="11141"/>
                    <a:pt x="625" y="11141"/>
                  </a:cubicBezTo>
                  <a:lnTo>
                    <a:pt x="11966" y="11141"/>
                  </a:lnTo>
                  <a:cubicBezTo>
                    <a:pt x="12308" y="11141"/>
                    <a:pt x="12586" y="10864"/>
                    <a:pt x="12586" y="10521"/>
                  </a:cubicBezTo>
                  <a:lnTo>
                    <a:pt x="12586" y="623"/>
                  </a:lnTo>
                  <a:cubicBezTo>
                    <a:pt x="12587" y="279"/>
                    <a:pt x="12307" y="2"/>
                    <a:pt x="11966" y="2"/>
                  </a:cubicBezTo>
                  <a:lnTo>
                    <a:pt x="10946" y="2"/>
                  </a:lnTo>
                  <a:cubicBezTo>
                    <a:pt x="10841" y="2"/>
                    <a:pt x="10757" y="91"/>
                    <a:pt x="10767" y="199"/>
                  </a:cubicBezTo>
                  <a:cubicBezTo>
                    <a:pt x="10775" y="293"/>
                    <a:pt x="10860" y="362"/>
                    <a:pt x="10955" y="362"/>
                  </a:cubicBezTo>
                  <a:lnTo>
                    <a:pt x="11975" y="362"/>
                  </a:lnTo>
                  <a:cubicBezTo>
                    <a:pt x="12114" y="362"/>
                    <a:pt x="12227" y="475"/>
                    <a:pt x="12227" y="613"/>
                  </a:cubicBezTo>
                  <a:lnTo>
                    <a:pt x="12227" y="1575"/>
                  </a:lnTo>
                  <a:lnTo>
                    <a:pt x="11001" y="1575"/>
                  </a:lnTo>
                  <a:cubicBezTo>
                    <a:pt x="10520" y="1086"/>
                    <a:pt x="9850" y="784"/>
                    <a:pt x="9112" y="784"/>
                  </a:cubicBezTo>
                  <a:cubicBezTo>
                    <a:pt x="8374" y="784"/>
                    <a:pt x="7704" y="1086"/>
                    <a:pt x="7223" y="1575"/>
                  </a:cubicBezTo>
                  <a:lnTo>
                    <a:pt x="366" y="1575"/>
                  </a:lnTo>
                  <a:lnTo>
                    <a:pt x="366" y="623"/>
                  </a:lnTo>
                  <a:cubicBezTo>
                    <a:pt x="366" y="623"/>
                    <a:pt x="482" y="371"/>
                    <a:pt x="621" y="362"/>
                  </a:cubicBezTo>
                  <a:lnTo>
                    <a:pt x="10091" y="362"/>
                  </a:lnTo>
                  <a:cubicBezTo>
                    <a:pt x="10096" y="362"/>
                    <a:pt x="10101" y="363"/>
                    <a:pt x="10106" y="363"/>
                  </a:cubicBezTo>
                  <a:cubicBezTo>
                    <a:pt x="10201" y="363"/>
                    <a:pt x="10276" y="283"/>
                    <a:pt x="10276" y="185"/>
                  </a:cubicBezTo>
                  <a:cubicBezTo>
                    <a:pt x="10276" y="83"/>
                    <a:pt x="10194" y="1"/>
                    <a:pt x="1009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4" name="Google Shape;1804;p45"/>
            <p:cNvSpPr/>
            <p:nvPr/>
          </p:nvSpPr>
          <p:spPr>
            <a:xfrm>
              <a:off x="6483886" y="931331"/>
              <a:ext cx="13714" cy="201927"/>
            </a:xfrm>
            <a:custGeom>
              <a:rect b="b" l="l" r="r" t="t"/>
              <a:pathLst>
                <a:path extrusionOk="0" h="5330" w="362">
                  <a:moveTo>
                    <a:pt x="181" y="1"/>
                  </a:moveTo>
                  <a:cubicBezTo>
                    <a:pt x="82" y="1"/>
                    <a:pt x="0" y="83"/>
                    <a:pt x="0" y="185"/>
                  </a:cubicBezTo>
                  <a:lnTo>
                    <a:pt x="0" y="5140"/>
                  </a:lnTo>
                  <a:cubicBezTo>
                    <a:pt x="0" y="5228"/>
                    <a:pt x="58" y="5309"/>
                    <a:pt x="145" y="5326"/>
                  </a:cubicBezTo>
                  <a:cubicBezTo>
                    <a:pt x="157" y="5329"/>
                    <a:pt x="169" y="5330"/>
                    <a:pt x="181" y="5330"/>
                  </a:cubicBezTo>
                  <a:cubicBezTo>
                    <a:pt x="281" y="5330"/>
                    <a:pt x="362" y="5247"/>
                    <a:pt x="362" y="5145"/>
                  </a:cubicBezTo>
                  <a:lnTo>
                    <a:pt x="362" y="190"/>
                  </a:lnTo>
                  <a:cubicBezTo>
                    <a:pt x="362" y="102"/>
                    <a:pt x="304" y="21"/>
                    <a:pt x="218" y="5"/>
                  </a:cubicBezTo>
                  <a:cubicBezTo>
                    <a:pt x="206" y="2"/>
                    <a:pt x="193" y="1"/>
                    <a:pt x="18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45"/>
            <p:cNvSpPr/>
            <p:nvPr/>
          </p:nvSpPr>
          <p:spPr>
            <a:xfrm>
              <a:off x="6410162" y="949062"/>
              <a:ext cx="51940" cy="13676"/>
            </a:xfrm>
            <a:custGeom>
              <a:rect b="b" l="l" r="r" t="t"/>
              <a:pathLst>
                <a:path extrusionOk="0" h="361" w="1371">
                  <a:moveTo>
                    <a:pt x="197" y="1"/>
                  </a:moveTo>
                  <a:cubicBezTo>
                    <a:pt x="102" y="1"/>
                    <a:pt x="17" y="71"/>
                    <a:pt x="9" y="166"/>
                  </a:cubicBezTo>
                  <a:cubicBezTo>
                    <a:pt x="0" y="272"/>
                    <a:pt x="84" y="361"/>
                    <a:pt x="189" y="361"/>
                  </a:cubicBezTo>
                  <a:lnTo>
                    <a:pt x="1173" y="361"/>
                  </a:lnTo>
                  <a:cubicBezTo>
                    <a:pt x="1269" y="361"/>
                    <a:pt x="1354" y="292"/>
                    <a:pt x="1362" y="197"/>
                  </a:cubicBezTo>
                  <a:cubicBezTo>
                    <a:pt x="1370" y="90"/>
                    <a:pt x="1287" y="1"/>
                    <a:pt x="11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6" name="Google Shape;1806;p45"/>
            <p:cNvSpPr/>
            <p:nvPr/>
          </p:nvSpPr>
          <p:spPr>
            <a:xfrm>
              <a:off x="6410162" y="980127"/>
              <a:ext cx="51940" cy="13676"/>
            </a:xfrm>
            <a:custGeom>
              <a:rect b="b" l="l" r="r" t="t"/>
              <a:pathLst>
                <a:path extrusionOk="0" h="361" w="1371">
                  <a:moveTo>
                    <a:pt x="197" y="1"/>
                  </a:moveTo>
                  <a:cubicBezTo>
                    <a:pt x="102" y="1"/>
                    <a:pt x="17" y="70"/>
                    <a:pt x="9" y="165"/>
                  </a:cubicBezTo>
                  <a:cubicBezTo>
                    <a:pt x="0" y="272"/>
                    <a:pt x="84" y="361"/>
                    <a:pt x="189" y="361"/>
                  </a:cubicBezTo>
                  <a:lnTo>
                    <a:pt x="1173" y="361"/>
                  </a:lnTo>
                  <a:cubicBezTo>
                    <a:pt x="1269" y="361"/>
                    <a:pt x="1354" y="291"/>
                    <a:pt x="1362" y="196"/>
                  </a:cubicBezTo>
                  <a:cubicBezTo>
                    <a:pt x="1370" y="90"/>
                    <a:pt x="1287" y="1"/>
                    <a:pt x="11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7" name="Google Shape;1807;p45"/>
            <p:cNvSpPr/>
            <p:nvPr/>
          </p:nvSpPr>
          <p:spPr>
            <a:xfrm>
              <a:off x="6410162" y="1009943"/>
              <a:ext cx="51902" cy="13676"/>
            </a:xfrm>
            <a:custGeom>
              <a:rect b="b" l="l" r="r" t="t"/>
              <a:pathLst>
                <a:path extrusionOk="0" h="361" w="1370">
                  <a:moveTo>
                    <a:pt x="197" y="0"/>
                  </a:moveTo>
                  <a:cubicBezTo>
                    <a:pt x="102" y="0"/>
                    <a:pt x="17" y="69"/>
                    <a:pt x="9" y="164"/>
                  </a:cubicBezTo>
                  <a:cubicBezTo>
                    <a:pt x="0" y="270"/>
                    <a:pt x="84" y="360"/>
                    <a:pt x="189" y="360"/>
                  </a:cubicBezTo>
                  <a:lnTo>
                    <a:pt x="1171" y="360"/>
                  </a:lnTo>
                  <a:cubicBezTo>
                    <a:pt x="1268" y="360"/>
                    <a:pt x="1353" y="290"/>
                    <a:pt x="1360" y="197"/>
                  </a:cubicBezTo>
                  <a:cubicBezTo>
                    <a:pt x="1369" y="89"/>
                    <a:pt x="1286" y="0"/>
                    <a:pt x="118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45"/>
            <p:cNvSpPr/>
            <p:nvPr/>
          </p:nvSpPr>
          <p:spPr>
            <a:xfrm>
              <a:off x="6410162" y="1040895"/>
              <a:ext cx="51940" cy="13714"/>
            </a:xfrm>
            <a:custGeom>
              <a:rect b="b" l="l" r="r" t="t"/>
              <a:pathLst>
                <a:path extrusionOk="0" h="362" w="1371">
                  <a:moveTo>
                    <a:pt x="197" y="0"/>
                  </a:moveTo>
                  <a:cubicBezTo>
                    <a:pt x="102" y="0"/>
                    <a:pt x="17" y="69"/>
                    <a:pt x="9" y="163"/>
                  </a:cubicBezTo>
                  <a:cubicBezTo>
                    <a:pt x="0" y="272"/>
                    <a:pt x="84" y="361"/>
                    <a:pt x="189" y="361"/>
                  </a:cubicBezTo>
                  <a:lnTo>
                    <a:pt x="1173" y="361"/>
                  </a:lnTo>
                  <a:cubicBezTo>
                    <a:pt x="1269" y="361"/>
                    <a:pt x="1354" y="292"/>
                    <a:pt x="1362" y="196"/>
                  </a:cubicBezTo>
                  <a:cubicBezTo>
                    <a:pt x="1370" y="89"/>
                    <a:pt x="1287" y="0"/>
                    <a:pt x="118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9" name="Google Shape;1809;p45"/>
            <p:cNvSpPr/>
            <p:nvPr/>
          </p:nvSpPr>
          <p:spPr>
            <a:xfrm>
              <a:off x="6410162" y="1070748"/>
              <a:ext cx="51940" cy="13639"/>
            </a:xfrm>
            <a:custGeom>
              <a:rect b="b" l="l" r="r" t="t"/>
              <a:pathLst>
                <a:path extrusionOk="0" h="360" w="1371">
                  <a:moveTo>
                    <a:pt x="197" y="1"/>
                  </a:moveTo>
                  <a:cubicBezTo>
                    <a:pt x="102" y="1"/>
                    <a:pt x="17" y="70"/>
                    <a:pt x="9" y="165"/>
                  </a:cubicBezTo>
                  <a:cubicBezTo>
                    <a:pt x="0" y="271"/>
                    <a:pt x="84" y="360"/>
                    <a:pt x="189" y="360"/>
                  </a:cubicBezTo>
                  <a:lnTo>
                    <a:pt x="1173" y="360"/>
                  </a:lnTo>
                  <a:cubicBezTo>
                    <a:pt x="1269" y="360"/>
                    <a:pt x="1354" y="291"/>
                    <a:pt x="1362" y="197"/>
                  </a:cubicBezTo>
                  <a:cubicBezTo>
                    <a:pt x="1370" y="90"/>
                    <a:pt x="1287" y="1"/>
                    <a:pt x="11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0" name="Google Shape;1810;p45"/>
            <p:cNvSpPr/>
            <p:nvPr/>
          </p:nvSpPr>
          <p:spPr>
            <a:xfrm>
              <a:off x="6410162" y="1101776"/>
              <a:ext cx="51902" cy="13714"/>
            </a:xfrm>
            <a:custGeom>
              <a:rect b="b" l="l" r="r" t="t"/>
              <a:pathLst>
                <a:path extrusionOk="0" h="362" w="1370">
                  <a:moveTo>
                    <a:pt x="197" y="1"/>
                  </a:moveTo>
                  <a:cubicBezTo>
                    <a:pt x="102" y="1"/>
                    <a:pt x="17" y="70"/>
                    <a:pt x="9" y="164"/>
                  </a:cubicBezTo>
                  <a:cubicBezTo>
                    <a:pt x="0" y="271"/>
                    <a:pt x="84" y="361"/>
                    <a:pt x="189" y="361"/>
                  </a:cubicBezTo>
                  <a:lnTo>
                    <a:pt x="1171" y="361"/>
                  </a:lnTo>
                  <a:cubicBezTo>
                    <a:pt x="1268" y="361"/>
                    <a:pt x="1353" y="292"/>
                    <a:pt x="1360" y="198"/>
                  </a:cubicBezTo>
                  <a:cubicBezTo>
                    <a:pt x="1369" y="90"/>
                    <a:pt x="1286" y="1"/>
                    <a:pt x="118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11" name="Google Shape;1811;p45"/>
          <p:cNvGrpSpPr/>
          <p:nvPr/>
        </p:nvGrpSpPr>
        <p:grpSpPr>
          <a:xfrm>
            <a:off x="3567729" y="3065739"/>
            <a:ext cx="341254" cy="302123"/>
            <a:chOff x="5553999" y="740543"/>
            <a:chExt cx="476745" cy="422077"/>
          </a:xfrm>
        </p:grpSpPr>
        <p:sp>
          <p:nvSpPr>
            <p:cNvPr id="1812" name="Google Shape;1812;p45"/>
            <p:cNvSpPr/>
            <p:nvPr/>
          </p:nvSpPr>
          <p:spPr>
            <a:xfrm>
              <a:off x="5553999" y="740543"/>
              <a:ext cx="476745" cy="422077"/>
            </a:xfrm>
            <a:custGeom>
              <a:rect b="b" l="l" r="r" t="t"/>
              <a:pathLst>
                <a:path extrusionOk="0" h="11141" w="12584">
                  <a:moveTo>
                    <a:pt x="12223" y="1967"/>
                  </a:moveTo>
                  <a:lnTo>
                    <a:pt x="12223" y="10529"/>
                  </a:lnTo>
                  <a:cubicBezTo>
                    <a:pt x="12223" y="10667"/>
                    <a:pt x="12110" y="10780"/>
                    <a:pt x="11971" y="10780"/>
                  </a:cubicBezTo>
                  <a:lnTo>
                    <a:pt x="613" y="10780"/>
                  </a:lnTo>
                  <a:cubicBezTo>
                    <a:pt x="475" y="10780"/>
                    <a:pt x="362" y="10667"/>
                    <a:pt x="362" y="10529"/>
                  </a:cubicBezTo>
                  <a:lnTo>
                    <a:pt x="362" y="1967"/>
                  </a:lnTo>
                  <a:close/>
                  <a:moveTo>
                    <a:pt x="622" y="1"/>
                  </a:moveTo>
                  <a:cubicBezTo>
                    <a:pt x="278" y="1"/>
                    <a:pt x="1" y="278"/>
                    <a:pt x="1" y="622"/>
                  </a:cubicBezTo>
                  <a:lnTo>
                    <a:pt x="1" y="10520"/>
                  </a:lnTo>
                  <a:cubicBezTo>
                    <a:pt x="1" y="10863"/>
                    <a:pt x="278" y="11140"/>
                    <a:pt x="622" y="11140"/>
                  </a:cubicBezTo>
                  <a:lnTo>
                    <a:pt x="11962" y="11140"/>
                  </a:lnTo>
                  <a:cubicBezTo>
                    <a:pt x="12305" y="11140"/>
                    <a:pt x="12583" y="10863"/>
                    <a:pt x="12583" y="10520"/>
                  </a:cubicBezTo>
                  <a:lnTo>
                    <a:pt x="12583" y="622"/>
                  </a:lnTo>
                  <a:cubicBezTo>
                    <a:pt x="12584" y="278"/>
                    <a:pt x="12305" y="1"/>
                    <a:pt x="11964" y="1"/>
                  </a:cubicBezTo>
                  <a:lnTo>
                    <a:pt x="9236" y="1"/>
                  </a:lnTo>
                  <a:cubicBezTo>
                    <a:pt x="9141" y="1"/>
                    <a:pt x="9055" y="71"/>
                    <a:pt x="9048" y="165"/>
                  </a:cubicBezTo>
                  <a:cubicBezTo>
                    <a:pt x="9038" y="272"/>
                    <a:pt x="9122" y="361"/>
                    <a:pt x="9227" y="361"/>
                  </a:cubicBezTo>
                  <a:lnTo>
                    <a:pt x="11972" y="361"/>
                  </a:lnTo>
                  <a:cubicBezTo>
                    <a:pt x="12111" y="361"/>
                    <a:pt x="12223" y="474"/>
                    <a:pt x="12223" y="612"/>
                  </a:cubicBezTo>
                  <a:lnTo>
                    <a:pt x="12223" y="1574"/>
                  </a:lnTo>
                  <a:lnTo>
                    <a:pt x="362" y="1574"/>
                  </a:lnTo>
                  <a:lnTo>
                    <a:pt x="362" y="553"/>
                  </a:lnTo>
                  <a:cubicBezTo>
                    <a:pt x="362" y="446"/>
                    <a:pt x="448" y="361"/>
                    <a:pt x="554" y="361"/>
                  </a:cubicBezTo>
                  <a:lnTo>
                    <a:pt x="8393" y="361"/>
                  </a:lnTo>
                  <a:cubicBezTo>
                    <a:pt x="8441" y="361"/>
                    <a:pt x="8487" y="337"/>
                    <a:pt x="8514" y="298"/>
                  </a:cubicBezTo>
                  <a:cubicBezTo>
                    <a:pt x="8612" y="154"/>
                    <a:pt x="8508" y="1"/>
                    <a:pt x="836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3" name="Google Shape;1813;p45"/>
            <p:cNvSpPr/>
            <p:nvPr/>
          </p:nvSpPr>
          <p:spPr>
            <a:xfrm>
              <a:off x="5603022" y="767289"/>
              <a:ext cx="18677" cy="18677"/>
            </a:xfrm>
            <a:custGeom>
              <a:rect b="b" l="l" r="r" t="t"/>
              <a:pathLst>
                <a:path extrusionOk="0" h="493" w="493">
                  <a:moveTo>
                    <a:pt x="244" y="1"/>
                  </a:moveTo>
                  <a:cubicBezTo>
                    <a:pt x="109" y="1"/>
                    <a:pt x="0" y="111"/>
                    <a:pt x="0" y="247"/>
                  </a:cubicBezTo>
                  <a:cubicBezTo>
                    <a:pt x="0" y="383"/>
                    <a:pt x="110" y="493"/>
                    <a:pt x="246" y="493"/>
                  </a:cubicBezTo>
                  <a:cubicBezTo>
                    <a:pt x="383" y="493"/>
                    <a:pt x="493" y="383"/>
                    <a:pt x="493" y="247"/>
                  </a:cubicBezTo>
                  <a:cubicBezTo>
                    <a:pt x="493" y="111"/>
                    <a:pt x="383" y="1"/>
                    <a:pt x="246" y="1"/>
                  </a:cubicBezTo>
                  <a:cubicBezTo>
                    <a:pt x="246" y="1"/>
                    <a:pt x="245" y="1"/>
                    <a:pt x="24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4" name="Google Shape;1814;p45"/>
            <p:cNvSpPr/>
            <p:nvPr/>
          </p:nvSpPr>
          <p:spPr>
            <a:xfrm>
              <a:off x="5638710" y="767289"/>
              <a:ext cx="18715" cy="18677"/>
            </a:xfrm>
            <a:custGeom>
              <a:rect b="b" l="l" r="r" t="t"/>
              <a:pathLst>
                <a:path extrusionOk="0" h="493" w="494">
                  <a:moveTo>
                    <a:pt x="245" y="1"/>
                  </a:moveTo>
                  <a:cubicBezTo>
                    <a:pt x="110" y="1"/>
                    <a:pt x="1" y="111"/>
                    <a:pt x="1" y="247"/>
                  </a:cubicBezTo>
                  <a:cubicBezTo>
                    <a:pt x="1" y="383"/>
                    <a:pt x="111" y="493"/>
                    <a:pt x="247" y="493"/>
                  </a:cubicBezTo>
                  <a:cubicBezTo>
                    <a:pt x="383" y="493"/>
                    <a:pt x="493" y="383"/>
                    <a:pt x="493" y="247"/>
                  </a:cubicBezTo>
                  <a:cubicBezTo>
                    <a:pt x="493" y="111"/>
                    <a:pt x="383" y="1"/>
                    <a:pt x="247" y="1"/>
                  </a:cubicBezTo>
                  <a:cubicBezTo>
                    <a:pt x="246" y="1"/>
                    <a:pt x="246" y="1"/>
                    <a:pt x="24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5" name="Google Shape;1815;p45"/>
            <p:cNvSpPr/>
            <p:nvPr/>
          </p:nvSpPr>
          <p:spPr>
            <a:xfrm>
              <a:off x="5674511" y="767289"/>
              <a:ext cx="18639" cy="18677"/>
            </a:xfrm>
            <a:custGeom>
              <a:rect b="b" l="l" r="r" t="t"/>
              <a:pathLst>
                <a:path extrusionOk="0" h="493" w="492">
                  <a:moveTo>
                    <a:pt x="244" y="1"/>
                  </a:moveTo>
                  <a:cubicBezTo>
                    <a:pt x="110" y="1"/>
                    <a:pt x="1" y="111"/>
                    <a:pt x="1" y="247"/>
                  </a:cubicBezTo>
                  <a:cubicBezTo>
                    <a:pt x="1" y="383"/>
                    <a:pt x="111" y="493"/>
                    <a:pt x="246" y="493"/>
                  </a:cubicBezTo>
                  <a:cubicBezTo>
                    <a:pt x="382" y="493"/>
                    <a:pt x="492" y="383"/>
                    <a:pt x="492" y="247"/>
                  </a:cubicBezTo>
                  <a:cubicBezTo>
                    <a:pt x="492" y="111"/>
                    <a:pt x="382" y="1"/>
                    <a:pt x="246" y="1"/>
                  </a:cubicBezTo>
                  <a:cubicBezTo>
                    <a:pt x="245" y="1"/>
                    <a:pt x="244" y="1"/>
                    <a:pt x="24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6" name="Google Shape;1816;p45"/>
            <p:cNvSpPr/>
            <p:nvPr/>
          </p:nvSpPr>
          <p:spPr>
            <a:xfrm>
              <a:off x="5711866" y="985166"/>
              <a:ext cx="53077" cy="61146"/>
            </a:xfrm>
            <a:custGeom>
              <a:rect b="b" l="l" r="r" t="t"/>
              <a:pathLst>
                <a:path extrusionOk="0" h="1614" w="1401">
                  <a:moveTo>
                    <a:pt x="700" y="663"/>
                  </a:moveTo>
                  <a:lnTo>
                    <a:pt x="809" y="948"/>
                  </a:lnTo>
                  <a:lnTo>
                    <a:pt x="592" y="948"/>
                  </a:lnTo>
                  <a:lnTo>
                    <a:pt x="700" y="663"/>
                  </a:lnTo>
                  <a:close/>
                  <a:moveTo>
                    <a:pt x="702" y="1"/>
                  </a:moveTo>
                  <a:cubicBezTo>
                    <a:pt x="615" y="1"/>
                    <a:pt x="538" y="53"/>
                    <a:pt x="505" y="134"/>
                  </a:cubicBezTo>
                  <a:cubicBezTo>
                    <a:pt x="505" y="135"/>
                    <a:pt x="504" y="136"/>
                    <a:pt x="504" y="137"/>
                  </a:cubicBezTo>
                  <a:lnTo>
                    <a:pt x="37" y="1364"/>
                  </a:lnTo>
                  <a:cubicBezTo>
                    <a:pt x="0" y="1460"/>
                    <a:pt x="48" y="1565"/>
                    <a:pt x="143" y="1602"/>
                  </a:cubicBezTo>
                  <a:cubicBezTo>
                    <a:pt x="163" y="1610"/>
                    <a:pt x="185" y="1614"/>
                    <a:pt x="207" y="1614"/>
                  </a:cubicBezTo>
                  <a:cubicBezTo>
                    <a:pt x="281" y="1614"/>
                    <a:pt x="352" y="1569"/>
                    <a:pt x="381" y="1496"/>
                  </a:cubicBezTo>
                  <a:lnTo>
                    <a:pt x="452" y="1309"/>
                  </a:lnTo>
                  <a:lnTo>
                    <a:pt x="948" y="1309"/>
                  </a:lnTo>
                  <a:lnTo>
                    <a:pt x="1016" y="1488"/>
                  </a:lnTo>
                  <a:cubicBezTo>
                    <a:pt x="1044" y="1563"/>
                    <a:pt x="1116" y="1613"/>
                    <a:pt x="1192" y="1613"/>
                  </a:cubicBezTo>
                  <a:cubicBezTo>
                    <a:pt x="1206" y="1613"/>
                    <a:pt x="1219" y="1612"/>
                    <a:pt x="1233" y="1608"/>
                  </a:cubicBezTo>
                  <a:cubicBezTo>
                    <a:pt x="1343" y="1581"/>
                    <a:pt x="1400" y="1467"/>
                    <a:pt x="1363" y="1363"/>
                  </a:cubicBezTo>
                  <a:lnTo>
                    <a:pt x="901" y="139"/>
                  </a:lnTo>
                  <a:cubicBezTo>
                    <a:pt x="901" y="137"/>
                    <a:pt x="900" y="135"/>
                    <a:pt x="898" y="134"/>
                  </a:cubicBezTo>
                  <a:cubicBezTo>
                    <a:pt x="865" y="53"/>
                    <a:pt x="788" y="1"/>
                    <a:pt x="70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7" name="Google Shape;1817;p45"/>
            <p:cNvSpPr/>
            <p:nvPr/>
          </p:nvSpPr>
          <p:spPr>
            <a:xfrm>
              <a:off x="5861890" y="985810"/>
              <a:ext cx="45955" cy="60275"/>
            </a:xfrm>
            <a:custGeom>
              <a:rect b="b" l="l" r="r" t="t"/>
              <a:pathLst>
                <a:path extrusionOk="0" h="1591" w="1213">
                  <a:moveTo>
                    <a:pt x="186" y="1"/>
                  </a:moveTo>
                  <a:cubicBezTo>
                    <a:pt x="149" y="1"/>
                    <a:pt x="111" y="12"/>
                    <a:pt x="77" y="36"/>
                  </a:cubicBezTo>
                  <a:cubicBezTo>
                    <a:pt x="27" y="72"/>
                    <a:pt x="0" y="129"/>
                    <a:pt x="0" y="190"/>
                  </a:cubicBezTo>
                  <a:lnTo>
                    <a:pt x="0" y="1402"/>
                  </a:lnTo>
                  <a:cubicBezTo>
                    <a:pt x="0" y="1497"/>
                    <a:pt x="69" y="1583"/>
                    <a:pt x="164" y="1590"/>
                  </a:cubicBezTo>
                  <a:cubicBezTo>
                    <a:pt x="169" y="1591"/>
                    <a:pt x="175" y="1591"/>
                    <a:pt x="180" y="1591"/>
                  </a:cubicBezTo>
                  <a:cubicBezTo>
                    <a:pt x="280" y="1591"/>
                    <a:pt x="360" y="1510"/>
                    <a:pt x="360" y="1411"/>
                  </a:cubicBezTo>
                  <a:lnTo>
                    <a:pt x="360" y="774"/>
                  </a:lnTo>
                  <a:lnTo>
                    <a:pt x="854" y="1490"/>
                  </a:lnTo>
                  <a:cubicBezTo>
                    <a:pt x="901" y="1558"/>
                    <a:pt x="963" y="1582"/>
                    <a:pt x="1019" y="1582"/>
                  </a:cubicBezTo>
                  <a:cubicBezTo>
                    <a:pt x="1040" y="1582"/>
                    <a:pt x="1059" y="1579"/>
                    <a:pt x="1077" y="1573"/>
                  </a:cubicBezTo>
                  <a:cubicBezTo>
                    <a:pt x="1108" y="1563"/>
                    <a:pt x="1213" y="1519"/>
                    <a:pt x="1213" y="1369"/>
                  </a:cubicBezTo>
                  <a:lnTo>
                    <a:pt x="1213" y="183"/>
                  </a:lnTo>
                  <a:cubicBezTo>
                    <a:pt x="1213" y="83"/>
                    <a:pt x="1132" y="2"/>
                    <a:pt x="1033" y="2"/>
                  </a:cubicBezTo>
                  <a:cubicBezTo>
                    <a:pt x="933" y="2"/>
                    <a:pt x="853" y="83"/>
                    <a:pt x="853" y="183"/>
                  </a:cubicBezTo>
                  <a:lnTo>
                    <a:pt x="853" y="825"/>
                  </a:lnTo>
                  <a:lnTo>
                    <a:pt x="338" y="81"/>
                  </a:lnTo>
                  <a:cubicBezTo>
                    <a:pt x="303" y="30"/>
                    <a:pt x="245" y="1"/>
                    <a:pt x="18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45"/>
            <p:cNvSpPr/>
            <p:nvPr/>
          </p:nvSpPr>
          <p:spPr>
            <a:xfrm>
              <a:off x="5607417" y="986416"/>
              <a:ext cx="29891" cy="61109"/>
            </a:xfrm>
            <a:custGeom>
              <a:rect b="b" l="l" r="r" t="t"/>
              <a:pathLst>
                <a:path extrusionOk="0" h="1613" w="789">
                  <a:moveTo>
                    <a:pt x="181" y="0"/>
                  </a:moveTo>
                  <a:cubicBezTo>
                    <a:pt x="82" y="0"/>
                    <a:pt x="2" y="82"/>
                    <a:pt x="2" y="184"/>
                  </a:cubicBezTo>
                  <a:lnTo>
                    <a:pt x="2" y="1428"/>
                  </a:lnTo>
                  <a:cubicBezTo>
                    <a:pt x="1" y="1517"/>
                    <a:pt x="64" y="1596"/>
                    <a:pt x="150" y="1612"/>
                  </a:cubicBezTo>
                  <a:cubicBezTo>
                    <a:pt x="150" y="1612"/>
                    <a:pt x="292" y="1613"/>
                    <a:pt x="428" y="1613"/>
                  </a:cubicBezTo>
                  <a:cubicBezTo>
                    <a:pt x="496" y="1613"/>
                    <a:pt x="562" y="1613"/>
                    <a:pt x="609" y="1612"/>
                  </a:cubicBezTo>
                  <a:cubicBezTo>
                    <a:pt x="709" y="1612"/>
                    <a:pt x="788" y="1528"/>
                    <a:pt x="788" y="1427"/>
                  </a:cubicBezTo>
                  <a:cubicBezTo>
                    <a:pt x="788" y="1326"/>
                    <a:pt x="706" y="1243"/>
                    <a:pt x="607" y="1243"/>
                  </a:cubicBezTo>
                  <a:lnTo>
                    <a:pt x="606" y="1243"/>
                  </a:lnTo>
                  <a:cubicBezTo>
                    <a:pt x="522" y="1243"/>
                    <a:pt x="434" y="1244"/>
                    <a:pt x="361" y="1244"/>
                  </a:cubicBezTo>
                  <a:lnTo>
                    <a:pt x="361" y="191"/>
                  </a:lnTo>
                  <a:cubicBezTo>
                    <a:pt x="361" y="95"/>
                    <a:pt x="292" y="10"/>
                    <a:pt x="197" y="1"/>
                  </a:cubicBezTo>
                  <a:cubicBezTo>
                    <a:pt x="192" y="1"/>
                    <a:pt x="187" y="0"/>
                    <a:pt x="181"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9" name="Google Shape;1819;p45"/>
            <p:cNvSpPr/>
            <p:nvPr/>
          </p:nvSpPr>
          <p:spPr>
            <a:xfrm>
              <a:off x="5833325" y="987894"/>
              <a:ext cx="13714" cy="57661"/>
            </a:xfrm>
            <a:custGeom>
              <a:rect b="b" l="l" r="r" t="t"/>
              <a:pathLst>
                <a:path extrusionOk="0" h="1522" w="362">
                  <a:moveTo>
                    <a:pt x="181" y="1"/>
                  </a:moveTo>
                  <a:cubicBezTo>
                    <a:pt x="82" y="1"/>
                    <a:pt x="0" y="83"/>
                    <a:pt x="0" y="182"/>
                  </a:cubicBezTo>
                  <a:lnTo>
                    <a:pt x="0" y="1332"/>
                  </a:lnTo>
                  <a:cubicBezTo>
                    <a:pt x="0" y="1428"/>
                    <a:pt x="69" y="1513"/>
                    <a:pt x="163" y="1521"/>
                  </a:cubicBezTo>
                  <a:cubicBezTo>
                    <a:pt x="169" y="1521"/>
                    <a:pt x="175" y="1521"/>
                    <a:pt x="180" y="1521"/>
                  </a:cubicBezTo>
                  <a:cubicBezTo>
                    <a:pt x="280" y="1521"/>
                    <a:pt x="360" y="1441"/>
                    <a:pt x="360" y="1341"/>
                  </a:cubicBezTo>
                  <a:lnTo>
                    <a:pt x="360" y="181"/>
                  </a:lnTo>
                  <a:cubicBezTo>
                    <a:pt x="361" y="80"/>
                    <a:pt x="281" y="1"/>
                    <a:pt x="181"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0" name="Google Shape;1820;p45"/>
            <p:cNvSpPr/>
            <p:nvPr/>
          </p:nvSpPr>
          <p:spPr>
            <a:xfrm>
              <a:off x="5775020" y="987553"/>
              <a:ext cx="45348" cy="59669"/>
            </a:xfrm>
            <a:custGeom>
              <a:rect b="b" l="l" r="r" t="t"/>
              <a:pathLst>
                <a:path extrusionOk="0" h="1575" w="1197">
                  <a:moveTo>
                    <a:pt x="514" y="361"/>
                  </a:moveTo>
                  <a:cubicBezTo>
                    <a:pt x="795" y="361"/>
                    <a:pt x="817" y="681"/>
                    <a:pt x="817" y="780"/>
                  </a:cubicBezTo>
                  <a:cubicBezTo>
                    <a:pt x="816" y="985"/>
                    <a:pt x="725" y="1194"/>
                    <a:pt x="521" y="1198"/>
                  </a:cubicBezTo>
                  <a:cubicBezTo>
                    <a:pt x="482" y="1199"/>
                    <a:pt x="419" y="1199"/>
                    <a:pt x="359" y="1199"/>
                  </a:cubicBezTo>
                  <a:cubicBezTo>
                    <a:pt x="359" y="1058"/>
                    <a:pt x="357" y="506"/>
                    <a:pt x="357" y="361"/>
                  </a:cubicBezTo>
                  <a:close/>
                  <a:moveTo>
                    <a:pt x="184" y="0"/>
                  </a:moveTo>
                  <a:cubicBezTo>
                    <a:pt x="136" y="0"/>
                    <a:pt x="89" y="20"/>
                    <a:pt x="55" y="55"/>
                  </a:cubicBezTo>
                  <a:cubicBezTo>
                    <a:pt x="20" y="88"/>
                    <a:pt x="1" y="136"/>
                    <a:pt x="1" y="186"/>
                  </a:cubicBezTo>
                  <a:lnTo>
                    <a:pt x="4" y="1391"/>
                  </a:lnTo>
                  <a:cubicBezTo>
                    <a:pt x="4" y="1440"/>
                    <a:pt x="24" y="1487"/>
                    <a:pt x="57" y="1521"/>
                  </a:cubicBezTo>
                  <a:cubicBezTo>
                    <a:pt x="92" y="1555"/>
                    <a:pt x="139" y="1575"/>
                    <a:pt x="187" y="1575"/>
                  </a:cubicBezTo>
                  <a:cubicBezTo>
                    <a:pt x="197" y="1575"/>
                    <a:pt x="440" y="1574"/>
                    <a:pt x="538" y="1571"/>
                  </a:cubicBezTo>
                  <a:cubicBezTo>
                    <a:pt x="919" y="1565"/>
                    <a:pt x="1195" y="1235"/>
                    <a:pt x="1195" y="788"/>
                  </a:cubicBezTo>
                  <a:cubicBezTo>
                    <a:pt x="1197" y="317"/>
                    <a:pt x="926" y="0"/>
                    <a:pt x="52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1" name="Google Shape;1821;p45"/>
            <p:cNvSpPr/>
            <p:nvPr/>
          </p:nvSpPr>
          <p:spPr>
            <a:xfrm>
              <a:off x="5909701" y="986795"/>
              <a:ext cx="66678" cy="59820"/>
            </a:xfrm>
            <a:custGeom>
              <a:rect b="b" l="l" r="r" t="t"/>
              <a:pathLst>
                <a:path extrusionOk="0" h="1579" w="1760">
                  <a:moveTo>
                    <a:pt x="1054" y="1"/>
                  </a:moveTo>
                  <a:cubicBezTo>
                    <a:pt x="860" y="1"/>
                    <a:pt x="658" y="71"/>
                    <a:pt x="478" y="220"/>
                  </a:cubicBezTo>
                  <a:cubicBezTo>
                    <a:pt x="466" y="232"/>
                    <a:pt x="455" y="244"/>
                    <a:pt x="445" y="256"/>
                  </a:cubicBezTo>
                  <a:cubicBezTo>
                    <a:pt x="0" y="893"/>
                    <a:pt x="448" y="1579"/>
                    <a:pt x="1054" y="1579"/>
                  </a:cubicBezTo>
                  <a:cubicBezTo>
                    <a:pt x="1470" y="1579"/>
                    <a:pt x="1760" y="1254"/>
                    <a:pt x="1760" y="790"/>
                  </a:cubicBezTo>
                  <a:cubicBezTo>
                    <a:pt x="1760" y="691"/>
                    <a:pt x="1679" y="610"/>
                    <a:pt x="1580" y="610"/>
                  </a:cubicBezTo>
                  <a:lnTo>
                    <a:pt x="1146" y="610"/>
                  </a:lnTo>
                  <a:cubicBezTo>
                    <a:pt x="1136" y="610"/>
                    <a:pt x="1125" y="614"/>
                    <a:pt x="1117" y="622"/>
                  </a:cubicBezTo>
                  <a:cubicBezTo>
                    <a:pt x="953" y="779"/>
                    <a:pt x="1062" y="971"/>
                    <a:pt x="1216" y="971"/>
                  </a:cubicBezTo>
                  <a:lnTo>
                    <a:pt x="1376" y="971"/>
                  </a:lnTo>
                  <a:cubicBezTo>
                    <a:pt x="1323" y="1151"/>
                    <a:pt x="1185" y="1219"/>
                    <a:pt x="1056" y="1219"/>
                  </a:cubicBezTo>
                  <a:cubicBezTo>
                    <a:pt x="727" y="1219"/>
                    <a:pt x="483" y="847"/>
                    <a:pt x="724" y="501"/>
                  </a:cubicBezTo>
                  <a:cubicBezTo>
                    <a:pt x="729" y="493"/>
                    <a:pt x="737" y="487"/>
                    <a:pt x="743" y="480"/>
                  </a:cubicBezTo>
                  <a:cubicBezTo>
                    <a:pt x="840" y="399"/>
                    <a:pt x="950" y="361"/>
                    <a:pt x="1055" y="361"/>
                  </a:cubicBezTo>
                  <a:cubicBezTo>
                    <a:pt x="1161" y="361"/>
                    <a:pt x="1262" y="399"/>
                    <a:pt x="1341" y="471"/>
                  </a:cubicBezTo>
                  <a:cubicBezTo>
                    <a:pt x="1349" y="478"/>
                    <a:pt x="1359" y="481"/>
                    <a:pt x="1369" y="481"/>
                  </a:cubicBezTo>
                  <a:cubicBezTo>
                    <a:pt x="1370" y="481"/>
                    <a:pt x="1372" y="481"/>
                    <a:pt x="1373" y="481"/>
                  </a:cubicBezTo>
                  <a:cubicBezTo>
                    <a:pt x="1606" y="448"/>
                    <a:pt x="1625" y="223"/>
                    <a:pt x="1496" y="136"/>
                  </a:cubicBezTo>
                  <a:cubicBezTo>
                    <a:pt x="1365" y="48"/>
                    <a:pt x="1212" y="1"/>
                    <a:pt x="105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2" name="Google Shape;1822;p45"/>
            <p:cNvSpPr/>
            <p:nvPr/>
          </p:nvSpPr>
          <p:spPr>
            <a:xfrm>
              <a:off x="5644771" y="985772"/>
              <a:ext cx="61109" cy="61146"/>
            </a:xfrm>
            <a:custGeom>
              <a:rect b="b" l="l" r="r" t="t"/>
              <a:pathLst>
                <a:path extrusionOk="0" h="1614" w="1613">
                  <a:moveTo>
                    <a:pt x="807" y="369"/>
                  </a:moveTo>
                  <a:cubicBezTo>
                    <a:pt x="1048" y="369"/>
                    <a:pt x="1244" y="565"/>
                    <a:pt x="1244" y="807"/>
                  </a:cubicBezTo>
                  <a:cubicBezTo>
                    <a:pt x="1244" y="1050"/>
                    <a:pt x="1048" y="1246"/>
                    <a:pt x="807" y="1246"/>
                  </a:cubicBezTo>
                  <a:cubicBezTo>
                    <a:pt x="566" y="1246"/>
                    <a:pt x="368" y="1050"/>
                    <a:pt x="368" y="807"/>
                  </a:cubicBezTo>
                  <a:cubicBezTo>
                    <a:pt x="368" y="566"/>
                    <a:pt x="564" y="369"/>
                    <a:pt x="807" y="369"/>
                  </a:cubicBezTo>
                  <a:close/>
                  <a:moveTo>
                    <a:pt x="807" y="0"/>
                  </a:moveTo>
                  <a:cubicBezTo>
                    <a:pt x="361" y="0"/>
                    <a:pt x="0" y="362"/>
                    <a:pt x="0" y="807"/>
                  </a:cubicBezTo>
                  <a:cubicBezTo>
                    <a:pt x="0" y="1252"/>
                    <a:pt x="361" y="1613"/>
                    <a:pt x="807" y="1613"/>
                  </a:cubicBezTo>
                  <a:cubicBezTo>
                    <a:pt x="1252" y="1613"/>
                    <a:pt x="1613" y="1252"/>
                    <a:pt x="1613" y="807"/>
                  </a:cubicBezTo>
                  <a:cubicBezTo>
                    <a:pt x="1613" y="364"/>
                    <a:pt x="1252" y="0"/>
                    <a:pt x="80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3" name="Google Shape;1823;p45"/>
            <p:cNvSpPr/>
            <p:nvPr/>
          </p:nvSpPr>
          <p:spPr>
            <a:xfrm>
              <a:off x="5607379" y="916746"/>
              <a:ext cx="369985" cy="47318"/>
            </a:xfrm>
            <a:custGeom>
              <a:rect b="b" l="l" r="r" t="t"/>
              <a:pathLst>
                <a:path extrusionOk="0" h="1249" w="9766">
                  <a:moveTo>
                    <a:pt x="2131" y="363"/>
                  </a:moveTo>
                  <a:lnTo>
                    <a:pt x="2131" y="887"/>
                  </a:lnTo>
                  <a:lnTo>
                    <a:pt x="362" y="887"/>
                  </a:lnTo>
                  <a:lnTo>
                    <a:pt x="362" y="363"/>
                  </a:lnTo>
                  <a:close/>
                  <a:moveTo>
                    <a:pt x="185" y="1"/>
                  </a:moveTo>
                  <a:cubicBezTo>
                    <a:pt x="83" y="1"/>
                    <a:pt x="0" y="84"/>
                    <a:pt x="0" y="186"/>
                  </a:cubicBezTo>
                  <a:lnTo>
                    <a:pt x="0" y="1065"/>
                  </a:lnTo>
                  <a:cubicBezTo>
                    <a:pt x="2" y="1166"/>
                    <a:pt x="84" y="1246"/>
                    <a:pt x="187" y="1246"/>
                  </a:cubicBezTo>
                  <a:lnTo>
                    <a:pt x="3188" y="1246"/>
                  </a:lnTo>
                  <a:cubicBezTo>
                    <a:pt x="3283" y="1246"/>
                    <a:pt x="3368" y="1177"/>
                    <a:pt x="3376" y="1083"/>
                  </a:cubicBezTo>
                  <a:cubicBezTo>
                    <a:pt x="3386" y="976"/>
                    <a:pt x="3301" y="887"/>
                    <a:pt x="3196" y="887"/>
                  </a:cubicBezTo>
                  <a:lnTo>
                    <a:pt x="2525" y="887"/>
                  </a:lnTo>
                  <a:lnTo>
                    <a:pt x="2525" y="363"/>
                  </a:lnTo>
                  <a:lnTo>
                    <a:pt x="9406" y="363"/>
                  </a:lnTo>
                  <a:lnTo>
                    <a:pt x="9406" y="887"/>
                  </a:lnTo>
                  <a:lnTo>
                    <a:pt x="4075" y="887"/>
                  </a:lnTo>
                  <a:cubicBezTo>
                    <a:pt x="3987" y="887"/>
                    <a:pt x="3906" y="944"/>
                    <a:pt x="3889" y="1031"/>
                  </a:cubicBezTo>
                  <a:cubicBezTo>
                    <a:pt x="3865" y="1146"/>
                    <a:pt x="3955" y="1248"/>
                    <a:pt x="4069" y="1248"/>
                  </a:cubicBezTo>
                  <a:lnTo>
                    <a:pt x="9582" y="1248"/>
                  </a:lnTo>
                  <a:cubicBezTo>
                    <a:pt x="9683" y="1248"/>
                    <a:pt x="9766" y="1166"/>
                    <a:pt x="9766" y="1063"/>
                  </a:cubicBezTo>
                  <a:lnTo>
                    <a:pt x="9766" y="186"/>
                  </a:lnTo>
                  <a:cubicBezTo>
                    <a:pt x="9766" y="84"/>
                    <a:pt x="9683" y="1"/>
                    <a:pt x="958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24" name="Google Shape;1824;p45"/>
          <p:cNvGrpSpPr/>
          <p:nvPr/>
        </p:nvGrpSpPr>
        <p:grpSpPr>
          <a:xfrm>
            <a:off x="3567716" y="1294114"/>
            <a:ext cx="188579" cy="341173"/>
            <a:chOff x="4855778" y="713265"/>
            <a:chExt cx="263452" cy="476631"/>
          </a:xfrm>
        </p:grpSpPr>
        <p:sp>
          <p:nvSpPr>
            <p:cNvPr id="1825" name="Google Shape;1825;p45"/>
            <p:cNvSpPr/>
            <p:nvPr/>
          </p:nvSpPr>
          <p:spPr>
            <a:xfrm>
              <a:off x="4973032" y="1139055"/>
              <a:ext cx="29361" cy="13676"/>
            </a:xfrm>
            <a:custGeom>
              <a:rect b="b" l="l" r="r" t="t"/>
              <a:pathLst>
                <a:path extrusionOk="0" h="361" w="775">
                  <a:moveTo>
                    <a:pt x="197" y="0"/>
                  </a:moveTo>
                  <a:cubicBezTo>
                    <a:pt x="102" y="0"/>
                    <a:pt x="17" y="69"/>
                    <a:pt x="10" y="164"/>
                  </a:cubicBezTo>
                  <a:cubicBezTo>
                    <a:pt x="1" y="269"/>
                    <a:pt x="84" y="361"/>
                    <a:pt x="189" y="361"/>
                  </a:cubicBezTo>
                  <a:lnTo>
                    <a:pt x="577" y="361"/>
                  </a:lnTo>
                  <a:cubicBezTo>
                    <a:pt x="672" y="361"/>
                    <a:pt x="757" y="290"/>
                    <a:pt x="765" y="196"/>
                  </a:cubicBezTo>
                  <a:cubicBezTo>
                    <a:pt x="775" y="89"/>
                    <a:pt x="691" y="0"/>
                    <a:pt x="58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6" name="Google Shape;1826;p45"/>
            <p:cNvSpPr/>
            <p:nvPr/>
          </p:nvSpPr>
          <p:spPr>
            <a:xfrm>
              <a:off x="4855968" y="893712"/>
              <a:ext cx="263149" cy="296185"/>
            </a:xfrm>
            <a:custGeom>
              <a:rect b="b" l="l" r="r" t="t"/>
              <a:pathLst>
                <a:path extrusionOk="0" h="7818" w="6946">
                  <a:moveTo>
                    <a:pt x="6586" y="5853"/>
                  </a:moveTo>
                  <a:lnTo>
                    <a:pt x="6586" y="6918"/>
                  </a:lnTo>
                  <a:cubicBezTo>
                    <a:pt x="6586" y="7217"/>
                    <a:pt x="6344" y="7458"/>
                    <a:pt x="6046" y="7458"/>
                  </a:cubicBezTo>
                  <a:lnTo>
                    <a:pt x="901" y="7458"/>
                  </a:lnTo>
                  <a:cubicBezTo>
                    <a:pt x="603" y="7458"/>
                    <a:pt x="360" y="7217"/>
                    <a:pt x="360" y="6918"/>
                  </a:cubicBezTo>
                  <a:lnTo>
                    <a:pt x="360" y="5853"/>
                  </a:lnTo>
                  <a:close/>
                  <a:moveTo>
                    <a:pt x="6767" y="0"/>
                  </a:moveTo>
                  <a:cubicBezTo>
                    <a:pt x="6667" y="0"/>
                    <a:pt x="6586" y="83"/>
                    <a:pt x="6586" y="186"/>
                  </a:cubicBezTo>
                  <a:lnTo>
                    <a:pt x="6586" y="5460"/>
                  </a:lnTo>
                  <a:lnTo>
                    <a:pt x="361" y="5460"/>
                  </a:lnTo>
                  <a:lnTo>
                    <a:pt x="361" y="4749"/>
                  </a:lnTo>
                  <a:cubicBezTo>
                    <a:pt x="361" y="4654"/>
                    <a:pt x="291" y="4568"/>
                    <a:pt x="197" y="4560"/>
                  </a:cubicBezTo>
                  <a:cubicBezTo>
                    <a:pt x="191" y="4559"/>
                    <a:pt x="186" y="4559"/>
                    <a:pt x="181" y="4559"/>
                  </a:cubicBezTo>
                  <a:cubicBezTo>
                    <a:pt x="81" y="4559"/>
                    <a:pt x="1" y="4640"/>
                    <a:pt x="1" y="4743"/>
                  </a:cubicBezTo>
                  <a:lnTo>
                    <a:pt x="1" y="6915"/>
                  </a:lnTo>
                  <a:cubicBezTo>
                    <a:pt x="1" y="7414"/>
                    <a:pt x="405" y="7818"/>
                    <a:pt x="904" y="7818"/>
                  </a:cubicBezTo>
                  <a:lnTo>
                    <a:pt x="6041" y="7818"/>
                  </a:lnTo>
                  <a:cubicBezTo>
                    <a:pt x="6542" y="7818"/>
                    <a:pt x="6946" y="7413"/>
                    <a:pt x="6946" y="6913"/>
                  </a:cubicBezTo>
                  <a:lnTo>
                    <a:pt x="6946" y="184"/>
                  </a:lnTo>
                  <a:cubicBezTo>
                    <a:pt x="6946" y="83"/>
                    <a:pt x="6866" y="0"/>
                    <a:pt x="676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7" name="Google Shape;1827;p45"/>
            <p:cNvSpPr/>
            <p:nvPr/>
          </p:nvSpPr>
          <p:spPr>
            <a:xfrm>
              <a:off x="4855778" y="713265"/>
              <a:ext cx="263452" cy="335775"/>
            </a:xfrm>
            <a:custGeom>
              <a:rect b="b" l="l" r="r" t="t"/>
              <a:pathLst>
                <a:path extrusionOk="0" h="8863" w="6954">
                  <a:moveTo>
                    <a:pt x="906" y="0"/>
                  </a:moveTo>
                  <a:cubicBezTo>
                    <a:pt x="406" y="0"/>
                    <a:pt x="1" y="405"/>
                    <a:pt x="6" y="906"/>
                  </a:cubicBezTo>
                  <a:lnTo>
                    <a:pt x="6" y="8680"/>
                  </a:lnTo>
                  <a:cubicBezTo>
                    <a:pt x="1" y="8780"/>
                    <a:pt x="82" y="8863"/>
                    <a:pt x="184" y="8863"/>
                  </a:cubicBezTo>
                  <a:cubicBezTo>
                    <a:pt x="284" y="8863"/>
                    <a:pt x="367" y="8780"/>
                    <a:pt x="367" y="8680"/>
                  </a:cubicBezTo>
                  <a:lnTo>
                    <a:pt x="367" y="906"/>
                  </a:lnTo>
                  <a:cubicBezTo>
                    <a:pt x="367" y="609"/>
                    <a:pt x="907" y="360"/>
                    <a:pt x="907" y="360"/>
                  </a:cubicBezTo>
                  <a:lnTo>
                    <a:pt x="6401" y="360"/>
                  </a:lnTo>
                  <a:cubicBezTo>
                    <a:pt x="6506" y="360"/>
                    <a:pt x="6593" y="446"/>
                    <a:pt x="6593" y="552"/>
                  </a:cubicBezTo>
                  <a:lnTo>
                    <a:pt x="6593" y="4144"/>
                  </a:lnTo>
                  <a:cubicBezTo>
                    <a:pt x="6593" y="4162"/>
                    <a:pt x="6600" y="4181"/>
                    <a:pt x="6615" y="4194"/>
                  </a:cubicBezTo>
                  <a:cubicBezTo>
                    <a:pt x="6667" y="4244"/>
                    <a:pt x="6722" y="4265"/>
                    <a:pt x="6773" y="4265"/>
                  </a:cubicBezTo>
                  <a:cubicBezTo>
                    <a:pt x="6873" y="4265"/>
                    <a:pt x="6954" y="4184"/>
                    <a:pt x="6954" y="4085"/>
                  </a:cubicBezTo>
                  <a:lnTo>
                    <a:pt x="6954" y="891"/>
                  </a:lnTo>
                  <a:cubicBezTo>
                    <a:pt x="6951" y="399"/>
                    <a:pt x="6552" y="0"/>
                    <a:pt x="606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8" name="Google Shape;1828;p45"/>
            <p:cNvSpPr/>
            <p:nvPr/>
          </p:nvSpPr>
          <p:spPr>
            <a:xfrm>
              <a:off x="4888208" y="750468"/>
              <a:ext cx="199919" cy="105585"/>
            </a:xfrm>
            <a:custGeom>
              <a:rect b="b" l="l" r="r" t="t"/>
              <a:pathLst>
                <a:path extrusionOk="0" h="2787" w="5277">
                  <a:moveTo>
                    <a:pt x="4288" y="361"/>
                  </a:moveTo>
                  <a:lnTo>
                    <a:pt x="2626" y="1181"/>
                  </a:lnTo>
                  <a:lnTo>
                    <a:pt x="963" y="361"/>
                  </a:lnTo>
                  <a:close/>
                  <a:moveTo>
                    <a:pt x="361" y="488"/>
                  </a:moveTo>
                  <a:lnTo>
                    <a:pt x="2210" y="1401"/>
                  </a:lnTo>
                  <a:lnTo>
                    <a:pt x="361" y="2313"/>
                  </a:lnTo>
                  <a:lnTo>
                    <a:pt x="361" y="488"/>
                  </a:lnTo>
                  <a:close/>
                  <a:moveTo>
                    <a:pt x="4883" y="488"/>
                  </a:moveTo>
                  <a:lnTo>
                    <a:pt x="4883" y="2313"/>
                  </a:lnTo>
                  <a:lnTo>
                    <a:pt x="3032" y="1401"/>
                  </a:lnTo>
                  <a:lnTo>
                    <a:pt x="4883" y="488"/>
                  </a:lnTo>
                  <a:close/>
                  <a:moveTo>
                    <a:pt x="2627" y="1606"/>
                  </a:moveTo>
                  <a:lnTo>
                    <a:pt x="4289" y="2425"/>
                  </a:lnTo>
                  <a:lnTo>
                    <a:pt x="964" y="2425"/>
                  </a:lnTo>
                  <a:lnTo>
                    <a:pt x="2627" y="1606"/>
                  </a:lnTo>
                  <a:close/>
                  <a:moveTo>
                    <a:pt x="184" y="1"/>
                  </a:moveTo>
                  <a:cubicBezTo>
                    <a:pt x="83" y="1"/>
                    <a:pt x="0" y="83"/>
                    <a:pt x="0" y="184"/>
                  </a:cubicBezTo>
                  <a:lnTo>
                    <a:pt x="0" y="2603"/>
                  </a:lnTo>
                  <a:cubicBezTo>
                    <a:pt x="0" y="2705"/>
                    <a:pt x="83" y="2786"/>
                    <a:pt x="184" y="2786"/>
                  </a:cubicBezTo>
                  <a:lnTo>
                    <a:pt x="5094" y="2786"/>
                  </a:lnTo>
                  <a:cubicBezTo>
                    <a:pt x="5194" y="2786"/>
                    <a:pt x="5277" y="2705"/>
                    <a:pt x="5277" y="2603"/>
                  </a:cubicBezTo>
                  <a:lnTo>
                    <a:pt x="5277" y="184"/>
                  </a:lnTo>
                  <a:cubicBezTo>
                    <a:pt x="5277" y="82"/>
                    <a:pt x="5194" y="1"/>
                    <a:pt x="509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9" name="Google Shape;1829;p45"/>
            <p:cNvSpPr/>
            <p:nvPr/>
          </p:nvSpPr>
          <p:spPr>
            <a:xfrm>
              <a:off x="4888018" y="875640"/>
              <a:ext cx="64821" cy="75315"/>
            </a:xfrm>
            <a:custGeom>
              <a:rect b="b" l="l" r="r" t="t"/>
              <a:pathLst>
                <a:path extrusionOk="0" h="1988" w="1711">
                  <a:moveTo>
                    <a:pt x="994" y="1"/>
                  </a:moveTo>
                  <a:cubicBezTo>
                    <a:pt x="446" y="1"/>
                    <a:pt x="0" y="448"/>
                    <a:pt x="0" y="995"/>
                  </a:cubicBezTo>
                  <a:cubicBezTo>
                    <a:pt x="0" y="1541"/>
                    <a:pt x="447" y="1988"/>
                    <a:pt x="994" y="1988"/>
                  </a:cubicBezTo>
                  <a:cubicBezTo>
                    <a:pt x="1213" y="1988"/>
                    <a:pt x="1409" y="1915"/>
                    <a:pt x="1561" y="1780"/>
                  </a:cubicBezTo>
                  <a:cubicBezTo>
                    <a:pt x="1591" y="1754"/>
                    <a:pt x="1618" y="1724"/>
                    <a:pt x="1644" y="1693"/>
                  </a:cubicBezTo>
                  <a:cubicBezTo>
                    <a:pt x="1710" y="1617"/>
                    <a:pt x="1700" y="1502"/>
                    <a:pt x="1622" y="1436"/>
                  </a:cubicBezTo>
                  <a:cubicBezTo>
                    <a:pt x="1588" y="1407"/>
                    <a:pt x="1546" y="1393"/>
                    <a:pt x="1505" y="1393"/>
                  </a:cubicBezTo>
                  <a:cubicBezTo>
                    <a:pt x="1453" y="1393"/>
                    <a:pt x="1401" y="1415"/>
                    <a:pt x="1365" y="1458"/>
                  </a:cubicBezTo>
                  <a:cubicBezTo>
                    <a:pt x="1350" y="1476"/>
                    <a:pt x="1334" y="1492"/>
                    <a:pt x="1318" y="1507"/>
                  </a:cubicBezTo>
                  <a:cubicBezTo>
                    <a:pt x="1232" y="1582"/>
                    <a:pt x="1124" y="1622"/>
                    <a:pt x="994" y="1622"/>
                  </a:cubicBezTo>
                  <a:cubicBezTo>
                    <a:pt x="648" y="1622"/>
                    <a:pt x="367" y="1340"/>
                    <a:pt x="367" y="995"/>
                  </a:cubicBezTo>
                  <a:cubicBezTo>
                    <a:pt x="367" y="649"/>
                    <a:pt x="648" y="367"/>
                    <a:pt x="994" y="367"/>
                  </a:cubicBezTo>
                  <a:cubicBezTo>
                    <a:pt x="1120" y="367"/>
                    <a:pt x="1241" y="404"/>
                    <a:pt x="1345" y="475"/>
                  </a:cubicBezTo>
                  <a:cubicBezTo>
                    <a:pt x="1376" y="496"/>
                    <a:pt x="1411" y="506"/>
                    <a:pt x="1446" y="506"/>
                  </a:cubicBezTo>
                  <a:cubicBezTo>
                    <a:pt x="1505" y="506"/>
                    <a:pt x="1563" y="478"/>
                    <a:pt x="1598" y="425"/>
                  </a:cubicBezTo>
                  <a:cubicBezTo>
                    <a:pt x="1655" y="341"/>
                    <a:pt x="1633" y="227"/>
                    <a:pt x="1549" y="172"/>
                  </a:cubicBezTo>
                  <a:cubicBezTo>
                    <a:pt x="1384" y="61"/>
                    <a:pt x="1193" y="1"/>
                    <a:pt x="99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0" name="Google Shape;1830;p45"/>
            <p:cNvSpPr/>
            <p:nvPr/>
          </p:nvSpPr>
          <p:spPr>
            <a:xfrm>
              <a:off x="4962728" y="936673"/>
              <a:ext cx="124035" cy="13714"/>
            </a:xfrm>
            <a:custGeom>
              <a:rect b="b" l="l" r="r" t="t"/>
              <a:pathLst>
                <a:path extrusionOk="0" h="362" w="3274">
                  <a:moveTo>
                    <a:pt x="198" y="1"/>
                  </a:moveTo>
                  <a:cubicBezTo>
                    <a:pt x="102" y="1"/>
                    <a:pt x="17" y="70"/>
                    <a:pt x="10" y="164"/>
                  </a:cubicBezTo>
                  <a:cubicBezTo>
                    <a:pt x="0" y="272"/>
                    <a:pt x="84" y="361"/>
                    <a:pt x="189" y="361"/>
                  </a:cubicBezTo>
                  <a:lnTo>
                    <a:pt x="3075" y="361"/>
                  </a:lnTo>
                  <a:cubicBezTo>
                    <a:pt x="3171" y="361"/>
                    <a:pt x="3256" y="291"/>
                    <a:pt x="3264" y="197"/>
                  </a:cubicBezTo>
                  <a:cubicBezTo>
                    <a:pt x="3273" y="90"/>
                    <a:pt x="3189" y="1"/>
                    <a:pt x="308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1" name="Google Shape;1831;p45"/>
            <p:cNvSpPr/>
            <p:nvPr/>
          </p:nvSpPr>
          <p:spPr>
            <a:xfrm>
              <a:off x="4989096" y="968989"/>
              <a:ext cx="97857" cy="13639"/>
            </a:xfrm>
            <a:custGeom>
              <a:rect b="b" l="l" r="r" t="t"/>
              <a:pathLst>
                <a:path extrusionOk="0" h="360" w="2583">
                  <a:moveTo>
                    <a:pt x="198" y="0"/>
                  </a:moveTo>
                  <a:cubicBezTo>
                    <a:pt x="102" y="0"/>
                    <a:pt x="17" y="69"/>
                    <a:pt x="9" y="164"/>
                  </a:cubicBezTo>
                  <a:cubicBezTo>
                    <a:pt x="1" y="271"/>
                    <a:pt x="85" y="360"/>
                    <a:pt x="189" y="360"/>
                  </a:cubicBezTo>
                  <a:lnTo>
                    <a:pt x="2384" y="360"/>
                  </a:lnTo>
                  <a:cubicBezTo>
                    <a:pt x="2480" y="360"/>
                    <a:pt x="2566" y="290"/>
                    <a:pt x="2573" y="196"/>
                  </a:cubicBezTo>
                  <a:cubicBezTo>
                    <a:pt x="2582" y="88"/>
                    <a:pt x="2499" y="0"/>
                    <a:pt x="239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2" name="Google Shape;1832;p45"/>
            <p:cNvSpPr/>
            <p:nvPr/>
          </p:nvSpPr>
          <p:spPr>
            <a:xfrm>
              <a:off x="4888359" y="968989"/>
              <a:ext cx="82097" cy="13639"/>
            </a:xfrm>
            <a:custGeom>
              <a:rect b="b" l="l" r="r" t="t"/>
              <a:pathLst>
                <a:path extrusionOk="0" h="360" w="2167">
                  <a:moveTo>
                    <a:pt x="198" y="0"/>
                  </a:moveTo>
                  <a:cubicBezTo>
                    <a:pt x="102" y="0"/>
                    <a:pt x="17" y="69"/>
                    <a:pt x="10" y="164"/>
                  </a:cubicBezTo>
                  <a:cubicBezTo>
                    <a:pt x="1" y="271"/>
                    <a:pt x="84" y="360"/>
                    <a:pt x="189" y="360"/>
                  </a:cubicBezTo>
                  <a:lnTo>
                    <a:pt x="1968" y="360"/>
                  </a:lnTo>
                  <a:cubicBezTo>
                    <a:pt x="2064" y="360"/>
                    <a:pt x="2149" y="290"/>
                    <a:pt x="2157" y="196"/>
                  </a:cubicBezTo>
                  <a:cubicBezTo>
                    <a:pt x="2166" y="89"/>
                    <a:pt x="2082" y="0"/>
                    <a:pt x="197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3" name="Google Shape;1833;p45"/>
            <p:cNvSpPr/>
            <p:nvPr/>
          </p:nvSpPr>
          <p:spPr>
            <a:xfrm>
              <a:off x="4889231" y="1000017"/>
              <a:ext cx="196926" cy="13676"/>
            </a:xfrm>
            <a:custGeom>
              <a:rect b="b" l="l" r="r" t="t"/>
              <a:pathLst>
                <a:path extrusionOk="0" h="361" w="5198">
                  <a:moveTo>
                    <a:pt x="198" y="0"/>
                  </a:moveTo>
                  <a:cubicBezTo>
                    <a:pt x="103" y="0"/>
                    <a:pt x="18" y="69"/>
                    <a:pt x="10" y="164"/>
                  </a:cubicBezTo>
                  <a:cubicBezTo>
                    <a:pt x="1" y="271"/>
                    <a:pt x="85" y="361"/>
                    <a:pt x="190" y="361"/>
                  </a:cubicBezTo>
                  <a:lnTo>
                    <a:pt x="5000" y="361"/>
                  </a:lnTo>
                  <a:cubicBezTo>
                    <a:pt x="5095" y="361"/>
                    <a:pt x="5181" y="290"/>
                    <a:pt x="5188" y="197"/>
                  </a:cubicBezTo>
                  <a:cubicBezTo>
                    <a:pt x="5197" y="89"/>
                    <a:pt x="5114" y="0"/>
                    <a:pt x="500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4" name="Google Shape;1834;p45"/>
            <p:cNvSpPr/>
            <p:nvPr/>
          </p:nvSpPr>
          <p:spPr>
            <a:xfrm>
              <a:off x="5059562" y="1032257"/>
              <a:ext cx="27959" cy="13676"/>
            </a:xfrm>
            <a:custGeom>
              <a:rect b="b" l="l" r="r" t="t"/>
              <a:pathLst>
                <a:path extrusionOk="0" h="361" w="738">
                  <a:moveTo>
                    <a:pt x="199" y="1"/>
                  </a:moveTo>
                  <a:cubicBezTo>
                    <a:pt x="103" y="1"/>
                    <a:pt x="18" y="70"/>
                    <a:pt x="10" y="164"/>
                  </a:cubicBezTo>
                  <a:cubicBezTo>
                    <a:pt x="1" y="271"/>
                    <a:pt x="85" y="360"/>
                    <a:pt x="189" y="360"/>
                  </a:cubicBezTo>
                  <a:lnTo>
                    <a:pt x="539" y="360"/>
                  </a:lnTo>
                  <a:cubicBezTo>
                    <a:pt x="634" y="360"/>
                    <a:pt x="719" y="291"/>
                    <a:pt x="728" y="197"/>
                  </a:cubicBezTo>
                  <a:cubicBezTo>
                    <a:pt x="737" y="90"/>
                    <a:pt x="653" y="1"/>
                    <a:pt x="54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5" name="Google Shape;1835;p45"/>
            <p:cNvSpPr/>
            <p:nvPr/>
          </p:nvSpPr>
          <p:spPr>
            <a:xfrm>
              <a:off x="4888928" y="1032257"/>
              <a:ext cx="152373" cy="13676"/>
            </a:xfrm>
            <a:custGeom>
              <a:rect b="b" l="l" r="r" t="t"/>
              <a:pathLst>
                <a:path extrusionOk="0" h="361" w="4022">
                  <a:moveTo>
                    <a:pt x="197" y="1"/>
                  </a:moveTo>
                  <a:cubicBezTo>
                    <a:pt x="102" y="1"/>
                    <a:pt x="17" y="70"/>
                    <a:pt x="9" y="164"/>
                  </a:cubicBezTo>
                  <a:cubicBezTo>
                    <a:pt x="0" y="271"/>
                    <a:pt x="84" y="360"/>
                    <a:pt x="189" y="360"/>
                  </a:cubicBezTo>
                  <a:lnTo>
                    <a:pt x="3824" y="360"/>
                  </a:lnTo>
                  <a:cubicBezTo>
                    <a:pt x="3919" y="360"/>
                    <a:pt x="4005" y="291"/>
                    <a:pt x="4013" y="197"/>
                  </a:cubicBezTo>
                  <a:cubicBezTo>
                    <a:pt x="4022" y="90"/>
                    <a:pt x="3938" y="1"/>
                    <a:pt x="383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6" name="Google Shape;1836;p45"/>
            <p:cNvSpPr/>
            <p:nvPr/>
          </p:nvSpPr>
          <p:spPr>
            <a:xfrm>
              <a:off x="4889231" y="1063285"/>
              <a:ext cx="196926" cy="13714"/>
            </a:xfrm>
            <a:custGeom>
              <a:rect b="b" l="l" r="r" t="t"/>
              <a:pathLst>
                <a:path extrusionOk="0" h="362" w="5198">
                  <a:moveTo>
                    <a:pt x="198" y="1"/>
                  </a:moveTo>
                  <a:cubicBezTo>
                    <a:pt x="103" y="1"/>
                    <a:pt x="18" y="70"/>
                    <a:pt x="10" y="164"/>
                  </a:cubicBezTo>
                  <a:cubicBezTo>
                    <a:pt x="1" y="272"/>
                    <a:pt x="85" y="361"/>
                    <a:pt x="190" y="361"/>
                  </a:cubicBezTo>
                  <a:lnTo>
                    <a:pt x="5000" y="361"/>
                  </a:lnTo>
                  <a:cubicBezTo>
                    <a:pt x="5095" y="361"/>
                    <a:pt x="5181" y="292"/>
                    <a:pt x="5188" y="198"/>
                  </a:cubicBezTo>
                  <a:cubicBezTo>
                    <a:pt x="5197" y="90"/>
                    <a:pt x="5114" y="1"/>
                    <a:pt x="500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02</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tối ưu, NP-hardness và LP upper bound</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Formulation</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tối ưu</a:t>
            </a:r>
          </a:p>
        </p:txBody>
      </p:sp>
      <p:sp>
        <p:nvSpPr>
          <p:cNvPr id="1531" name="Rounded Rectangle 1530"/>
          <p:cNvSpPr/>
          <p:nvPr/>
        </p:nvSpPr>
        <p:spPr>
          <a:xfrm>
            <a:off x="722376" y="1188720"/>
            <a:ext cx="3749039" cy="3429000"/>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TextBox 1531"/>
          <p:cNvSpPr txBox="1"/>
          <p:nvPr/>
        </p:nvSpPr>
        <p:spPr>
          <a:xfrm>
            <a:off x="886968" y="1298448"/>
            <a:ext cx="3474720" cy="274320"/>
          </a:xfrm>
          <a:prstGeom prst="rect">
            <a:avLst/>
          </a:prstGeom>
          <a:noFill/>
        </p:spPr>
        <p:txBody>
          <a:bodyPr wrap="square" lIns="36576" rIns="36576" tIns="18288" bIns="18288" anchor="t">
            <a:spAutoFit/>
          </a:bodyPr>
          <a:lstStyle/>
          <a:p>
            <a:pPr algn="l">
              <a:spcAft>
                <a:spcPts val="400"/>
              </a:spcAft>
            </a:pPr>
            <a:r>
              <a:rPr sz="1200" b="1">
                <a:solidFill>
                  <a:srgbClr val="0C0A9E"/>
                </a:solidFill>
                <a:latin typeface="IBM Plex Mono"/>
              </a:rPr>
              <a:t>Biến quyết định</a:t>
            </a:r>
          </a:p>
        </p:txBody>
      </p:sp>
      <p:sp>
        <p:nvSpPr>
          <p:cNvPr id="1533" name="TextBox 1532"/>
          <p:cNvSpPr txBox="1"/>
          <p:nvPr/>
        </p:nvSpPr>
        <p:spPr>
          <a:xfrm>
            <a:off x="886968" y="1600200"/>
            <a:ext cx="3474720" cy="1097280"/>
          </a:xfrm>
          <a:prstGeom prst="rect">
            <a:avLst/>
          </a:prstGeom>
          <a:noFill/>
        </p:spPr>
        <p:txBody>
          <a:bodyPr wrap="square" lIns="36576" rIns="36576" tIns="18288" bIns="18288" anchor="t">
            <a:spAutoFit/>
          </a:bodyPr>
          <a:lstStyle/>
          <a:p>
            <a:pPr algn="l" marL="171450" indent="-171450">
              <a:spcAft>
                <a:spcPts val="300"/>
              </a:spcAft>
              <a:buClr>
                <a:srgbClr val="EB9109"/>
              </a:buClr>
              <a:buFont typeface="Arial"/>
              <a:buChar char="•"/>
            </a:pPr>
            <a:r>
              <a:rPr sz="1000" b="1">
                <a:solidFill>
                  <a:srgbClr val="1D1D1D"/>
                </a:solidFill>
                <a:latin typeface="Be Vietnam Pro"/>
              </a:rPr>
              <a:t>q</a:t>
            </a:r>
            <a:r>
              <a:rPr sz="1000" b="0">
                <a:solidFill>
                  <a:srgbClr val="1D1D1D"/>
                </a:solidFill>
                <a:latin typeface="Be Vietnam Pro"/>
              </a:rPr>
              <a:t>: UAV trajectory, q[0] = q_s, q[N] = q_t</a:t>
            </a:r>
          </a:p>
          <a:p>
            <a:pPr algn="l" marL="171450" indent="-171450">
              <a:spcAft>
                <a:spcPts val="300"/>
              </a:spcAft>
              <a:buClr>
                <a:srgbClr val="EB9109"/>
              </a:buClr>
              <a:buFont typeface="Arial"/>
              <a:buChar char="•"/>
            </a:pPr>
            <a:r>
              <a:rPr sz="1000" b="1">
                <a:solidFill>
                  <a:srgbClr val="1D1D1D"/>
                </a:solidFill>
                <a:latin typeface="Be Vietnam Pro"/>
              </a:rPr>
              <a:t>x_{a,p} ∈ {0,1}</a:t>
            </a:r>
            <a:r>
              <a:rPr sz="1000" b="0">
                <a:solidFill>
                  <a:srgbClr val="1D1D1D"/>
                </a:solidFill>
                <a:latin typeface="Be Vietnam Pro"/>
              </a:rPr>
              <a:t>: chọn ground path hoặc UAV path cho alert a</a:t>
            </a:r>
          </a:p>
          <a:p>
            <a:pPr algn="l" marL="171450" indent="-171450">
              <a:spcAft>
                <a:spcPts val="300"/>
              </a:spcAft>
              <a:buClr>
                <a:srgbClr val="EB9109"/>
              </a:buClr>
              <a:buFont typeface="Arial"/>
              <a:buChar char="•"/>
            </a:pPr>
            <a:r>
              <a:rPr sz="1000" b="1">
                <a:solidFill>
                  <a:srgbClr val="1D1D1D"/>
                </a:solidFill>
                <a:latin typeface="Be Vietnam Pro"/>
              </a:rPr>
              <a:t>b_{e,n} ≥ 0</a:t>
            </a:r>
            <a:r>
              <a:rPr sz="1000" b="0">
                <a:solidFill>
                  <a:srgbClr val="1D1D1D"/>
                </a:solidFill>
                <a:latin typeface="Be Vietnam Pro"/>
              </a:rPr>
              <a:t>: bandwidth của radio link e ở slot n</a:t>
            </a:r>
          </a:p>
        </p:txBody>
      </p:sp>
      <p:sp>
        <p:nvSpPr>
          <p:cNvPr id="1534" name="TextBox 1533"/>
          <p:cNvSpPr txBox="1"/>
          <p:nvPr/>
        </p:nvSpPr>
        <p:spPr>
          <a:xfrm>
            <a:off x="886968" y="2743200"/>
            <a:ext cx="3474720" cy="274320"/>
          </a:xfrm>
          <a:prstGeom prst="rect">
            <a:avLst/>
          </a:prstGeom>
          <a:noFill/>
        </p:spPr>
        <p:txBody>
          <a:bodyPr wrap="square" lIns="36576" rIns="36576" tIns="18288" bIns="18288" anchor="t">
            <a:spAutoFit/>
          </a:bodyPr>
          <a:lstStyle/>
          <a:p>
            <a:pPr algn="l">
              <a:spcAft>
                <a:spcPts val="400"/>
              </a:spcAft>
            </a:pPr>
            <a:r>
              <a:rPr sz="1200" b="1">
                <a:solidFill>
                  <a:srgbClr val="0C0A9E"/>
                </a:solidFill>
                <a:latin typeface="IBM Plex Mono"/>
              </a:rPr>
              <a:t>Objective</a:t>
            </a:r>
          </a:p>
        </p:txBody>
      </p:sp>
      <p:pic>
        <p:nvPicPr>
          <p:cNvPr id="1535" name="Picture 1534" descr="eq.png"/>
          <p:cNvPicPr>
            <a:picLocks noChangeAspect="1"/>
          </p:cNvPicPr>
          <p:nvPr/>
        </p:nvPicPr>
        <p:blipFill>
          <a:blip r:embed="rId2"/>
          <a:stretch>
            <a:fillRect/>
          </a:stretch>
        </p:blipFill>
        <p:spPr>
          <a:xfrm>
            <a:off x="950976" y="3063240"/>
            <a:ext cx="3291840" cy="1060851"/>
          </a:xfrm>
          <a:prstGeom prst="rect">
            <a:avLst/>
          </a:prstGeom>
        </p:spPr>
      </p:pic>
      <p:sp>
        <p:nvSpPr>
          <p:cNvPr id="1536" name="Rounded Rectangle 1535"/>
          <p:cNvSpPr/>
          <p:nvPr/>
        </p:nvSpPr>
        <p:spPr>
          <a:xfrm>
            <a:off x="4672584" y="1188720"/>
            <a:ext cx="3749039" cy="3429000"/>
          </a:xfrm>
          <a:prstGeom prst="roundRect">
            <a:avLst>
              <a:gd name="adj" fmla="val 6000"/>
            </a:avLst>
          </a:prstGeom>
          <a:solidFill>
            <a:srgbClr val="FFFFFF"/>
          </a:solidFill>
          <a:ln w="12700">
            <a:solidFill>
              <a:srgbClr val="BFBE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TextBox 1536"/>
          <p:cNvSpPr txBox="1"/>
          <p:nvPr/>
        </p:nvSpPr>
        <p:spPr>
          <a:xfrm>
            <a:off x="4837176" y="1298448"/>
            <a:ext cx="3474720" cy="274320"/>
          </a:xfrm>
          <a:prstGeom prst="rect">
            <a:avLst/>
          </a:prstGeom>
          <a:noFill/>
        </p:spPr>
        <p:txBody>
          <a:bodyPr wrap="square" lIns="36576" rIns="36576" tIns="18288" bIns="18288" anchor="t">
            <a:spAutoFit/>
          </a:bodyPr>
          <a:lstStyle/>
          <a:p>
            <a:pPr algn="l">
              <a:spcAft>
                <a:spcPts val="400"/>
              </a:spcAft>
            </a:pPr>
            <a:r>
              <a:rPr sz="1200" b="1">
                <a:solidFill>
                  <a:srgbClr val="0C0A9E"/>
                </a:solidFill>
                <a:latin typeface="IBM Plex Mono"/>
              </a:rPr>
              <a:t>Ràng buộc mỗi slot</a:t>
            </a:r>
          </a:p>
        </p:txBody>
      </p:sp>
      <p:sp>
        <p:nvSpPr>
          <p:cNvPr id="1538" name="TextBox 1537"/>
          <p:cNvSpPr txBox="1"/>
          <p:nvPr/>
        </p:nvSpPr>
        <p:spPr>
          <a:xfrm>
            <a:off x="4837176" y="1600200"/>
            <a:ext cx="3474720" cy="2926080"/>
          </a:xfrm>
          <a:prstGeom prst="rect">
            <a:avLst/>
          </a:prstGeom>
          <a:noFill/>
        </p:spPr>
        <p:txBody>
          <a:bodyPr wrap="square" lIns="36576" rIns="36576" tIns="18288" bIns="18288" anchor="t">
            <a:spAutoFit/>
          </a:bodyPr>
          <a:lstStyle/>
          <a:p>
            <a:pPr algn="l" marL="171450" indent="-171450">
              <a:spcAft>
                <a:spcPts val="500"/>
              </a:spcAft>
              <a:buClr>
                <a:srgbClr val="EB9109"/>
              </a:buClr>
              <a:buFont typeface="Arial"/>
              <a:buChar char="•"/>
            </a:pPr>
            <a:r>
              <a:rPr sz="1000" b="1">
                <a:solidFill>
                  <a:srgbClr val="1D1D1D"/>
                </a:solidFill>
                <a:latin typeface="Be Vietnam Pro"/>
              </a:rPr>
              <a:t>Spectrum: </a:t>
            </a:r>
            <a:r>
              <a:rPr sz="1000" b="0">
                <a:solidFill>
                  <a:srgbClr val="1D1D1D"/>
                </a:solidFill>
                <a:latin typeface="Be Vietnam Pro"/>
              </a:rPr>
              <a:t>tổng bandwidth mỗi phase ≤ B_tot, tối đa 2 downlink</a:t>
            </a:r>
          </a:p>
          <a:p>
            <a:pPr algn="l" marL="171450" indent="-171450">
              <a:spcAft>
                <a:spcPts val="500"/>
              </a:spcAft>
              <a:buClr>
                <a:srgbClr val="EB9109"/>
              </a:buClr>
              <a:buFont typeface="Arial"/>
              <a:buChar char="•"/>
            </a:pPr>
            <a:r>
              <a:rPr sz="1000" b="1">
                <a:solidFill>
                  <a:srgbClr val="1D1D1D"/>
                </a:solidFill>
                <a:latin typeface="Be Vietnam Pro"/>
              </a:rPr>
              <a:t>Capacity: </a:t>
            </a:r>
            <a:r>
              <a:rPr sz="1000" b="0">
                <a:solidFill>
                  <a:srgbClr val="1D1D1D"/>
                </a:solidFill>
                <a:latin typeface="Be Vietnam Pro"/>
              </a:rPr>
              <a:t>radio link ≤ t_eΔR(b,s), backhaul edge ≤ ΔC_e</a:t>
            </a:r>
          </a:p>
          <a:p>
            <a:pPr algn="l" marL="171450" indent="-171450">
              <a:spcAft>
                <a:spcPts val="500"/>
              </a:spcAft>
              <a:buClr>
                <a:srgbClr val="EB9109"/>
              </a:buClr>
              <a:buFont typeface="Arial"/>
              <a:buChar char="•"/>
            </a:pPr>
            <a:r>
              <a:rPr sz="1000" b="1">
                <a:solidFill>
                  <a:srgbClr val="1D1D1D"/>
                </a:solidFill>
                <a:latin typeface="Be Vietnam Pro"/>
              </a:rPr>
              <a:t>Causality: </a:t>
            </a:r>
            <a:r>
              <a:rPr sz="1000" b="0">
                <a:solidFill>
                  <a:srgbClr val="1D1D1D"/>
                </a:solidFill>
                <a:latin typeface="Be Vietnam Pro"/>
              </a:rPr>
              <a:t>bit nhận ở slot n chỉ được forward từ slot n+1</a:t>
            </a:r>
          </a:p>
          <a:p>
            <a:pPr algn="l" marL="171450" indent="-171450">
              <a:spcAft>
                <a:spcPts val="500"/>
              </a:spcAft>
              <a:buClr>
                <a:srgbClr val="EB9109"/>
              </a:buClr>
              <a:buFont typeface="Arial"/>
              <a:buChar char="•"/>
            </a:pPr>
            <a:r>
              <a:rPr sz="1000" b="1">
                <a:solidFill>
                  <a:srgbClr val="1D1D1D"/>
                </a:solidFill>
                <a:latin typeface="Be Vietnam Pro"/>
              </a:rPr>
              <a:t>Deadline: </a:t>
            </a:r>
            <a:r>
              <a:rPr sz="1000" b="0">
                <a:solidFill>
                  <a:srgbClr val="1D1D1D"/>
                </a:solidFill>
                <a:latin typeface="Be Vietnam Pro"/>
              </a:rPr>
              <a:t>đầu slot d_a, mọi bit còn lại của alert a bị drop</a:t>
            </a:r>
          </a:p>
          <a:p>
            <a:pPr algn="l" marL="171450" indent="-171450">
              <a:spcAft>
                <a:spcPts val="500"/>
              </a:spcAft>
              <a:buClr>
                <a:srgbClr val="EB9109"/>
              </a:buClr>
              <a:buFont typeface="Arial"/>
              <a:buChar char="•"/>
            </a:pPr>
            <a:r>
              <a:rPr sz="1000" b="1">
                <a:solidFill>
                  <a:srgbClr val="1D1D1D"/>
                </a:solidFill>
                <a:latin typeface="Be Vietnam Pro"/>
              </a:rPr>
              <a:t>Scheduler chung: </a:t>
            </a:r>
            <a:r>
              <a:rPr sz="1000" b="0">
                <a:solidFill>
                  <a:srgbClr val="1D1D1D"/>
                </a:solidFill>
                <a:latin typeface="Be Vietnam Pro"/>
              </a:rPr>
              <a:t>earliest-deadline-first (EDF)</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3" name="Shape 1633"/>
        <p:cNvGrpSpPr/>
        <p:nvPr/>
      </p:nvGrpSpPr>
      <p:grpSpPr>
        <a:xfrm>
          <a:off x="0" y="0"/>
          <a:ext cx="0" cy="0"/>
          <a:chOff x="0" y="0"/>
          <a:chExt cx="0" cy="0"/>
        </a:xfrm>
      </p:grpSpPr>
      <p:sp>
        <p:nvSpPr>
          <p:cNvPr id="1634" name="Google Shape;1634;p4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Phân tích bài toán</a:t>
            </a:r>
          </a:p>
        </p:txBody>
      </p:sp>
      <p:sp>
        <p:nvSpPr>
          <p:cNvPr id="1635" name="Google Shape;1635;p41"/>
          <p:cNvSpPr txBox="1"/>
          <p:nvPr>
            <p:ph idx="1" type="subTitle"/>
          </p:nvPr>
        </p:nvSpPr>
        <p:spPr>
          <a:xfrm>
            <a:off x="4999903" y="2372500"/>
            <a:ext cx="2340300" cy="182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R(b,s) concave theo b nên được chặn trên bởi 10 tangent. LP relax x, z ∈ [0,1] cho bound hợp lệ với mọi realization ω trên trajectory q.</a:t>
            </a:r>
          </a:p>
        </p:txBody>
      </p:sp>
      <p:sp>
        <p:nvSpPr>
          <p:cNvPr id="1636" name="Google Shape;1636;p41"/>
          <p:cNvSpPr txBox="1"/>
          <p:nvPr>
            <p:ph idx="2" type="subTitle"/>
          </p:nvPr>
        </p:nvSpPr>
        <p:spPr>
          <a:xfrm>
            <a:off x="1803800" y="2372500"/>
            <a:ext cx="2340300" cy="182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Reduction từ PARTITION: NP-hard ngay cả khi trajectory cố định, chỉ 2 relay và mỗi alert có 2 candidate path. Độ khó đến từ việc mỗi alert phải đi đúng một path.</a:t>
            </a:r>
          </a:p>
        </p:txBody>
      </p:sp>
      <p:sp>
        <p:nvSpPr>
          <p:cNvPr id="1637" name="Google Shape;1637;p41"/>
          <p:cNvSpPr txBox="1"/>
          <p:nvPr>
            <p:ph idx="3" type="subTitle"/>
          </p:nvPr>
        </p:nvSpPr>
        <p:spPr>
          <a:xfrm>
            <a:off x="4999908" y="2048488"/>
            <a:ext cx="23403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LP upper bound</a:t>
            </a:r>
          </a:p>
        </p:txBody>
      </p:sp>
      <p:sp>
        <p:nvSpPr>
          <p:cNvPr id="1638" name="Google Shape;1638;p41"/>
          <p:cNvSpPr txBox="1"/>
          <p:nvPr>
            <p:ph idx="4" type="subTitle"/>
          </p:nvPr>
        </p:nvSpPr>
        <p:spPr>
          <a:xfrm>
            <a:off x="1803800" y="2048488"/>
            <a:ext cx="23403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NP-hard</a:t>
            </a:r>
          </a:p>
        </p:txBody>
      </p:sp>
      <p:grpSp>
        <p:nvGrpSpPr>
          <p:cNvPr id="1639" name="Google Shape;1639;p41"/>
          <p:cNvGrpSpPr/>
          <p:nvPr/>
        </p:nvGrpSpPr>
        <p:grpSpPr>
          <a:xfrm>
            <a:off x="5097753" y="1560284"/>
            <a:ext cx="336779" cy="341145"/>
            <a:chOff x="3906683" y="713190"/>
            <a:chExt cx="470494" cy="476593"/>
          </a:xfrm>
        </p:grpSpPr>
        <p:sp>
          <p:nvSpPr>
            <p:cNvPr id="1640" name="Google Shape;1640;p41"/>
            <p:cNvSpPr/>
            <p:nvPr/>
          </p:nvSpPr>
          <p:spPr>
            <a:xfrm>
              <a:off x="4044016" y="1026044"/>
              <a:ext cx="150100" cy="13676"/>
            </a:xfrm>
            <a:custGeom>
              <a:rect b="b" l="l" r="r" t="t"/>
              <a:pathLst>
                <a:path extrusionOk="0" h="361" w="3962">
                  <a:moveTo>
                    <a:pt x="199" y="0"/>
                  </a:moveTo>
                  <a:cubicBezTo>
                    <a:pt x="104" y="0"/>
                    <a:pt x="18" y="71"/>
                    <a:pt x="10" y="165"/>
                  </a:cubicBezTo>
                  <a:cubicBezTo>
                    <a:pt x="1" y="272"/>
                    <a:pt x="85" y="361"/>
                    <a:pt x="192" y="361"/>
                  </a:cubicBezTo>
                  <a:lnTo>
                    <a:pt x="3764" y="361"/>
                  </a:lnTo>
                  <a:cubicBezTo>
                    <a:pt x="3859" y="361"/>
                    <a:pt x="3944" y="292"/>
                    <a:pt x="3953" y="197"/>
                  </a:cubicBezTo>
                  <a:cubicBezTo>
                    <a:pt x="3961" y="89"/>
                    <a:pt x="3877" y="0"/>
                    <a:pt x="377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1" name="Google Shape;1641;p41"/>
            <p:cNvSpPr/>
            <p:nvPr/>
          </p:nvSpPr>
          <p:spPr>
            <a:xfrm>
              <a:off x="3971391" y="1026044"/>
              <a:ext cx="52774" cy="13676"/>
            </a:xfrm>
            <a:custGeom>
              <a:rect b="b" l="l" r="r" t="t"/>
              <a:pathLst>
                <a:path extrusionOk="0" h="361" w="1393">
                  <a:moveTo>
                    <a:pt x="198" y="0"/>
                  </a:moveTo>
                  <a:cubicBezTo>
                    <a:pt x="103" y="0"/>
                    <a:pt x="17" y="71"/>
                    <a:pt x="10" y="165"/>
                  </a:cubicBezTo>
                  <a:cubicBezTo>
                    <a:pt x="0" y="272"/>
                    <a:pt x="84" y="361"/>
                    <a:pt x="189" y="361"/>
                  </a:cubicBezTo>
                  <a:lnTo>
                    <a:pt x="1194" y="361"/>
                  </a:lnTo>
                  <a:cubicBezTo>
                    <a:pt x="1290" y="361"/>
                    <a:pt x="1375" y="292"/>
                    <a:pt x="1383" y="197"/>
                  </a:cubicBezTo>
                  <a:cubicBezTo>
                    <a:pt x="1392" y="89"/>
                    <a:pt x="1308" y="0"/>
                    <a:pt x="120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2" name="Google Shape;1642;p41"/>
            <p:cNvSpPr/>
            <p:nvPr/>
          </p:nvSpPr>
          <p:spPr>
            <a:xfrm>
              <a:off x="3970785" y="1052147"/>
              <a:ext cx="225075" cy="13676"/>
            </a:xfrm>
            <a:custGeom>
              <a:rect b="b" l="l" r="r" t="t"/>
              <a:pathLst>
                <a:path extrusionOk="0" h="361" w="5941">
                  <a:moveTo>
                    <a:pt x="201" y="1"/>
                  </a:moveTo>
                  <a:cubicBezTo>
                    <a:pt x="105" y="1"/>
                    <a:pt x="20" y="70"/>
                    <a:pt x="11" y="165"/>
                  </a:cubicBezTo>
                  <a:cubicBezTo>
                    <a:pt x="1" y="272"/>
                    <a:pt x="88" y="361"/>
                    <a:pt x="194" y="361"/>
                  </a:cubicBezTo>
                  <a:lnTo>
                    <a:pt x="5741" y="361"/>
                  </a:lnTo>
                  <a:cubicBezTo>
                    <a:pt x="5837" y="361"/>
                    <a:pt x="5922" y="291"/>
                    <a:pt x="5932" y="196"/>
                  </a:cubicBezTo>
                  <a:cubicBezTo>
                    <a:pt x="5940" y="90"/>
                    <a:pt x="5855" y="1"/>
                    <a:pt x="574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3" name="Google Shape;1643;p41"/>
            <p:cNvSpPr/>
            <p:nvPr/>
          </p:nvSpPr>
          <p:spPr>
            <a:xfrm>
              <a:off x="4132213" y="1076961"/>
              <a:ext cx="62927" cy="13676"/>
            </a:xfrm>
            <a:custGeom>
              <a:rect b="b" l="l" r="r" t="t"/>
              <a:pathLst>
                <a:path extrusionOk="0" h="361" w="1661">
                  <a:moveTo>
                    <a:pt x="197" y="0"/>
                  </a:moveTo>
                  <a:cubicBezTo>
                    <a:pt x="102" y="0"/>
                    <a:pt x="17" y="69"/>
                    <a:pt x="9" y="164"/>
                  </a:cubicBezTo>
                  <a:cubicBezTo>
                    <a:pt x="0" y="271"/>
                    <a:pt x="84" y="360"/>
                    <a:pt x="189" y="360"/>
                  </a:cubicBezTo>
                  <a:lnTo>
                    <a:pt x="1462" y="360"/>
                  </a:lnTo>
                  <a:cubicBezTo>
                    <a:pt x="1558" y="360"/>
                    <a:pt x="1642" y="290"/>
                    <a:pt x="1651" y="195"/>
                  </a:cubicBezTo>
                  <a:cubicBezTo>
                    <a:pt x="1660" y="89"/>
                    <a:pt x="1576" y="0"/>
                    <a:pt x="147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4" name="Google Shape;1644;p41"/>
            <p:cNvSpPr/>
            <p:nvPr/>
          </p:nvSpPr>
          <p:spPr>
            <a:xfrm>
              <a:off x="3972376" y="1076923"/>
              <a:ext cx="139530" cy="13714"/>
            </a:xfrm>
            <a:custGeom>
              <a:rect b="b" l="l" r="r" t="t"/>
              <a:pathLst>
                <a:path extrusionOk="0" h="362" w="3683">
                  <a:moveTo>
                    <a:pt x="198" y="0"/>
                  </a:moveTo>
                  <a:cubicBezTo>
                    <a:pt x="103" y="0"/>
                    <a:pt x="17" y="69"/>
                    <a:pt x="10" y="163"/>
                  </a:cubicBezTo>
                  <a:cubicBezTo>
                    <a:pt x="0" y="272"/>
                    <a:pt x="84" y="361"/>
                    <a:pt x="189" y="361"/>
                  </a:cubicBezTo>
                  <a:lnTo>
                    <a:pt x="3486" y="361"/>
                  </a:lnTo>
                  <a:cubicBezTo>
                    <a:pt x="3581" y="361"/>
                    <a:pt x="3666" y="291"/>
                    <a:pt x="3675" y="196"/>
                  </a:cubicBezTo>
                  <a:cubicBezTo>
                    <a:pt x="3683" y="89"/>
                    <a:pt x="3599" y="0"/>
                    <a:pt x="349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5" name="Google Shape;1645;p41"/>
            <p:cNvSpPr/>
            <p:nvPr/>
          </p:nvSpPr>
          <p:spPr>
            <a:xfrm>
              <a:off x="3971239" y="891969"/>
              <a:ext cx="124187" cy="95622"/>
            </a:xfrm>
            <a:custGeom>
              <a:rect b="b" l="l" r="r" t="t"/>
              <a:pathLst>
                <a:path extrusionOk="0" h="2524" w="3278">
                  <a:moveTo>
                    <a:pt x="2917" y="363"/>
                  </a:moveTo>
                  <a:lnTo>
                    <a:pt x="2917" y="2131"/>
                  </a:lnTo>
                  <a:lnTo>
                    <a:pt x="361" y="2131"/>
                  </a:lnTo>
                  <a:lnTo>
                    <a:pt x="361" y="363"/>
                  </a:lnTo>
                  <a:close/>
                  <a:moveTo>
                    <a:pt x="185" y="0"/>
                  </a:moveTo>
                  <a:cubicBezTo>
                    <a:pt x="83" y="0"/>
                    <a:pt x="0" y="83"/>
                    <a:pt x="0" y="186"/>
                  </a:cubicBezTo>
                  <a:lnTo>
                    <a:pt x="0" y="2339"/>
                  </a:lnTo>
                  <a:cubicBezTo>
                    <a:pt x="0" y="2442"/>
                    <a:pt x="83" y="2523"/>
                    <a:pt x="185" y="2523"/>
                  </a:cubicBezTo>
                  <a:lnTo>
                    <a:pt x="3093" y="2523"/>
                  </a:lnTo>
                  <a:cubicBezTo>
                    <a:pt x="3195" y="2523"/>
                    <a:pt x="3277" y="2442"/>
                    <a:pt x="3277" y="2339"/>
                  </a:cubicBezTo>
                  <a:lnTo>
                    <a:pt x="3277" y="186"/>
                  </a:lnTo>
                  <a:cubicBezTo>
                    <a:pt x="3277" y="83"/>
                    <a:pt x="3195" y="0"/>
                    <a:pt x="309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6" name="Google Shape;1646;p41"/>
            <p:cNvSpPr/>
            <p:nvPr/>
          </p:nvSpPr>
          <p:spPr>
            <a:xfrm>
              <a:off x="3971239" y="788960"/>
              <a:ext cx="273189" cy="63382"/>
            </a:xfrm>
            <a:custGeom>
              <a:rect b="b" l="l" r="r" t="t"/>
              <a:pathLst>
                <a:path extrusionOk="0" h="1673" w="7211">
                  <a:moveTo>
                    <a:pt x="185" y="0"/>
                  </a:moveTo>
                  <a:cubicBezTo>
                    <a:pt x="83" y="0"/>
                    <a:pt x="0" y="83"/>
                    <a:pt x="0" y="186"/>
                  </a:cubicBezTo>
                  <a:lnTo>
                    <a:pt x="0" y="1491"/>
                  </a:lnTo>
                  <a:cubicBezTo>
                    <a:pt x="0" y="1591"/>
                    <a:pt x="82" y="1672"/>
                    <a:pt x="182" y="1672"/>
                  </a:cubicBezTo>
                  <a:lnTo>
                    <a:pt x="1997" y="1672"/>
                  </a:lnTo>
                  <a:cubicBezTo>
                    <a:pt x="2093" y="1672"/>
                    <a:pt x="2178" y="1603"/>
                    <a:pt x="2185" y="1509"/>
                  </a:cubicBezTo>
                  <a:cubicBezTo>
                    <a:pt x="2194" y="1402"/>
                    <a:pt x="2111" y="1313"/>
                    <a:pt x="2006" y="1313"/>
                  </a:cubicBezTo>
                  <a:lnTo>
                    <a:pt x="360" y="1313"/>
                  </a:lnTo>
                  <a:lnTo>
                    <a:pt x="360" y="362"/>
                  </a:lnTo>
                  <a:lnTo>
                    <a:pt x="6849" y="362"/>
                  </a:lnTo>
                  <a:lnTo>
                    <a:pt x="6849" y="1313"/>
                  </a:lnTo>
                  <a:lnTo>
                    <a:pt x="3003" y="1313"/>
                  </a:lnTo>
                  <a:cubicBezTo>
                    <a:pt x="2907" y="1313"/>
                    <a:pt x="2822" y="1382"/>
                    <a:pt x="2814" y="1476"/>
                  </a:cubicBezTo>
                  <a:cubicBezTo>
                    <a:pt x="2805" y="1583"/>
                    <a:pt x="2889" y="1672"/>
                    <a:pt x="2993" y="1672"/>
                  </a:cubicBezTo>
                  <a:lnTo>
                    <a:pt x="7026" y="1672"/>
                  </a:lnTo>
                  <a:cubicBezTo>
                    <a:pt x="7127" y="1672"/>
                    <a:pt x="7210" y="1590"/>
                    <a:pt x="7210" y="1488"/>
                  </a:cubicBezTo>
                  <a:lnTo>
                    <a:pt x="7210" y="185"/>
                  </a:lnTo>
                  <a:cubicBezTo>
                    <a:pt x="7209" y="82"/>
                    <a:pt x="7126" y="0"/>
                    <a:pt x="702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7" name="Google Shape;1647;p41"/>
            <p:cNvSpPr/>
            <p:nvPr/>
          </p:nvSpPr>
          <p:spPr>
            <a:xfrm>
              <a:off x="4238101" y="930498"/>
              <a:ext cx="116762" cy="42204"/>
            </a:xfrm>
            <a:custGeom>
              <a:rect b="b" l="l" r="r" t="t"/>
              <a:pathLst>
                <a:path extrusionOk="0" h="1114" w="3082">
                  <a:moveTo>
                    <a:pt x="2721" y="360"/>
                  </a:moveTo>
                  <a:lnTo>
                    <a:pt x="2721" y="720"/>
                  </a:lnTo>
                  <a:lnTo>
                    <a:pt x="361" y="720"/>
                  </a:lnTo>
                  <a:lnTo>
                    <a:pt x="361" y="360"/>
                  </a:lnTo>
                  <a:close/>
                  <a:moveTo>
                    <a:pt x="186" y="0"/>
                  </a:moveTo>
                  <a:cubicBezTo>
                    <a:pt x="83" y="0"/>
                    <a:pt x="1" y="82"/>
                    <a:pt x="1" y="185"/>
                  </a:cubicBezTo>
                  <a:lnTo>
                    <a:pt x="1" y="929"/>
                  </a:lnTo>
                  <a:cubicBezTo>
                    <a:pt x="1" y="1032"/>
                    <a:pt x="83" y="1114"/>
                    <a:pt x="186" y="1114"/>
                  </a:cubicBezTo>
                  <a:lnTo>
                    <a:pt x="2898" y="1114"/>
                  </a:lnTo>
                  <a:cubicBezTo>
                    <a:pt x="2999" y="1114"/>
                    <a:pt x="3082" y="1032"/>
                    <a:pt x="3082" y="929"/>
                  </a:cubicBezTo>
                  <a:lnTo>
                    <a:pt x="3082" y="185"/>
                  </a:lnTo>
                  <a:cubicBezTo>
                    <a:pt x="3081" y="82"/>
                    <a:pt x="2999" y="0"/>
                    <a:pt x="289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8" name="Google Shape;1648;p41"/>
            <p:cNvSpPr/>
            <p:nvPr/>
          </p:nvSpPr>
          <p:spPr>
            <a:xfrm>
              <a:off x="3906683" y="713190"/>
              <a:ext cx="470494" cy="476593"/>
            </a:xfrm>
            <a:custGeom>
              <a:rect b="b" l="l" r="r" t="t"/>
              <a:pathLst>
                <a:path extrusionOk="0" h="12580" w="12419">
                  <a:moveTo>
                    <a:pt x="10075" y="361"/>
                  </a:moveTo>
                  <a:cubicBezTo>
                    <a:pt x="10175" y="361"/>
                    <a:pt x="10256" y="443"/>
                    <a:pt x="10256" y="544"/>
                  </a:cubicBezTo>
                  <a:lnTo>
                    <a:pt x="10256" y="1312"/>
                  </a:lnTo>
                  <a:lnTo>
                    <a:pt x="361" y="1312"/>
                  </a:lnTo>
                  <a:lnTo>
                    <a:pt x="361" y="544"/>
                  </a:lnTo>
                  <a:cubicBezTo>
                    <a:pt x="361" y="444"/>
                    <a:pt x="442" y="361"/>
                    <a:pt x="544" y="361"/>
                  </a:cubicBezTo>
                  <a:close/>
                  <a:moveTo>
                    <a:pt x="10256" y="1705"/>
                  </a:moveTo>
                  <a:lnTo>
                    <a:pt x="10256" y="3999"/>
                  </a:lnTo>
                  <a:lnTo>
                    <a:pt x="361" y="3999"/>
                  </a:lnTo>
                  <a:lnTo>
                    <a:pt x="361" y="1705"/>
                  </a:lnTo>
                  <a:close/>
                  <a:moveTo>
                    <a:pt x="8553" y="5081"/>
                  </a:moveTo>
                  <a:lnTo>
                    <a:pt x="8553" y="5229"/>
                  </a:lnTo>
                  <a:cubicBezTo>
                    <a:pt x="8323" y="5312"/>
                    <a:pt x="8159" y="5538"/>
                    <a:pt x="8159" y="5804"/>
                  </a:cubicBezTo>
                  <a:lnTo>
                    <a:pt x="8159" y="6850"/>
                  </a:lnTo>
                  <a:lnTo>
                    <a:pt x="5996" y="6850"/>
                  </a:lnTo>
                  <a:lnTo>
                    <a:pt x="5996" y="5081"/>
                  </a:lnTo>
                  <a:close/>
                  <a:moveTo>
                    <a:pt x="10256" y="4359"/>
                  </a:moveTo>
                  <a:lnTo>
                    <a:pt x="10256" y="5211"/>
                  </a:lnTo>
                  <a:lnTo>
                    <a:pt x="8913" y="5211"/>
                  </a:lnTo>
                  <a:lnTo>
                    <a:pt x="8913" y="4904"/>
                  </a:lnTo>
                  <a:cubicBezTo>
                    <a:pt x="8913" y="4801"/>
                    <a:pt x="8830" y="4718"/>
                    <a:pt x="8728" y="4718"/>
                  </a:cubicBezTo>
                  <a:lnTo>
                    <a:pt x="5820" y="4718"/>
                  </a:lnTo>
                  <a:cubicBezTo>
                    <a:pt x="5719" y="4718"/>
                    <a:pt x="5636" y="4801"/>
                    <a:pt x="5636" y="4904"/>
                  </a:cubicBezTo>
                  <a:lnTo>
                    <a:pt x="5636" y="7058"/>
                  </a:lnTo>
                  <a:cubicBezTo>
                    <a:pt x="5636" y="7161"/>
                    <a:pt x="5719" y="7242"/>
                    <a:pt x="5820" y="7242"/>
                  </a:cubicBezTo>
                  <a:lnTo>
                    <a:pt x="8125" y="7242"/>
                  </a:lnTo>
                  <a:lnTo>
                    <a:pt x="8125" y="7603"/>
                  </a:lnTo>
                  <a:lnTo>
                    <a:pt x="361" y="7603"/>
                  </a:lnTo>
                  <a:lnTo>
                    <a:pt x="361" y="4359"/>
                  </a:lnTo>
                  <a:close/>
                  <a:moveTo>
                    <a:pt x="11816" y="5572"/>
                  </a:moveTo>
                  <a:cubicBezTo>
                    <a:pt x="11951" y="5572"/>
                    <a:pt x="12060" y="5681"/>
                    <a:pt x="12060" y="5816"/>
                  </a:cubicBezTo>
                  <a:lnTo>
                    <a:pt x="12060" y="6981"/>
                  </a:lnTo>
                  <a:lnTo>
                    <a:pt x="10017" y="6981"/>
                  </a:lnTo>
                  <a:cubicBezTo>
                    <a:pt x="9921" y="6981"/>
                    <a:pt x="9836" y="7051"/>
                    <a:pt x="9828" y="7145"/>
                  </a:cubicBezTo>
                  <a:cubicBezTo>
                    <a:pt x="9819" y="7252"/>
                    <a:pt x="9903" y="7341"/>
                    <a:pt x="10007" y="7341"/>
                  </a:cubicBezTo>
                  <a:lnTo>
                    <a:pt x="12059" y="7341"/>
                  </a:lnTo>
                  <a:lnTo>
                    <a:pt x="12059" y="9242"/>
                  </a:lnTo>
                  <a:lnTo>
                    <a:pt x="8520" y="9242"/>
                  </a:lnTo>
                  <a:lnTo>
                    <a:pt x="8520" y="7341"/>
                  </a:lnTo>
                  <a:lnTo>
                    <a:pt x="9135" y="7341"/>
                  </a:lnTo>
                  <a:cubicBezTo>
                    <a:pt x="9231" y="7341"/>
                    <a:pt x="9316" y="7272"/>
                    <a:pt x="9324" y="7178"/>
                  </a:cubicBezTo>
                  <a:cubicBezTo>
                    <a:pt x="9333" y="7070"/>
                    <a:pt x="9249" y="6981"/>
                    <a:pt x="9144" y="6981"/>
                  </a:cubicBezTo>
                  <a:lnTo>
                    <a:pt x="8520" y="6981"/>
                  </a:lnTo>
                  <a:lnTo>
                    <a:pt x="8520" y="5816"/>
                  </a:lnTo>
                  <a:cubicBezTo>
                    <a:pt x="8520" y="5681"/>
                    <a:pt x="8629" y="5572"/>
                    <a:pt x="8763" y="5572"/>
                  </a:cubicBezTo>
                  <a:close/>
                  <a:moveTo>
                    <a:pt x="8126" y="7963"/>
                  </a:moveTo>
                  <a:lnTo>
                    <a:pt x="8126" y="10257"/>
                  </a:lnTo>
                  <a:lnTo>
                    <a:pt x="544" y="10257"/>
                  </a:lnTo>
                  <a:cubicBezTo>
                    <a:pt x="442" y="10257"/>
                    <a:pt x="361" y="10175"/>
                    <a:pt x="361" y="10074"/>
                  </a:cubicBezTo>
                  <a:lnTo>
                    <a:pt x="361" y="7963"/>
                  </a:lnTo>
                  <a:close/>
                  <a:moveTo>
                    <a:pt x="12059" y="9635"/>
                  </a:moveTo>
                  <a:lnTo>
                    <a:pt x="12059" y="11043"/>
                  </a:lnTo>
                  <a:lnTo>
                    <a:pt x="8520" y="11043"/>
                  </a:lnTo>
                  <a:lnTo>
                    <a:pt x="8520" y="9635"/>
                  </a:lnTo>
                  <a:close/>
                  <a:moveTo>
                    <a:pt x="12057" y="11436"/>
                  </a:moveTo>
                  <a:lnTo>
                    <a:pt x="12057" y="11980"/>
                  </a:lnTo>
                  <a:cubicBezTo>
                    <a:pt x="12059" y="12115"/>
                    <a:pt x="11950" y="12223"/>
                    <a:pt x="11815" y="12223"/>
                  </a:cubicBezTo>
                  <a:lnTo>
                    <a:pt x="8762" y="12223"/>
                  </a:lnTo>
                  <a:cubicBezTo>
                    <a:pt x="8627" y="12223"/>
                    <a:pt x="8519" y="12115"/>
                    <a:pt x="8519" y="11980"/>
                  </a:cubicBezTo>
                  <a:lnTo>
                    <a:pt x="8519" y="11436"/>
                  </a:lnTo>
                  <a:close/>
                  <a:moveTo>
                    <a:pt x="551" y="0"/>
                  </a:moveTo>
                  <a:cubicBezTo>
                    <a:pt x="247" y="0"/>
                    <a:pt x="0" y="247"/>
                    <a:pt x="0" y="550"/>
                  </a:cubicBezTo>
                  <a:lnTo>
                    <a:pt x="0" y="10065"/>
                  </a:lnTo>
                  <a:cubicBezTo>
                    <a:pt x="0" y="10369"/>
                    <a:pt x="247" y="10615"/>
                    <a:pt x="551" y="10615"/>
                  </a:cubicBezTo>
                  <a:lnTo>
                    <a:pt x="8157" y="10615"/>
                  </a:lnTo>
                  <a:lnTo>
                    <a:pt x="8157" y="11969"/>
                  </a:lnTo>
                  <a:cubicBezTo>
                    <a:pt x="8157" y="12306"/>
                    <a:pt x="8431" y="12580"/>
                    <a:pt x="8768" y="12580"/>
                  </a:cubicBezTo>
                  <a:lnTo>
                    <a:pt x="11805" y="12580"/>
                  </a:lnTo>
                  <a:cubicBezTo>
                    <a:pt x="12142" y="12580"/>
                    <a:pt x="12416" y="12306"/>
                    <a:pt x="12416" y="11969"/>
                  </a:cubicBezTo>
                  <a:lnTo>
                    <a:pt x="12416" y="5819"/>
                  </a:lnTo>
                  <a:cubicBezTo>
                    <a:pt x="12418" y="5486"/>
                    <a:pt x="12145" y="5211"/>
                    <a:pt x="11809" y="5211"/>
                  </a:cubicBezTo>
                  <a:lnTo>
                    <a:pt x="10616" y="5211"/>
                  </a:lnTo>
                  <a:lnTo>
                    <a:pt x="10616" y="552"/>
                  </a:lnTo>
                  <a:cubicBezTo>
                    <a:pt x="10616" y="248"/>
                    <a:pt x="10370" y="0"/>
                    <a:pt x="10065"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9" name="Google Shape;1649;p41"/>
            <p:cNvSpPr/>
            <p:nvPr/>
          </p:nvSpPr>
          <p:spPr>
            <a:xfrm>
              <a:off x="4288526" y="1086849"/>
              <a:ext cx="65579" cy="13714"/>
            </a:xfrm>
            <a:custGeom>
              <a:rect b="b" l="l" r="r" t="t"/>
              <a:pathLst>
                <a:path extrusionOk="0" h="362" w="1731">
                  <a:moveTo>
                    <a:pt x="198" y="1"/>
                  </a:moveTo>
                  <a:cubicBezTo>
                    <a:pt x="102" y="1"/>
                    <a:pt x="18" y="70"/>
                    <a:pt x="9" y="165"/>
                  </a:cubicBezTo>
                  <a:cubicBezTo>
                    <a:pt x="1" y="272"/>
                    <a:pt x="85" y="361"/>
                    <a:pt x="189" y="361"/>
                  </a:cubicBezTo>
                  <a:lnTo>
                    <a:pt x="1533" y="361"/>
                  </a:lnTo>
                  <a:cubicBezTo>
                    <a:pt x="1629" y="361"/>
                    <a:pt x="1714" y="291"/>
                    <a:pt x="1722" y="197"/>
                  </a:cubicBezTo>
                  <a:cubicBezTo>
                    <a:pt x="1731" y="90"/>
                    <a:pt x="1647" y="1"/>
                    <a:pt x="1542"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0" name="Google Shape;1650;p41"/>
            <p:cNvSpPr/>
            <p:nvPr/>
          </p:nvSpPr>
          <p:spPr>
            <a:xfrm>
              <a:off x="4237647" y="1086849"/>
              <a:ext cx="32846" cy="13714"/>
            </a:xfrm>
            <a:custGeom>
              <a:rect b="b" l="l" r="r" t="t"/>
              <a:pathLst>
                <a:path extrusionOk="0" h="362" w="867">
                  <a:moveTo>
                    <a:pt x="198" y="1"/>
                  </a:moveTo>
                  <a:cubicBezTo>
                    <a:pt x="102" y="1"/>
                    <a:pt x="17" y="70"/>
                    <a:pt x="9" y="165"/>
                  </a:cubicBezTo>
                  <a:cubicBezTo>
                    <a:pt x="0" y="272"/>
                    <a:pt x="84" y="361"/>
                    <a:pt x="189" y="361"/>
                  </a:cubicBezTo>
                  <a:lnTo>
                    <a:pt x="669" y="361"/>
                  </a:lnTo>
                  <a:cubicBezTo>
                    <a:pt x="765" y="361"/>
                    <a:pt x="849" y="291"/>
                    <a:pt x="858" y="197"/>
                  </a:cubicBezTo>
                  <a:cubicBezTo>
                    <a:pt x="866" y="90"/>
                    <a:pt x="782" y="1"/>
                    <a:pt x="67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1" name="Google Shape;1651;p41"/>
            <p:cNvSpPr/>
            <p:nvPr/>
          </p:nvSpPr>
          <p:spPr>
            <a:xfrm>
              <a:off x="4238594" y="1109239"/>
              <a:ext cx="114981" cy="13639"/>
            </a:xfrm>
            <a:custGeom>
              <a:rect b="b" l="l" r="r" t="t"/>
              <a:pathLst>
                <a:path extrusionOk="0" h="360" w="3035">
                  <a:moveTo>
                    <a:pt x="198" y="1"/>
                  </a:moveTo>
                  <a:cubicBezTo>
                    <a:pt x="102" y="1"/>
                    <a:pt x="17" y="70"/>
                    <a:pt x="10" y="164"/>
                  </a:cubicBezTo>
                  <a:cubicBezTo>
                    <a:pt x="0" y="270"/>
                    <a:pt x="84" y="360"/>
                    <a:pt x="189" y="360"/>
                  </a:cubicBezTo>
                  <a:lnTo>
                    <a:pt x="2837" y="360"/>
                  </a:lnTo>
                  <a:cubicBezTo>
                    <a:pt x="2933" y="360"/>
                    <a:pt x="3018" y="291"/>
                    <a:pt x="3026" y="197"/>
                  </a:cubicBezTo>
                  <a:cubicBezTo>
                    <a:pt x="3034" y="90"/>
                    <a:pt x="2951" y="1"/>
                    <a:pt x="284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2" name="Google Shape;1652;p41"/>
            <p:cNvSpPr/>
            <p:nvPr/>
          </p:nvSpPr>
          <p:spPr>
            <a:xfrm>
              <a:off x="4238139" y="1002442"/>
              <a:ext cx="54668" cy="49743"/>
            </a:xfrm>
            <a:custGeom>
              <a:rect b="b" l="l" r="r" t="t"/>
              <a:pathLst>
                <a:path extrusionOk="0" h="1313" w="1443">
                  <a:moveTo>
                    <a:pt x="1081" y="395"/>
                  </a:moveTo>
                  <a:lnTo>
                    <a:pt x="1081" y="951"/>
                  </a:lnTo>
                  <a:lnTo>
                    <a:pt x="360" y="951"/>
                  </a:lnTo>
                  <a:lnTo>
                    <a:pt x="360" y="395"/>
                  </a:lnTo>
                  <a:close/>
                  <a:moveTo>
                    <a:pt x="184" y="0"/>
                  </a:moveTo>
                  <a:cubicBezTo>
                    <a:pt x="81" y="0"/>
                    <a:pt x="1" y="84"/>
                    <a:pt x="1" y="188"/>
                  </a:cubicBezTo>
                  <a:lnTo>
                    <a:pt x="1" y="1128"/>
                  </a:lnTo>
                  <a:cubicBezTo>
                    <a:pt x="1" y="1230"/>
                    <a:pt x="82" y="1313"/>
                    <a:pt x="185" y="1313"/>
                  </a:cubicBezTo>
                  <a:lnTo>
                    <a:pt x="1258" y="1313"/>
                  </a:lnTo>
                  <a:cubicBezTo>
                    <a:pt x="1360" y="1313"/>
                    <a:pt x="1443" y="1230"/>
                    <a:pt x="1443" y="1128"/>
                  </a:cubicBezTo>
                  <a:lnTo>
                    <a:pt x="1443" y="186"/>
                  </a:lnTo>
                  <a:cubicBezTo>
                    <a:pt x="1443" y="83"/>
                    <a:pt x="1360" y="0"/>
                    <a:pt x="125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3" name="Google Shape;1653;p41"/>
            <p:cNvSpPr/>
            <p:nvPr/>
          </p:nvSpPr>
          <p:spPr>
            <a:xfrm>
              <a:off x="4300157" y="1002404"/>
              <a:ext cx="54706" cy="49743"/>
            </a:xfrm>
            <a:custGeom>
              <a:rect b="b" l="l" r="r" t="t"/>
              <a:pathLst>
                <a:path extrusionOk="0" h="1313" w="1444">
                  <a:moveTo>
                    <a:pt x="1084" y="396"/>
                  </a:moveTo>
                  <a:lnTo>
                    <a:pt x="1084" y="952"/>
                  </a:lnTo>
                  <a:lnTo>
                    <a:pt x="362" y="952"/>
                  </a:lnTo>
                  <a:lnTo>
                    <a:pt x="362" y="396"/>
                  </a:lnTo>
                  <a:close/>
                  <a:moveTo>
                    <a:pt x="186" y="0"/>
                  </a:moveTo>
                  <a:cubicBezTo>
                    <a:pt x="83" y="0"/>
                    <a:pt x="1" y="83"/>
                    <a:pt x="1" y="184"/>
                  </a:cubicBezTo>
                  <a:lnTo>
                    <a:pt x="1" y="1125"/>
                  </a:lnTo>
                  <a:cubicBezTo>
                    <a:pt x="1" y="1230"/>
                    <a:pt x="83" y="1312"/>
                    <a:pt x="184" y="1312"/>
                  </a:cubicBezTo>
                  <a:lnTo>
                    <a:pt x="1260" y="1312"/>
                  </a:lnTo>
                  <a:cubicBezTo>
                    <a:pt x="1361" y="1312"/>
                    <a:pt x="1444" y="1230"/>
                    <a:pt x="1444" y="1127"/>
                  </a:cubicBezTo>
                  <a:lnTo>
                    <a:pt x="1444" y="184"/>
                  </a:lnTo>
                  <a:cubicBezTo>
                    <a:pt x="1444" y="83"/>
                    <a:pt x="1361" y="0"/>
                    <a:pt x="126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654" name="Google Shape;1654;p41"/>
          <p:cNvGrpSpPr/>
          <p:nvPr/>
        </p:nvGrpSpPr>
        <p:grpSpPr>
          <a:xfrm>
            <a:off x="1901656" y="1560365"/>
            <a:ext cx="284360" cy="341145"/>
            <a:chOff x="3198385" y="713303"/>
            <a:chExt cx="397262" cy="476593"/>
          </a:xfrm>
        </p:grpSpPr>
        <p:sp>
          <p:nvSpPr>
            <p:cNvPr id="1655" name="Google Shape;1655;p41"/>
            <p:cNvSpPr/>
            <p:nvPr/>
          </p:nvSpPr>
          <p:spPr>
            <a:xfrm>
              <a:off x="3198385" y="713303"/>
              <a:ext cx="397262" cy="476593"/>
            </a:xfrm>
            <a:custGeom>
              <a:rect b="b" l="l" r="r" t="t"/>
              <a:pathLst>
                <a:path extrusionOk="0" h="12580" w="10486">
                  <a:moveTo>
                    <a:pt x="7669" y="666"/>
                  </a:moveTo>
                  <a:lnTo>
                    <a:pt x="9145" y="2358"/>
                  </a:lnTo>
                  <a:lnTo>
                    <a:pt x="7669" y="2358"/>
                  </a:lnTo>
                  <a:lnTo>
                    <a:pt x="7669" y="666"/>
                  </a:lnTo>
                  <a:close/>
                  <a:moveTo>
                    <a:pt x="10126" y="7469"/>
                  </a:moveTo>
                  <a:lnTo>
                    <a:pt x="10126" y="9730"/>
                  </a:lnTo>
                  <a:lnTo>
                    <a:pt x="7711" y="9730"/>
                  </a:lnTo>
                  <a:cubicBezTo>
                    <a:pt x="7616" y="9730"/>
                    <a:pt x="7531" y="9799"/>
                    <a:pt x="7523" y="9893"/>
                  </a:cubicBezTo>
                  <a:cubicBezTo>
                    <a:pt x="7515" y="10001"/>
                    <a:pt x="7598" y="10090"/>
                    <a:pt x="7703" y="10090"/>
                  </a:cubicBezTo>
                  <a:lnTo>
                    <a:pt x="9372" y="10090"/>
                  </a:lnTo>
                  <a:lnTo>
                    <a:pt x="9372" y="12220"/>
                  </a:lnTo>
                  <a:lnTo>
                    <a:pt x="1115" y="12220"/>
                  </a:lnTo>
                  <a:lnTo>
                    <a:pt x="1115" y="10090"/>
                  </a:lnTo>
                  <a:lnTo>
                    <a:pt x="6853" y="10090"/>
                  </a:lnTo>
                  <a:cubicBezTo>
                    <a:pt x="6949" y="10090"/>
                    <a:pt x="7034" y="10020"/>
                    <a:pt x="7043" y="9926"/>
                  </a:cubicBezTo>
                  <a:cubicBezTo>
                    <a:pt x="7052" y="9819"/>
                    <a:pt x="6967" y="9730"/>
                    <a:pt x="6860" y="9730"/>
                  </a:cubicBezTo>
                  <a:lnTo>
                    <a:pt x="362" y="9730"/>
                  </a:lnTo>
                  <a:lnTo>
                    <a:pt x="362" y="7469"/>
                  </a:lnTo>
                  <a:close/>
                  <a:moveTo>
                    <a:pt x="935" y="0"/>
                  </a:moveTo>
                  <a:cubicBezTo>
                    <a:pt x="835" y="0"/>
                    <a:pt x="754" y="81"/>
                    <a:pt x="754" y="182"/>
                  </a:cubicBezTo>
                  <a:lnTo>
                    <a:pt x="754" y="1012"/>
                  </a:lnTo>
                  <a:cubicBezTo>
                    <a:pt x="754" y="1107"/>
                    <a:pt x="823" y="1193"/>
                    <a:pt x="917" y="1201"/>
                  </a:cubicBezTo>
                  <a:cubicBezTo>
                    <a:pt x="923" y="1202"/>
                    <a:pt x="928" y="1202"/>
                    <a:pt x="934" y="1202"/>
                  </a:cubicBezTo>
                  <a:cubicBezTo>
                    <a:pt x="1033" y="1202"/>
                    <a:pt x="1113" y="1121"/>
                    <a:pt x="1113" y="1018"/>
                  </a:cubicBezTo>
                  <a:lnTo>
                    <a:pt x="1113" y="361"/>
                  </a:lnTo>
                  <a:lnTo>
                    <a:pt x="7306" y="361"/>
                  </a:lnTo>
                  <a:lnTo>
                    <a:pt x="7306" y="2536"/>
                  </a:lnTo>
                  <a:cubicBezTo>
                    <a:pt x="7306" y="2638"/>
                    <a:pt x="7389" y="2720"/>
                    <a:pt x="7491" y="2720"/>
                  </a:cubicBezTo>
                  <a:lnTo>
                    <a:pt x="9370" y="2720"/>
                  </a:lnTo>
                  <a:lnTo>
                    <a:pt x="9370" y="7112"/>
                  </a:lnTo>
                  <a:lnTo>
                    <a:pt x="1113" y="7112"/>
                  </a:lnTo>
                  <a:lnTo>
                    <a:pt x="1113" y="1869"/>
                  </a:lnTo>
                  <a:cubicBezTo>
                    <a:pt x="1113" y="1772"/>
                    <a:pt x="1044" y="1687"/>
                    <a:pt x="950" y="1678"/>
                  </a:cubicBezTo>
                  <a:cubicBezTo>
                    <a:pt x="945" y="1678"/>
                    <a:pt x="940" y="1677"/>
                    <a:pt x="935" y="1677"/>
                  </a:cubicBezTo>
                  <a:cubicBezTo>
                    <a:pt x="835" y="1677"/>
                    <a:pt x="754" y="1759"/>
                    <a:pt x="754" y="1861"/>
                  </a:cubicBezTo>
                  <a:lnTo>
                    <a:pt x="754" y="7112"/>
                  </a:lnTo>
                  <a:lnTo>
                    <a:pt x="184" y="7112"/>
                  </a:lnTo>
                  <a:cubicBezTo>
                    <a:pt x="82" y="7112"/>
                    <a:pt x="1" y="7194"/>
                    <a:pt x="1" y="7296"/>
                  </a:cubicBezTo>
                  <a:lnTo>
                    <a:pt x="1" y="9909"/>
                  </a:lnTo>
                  <a:cubicBezTo>
                    <a:pt x="1" y="10012"/>
                    <a:pt x="84" y="10093"/>
                    <a:pt x="184" y="10093"/>
                  </a:cubicBezTo>
                  <a:lnTo>
                    <a:pt x="754" y="10093"/>
                  </a:lnTo>
                  <a:lnTo>
                    <a:pt x="754" y="12397"/>
                  </a:lnTo>
                  <a:cubicBezTo>
                    <a:pt x="754" y="12499"/>
                    <a:pt x="836" y="12580"/>
                    <a:pt x="937" y="12580"/>
                  </a:cubicBezTo>
                  <a:lnTo>
                    <a:pt x="9549" y="12580"/>
                  </a:lnTo>
                  <a:cubicBezTo>
                    <a:pt x="9651" y="12580"/>
                    <a:pt x="9732" y="12497"/>
                    <a:pt x="9732" y="12397"/>
                  </a:cubicBezTo>
                  <a:lnTo>
                    <a:pt x="9732" y="10090"/>
                  </a:lnTo>
                  <a:lnTo>
                    <a:pt x="10302" y="10090"/>
                  </a:lnTo>
                  <a:cubicBezTo>
                    <a:pt x="10403" y="10090"/>
                    <a:pt x="10486" y="10008"/>
                    <a:pt x="10486" y="9905"/>
                  </a:cubicBezTo>
                  <a:lnTo>
                    <a:pt x="10486" y="7292"/>
                  </a:lnTo>
                  <a:cubicBezTo>
                    <a:pt x="10486" y="7191"/>
                    <a:pt x="10405" y="7109"/>
                    <a:pt x="10304" y="7109"/>
                  </a:cubicBezTo>
                  <a:lnTo>
                    <a:pt x="9732" y="7109"/>
                  </a:lnTo>
                  <a:lnTo>
                    <a:pt x="9732" y="2546"/>
                  </a:lnTo>
                  <a:cubicBezTo>
                    <a:pt x="9732" y="2502"/>
                    <a:pt x="9716" y="2458"/>
                    <a:pt x="9686" y="2426"/>
                  </a:cubicBezTo>
                  <a:lnTo>
                    <a:pt x="7621" y="63"/>
                  </a:lnTo>
                  <a:cubicBezTo>
                    <a:pt x="7586" y="22"/>
                    <a:pt x="7537" y="0"/>
                    <a:pt x="748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6" name="Google Shape;1656;p41"/>
            <p:cNvSpPr/>
            <p:nvPr/>
          </p:nvSpPr>
          <p:spPr>
            <a:xfrm>
              <a:off x="3252674" y="1008882"/>
              <a:ext cx="56562" cy="60995"/>
            </a:xfrm>
            <a:custGeom>
              <a:rect b="b" l="l" r="r" t="t"/>
              <a:pathLst>
                <a:path extrusionOk="0" h="1610" w="1493">
                  <a:moveTo>
                    <a:pt x="747" y="0"/>
                  </a:moveTo>
                  <a:cubicBezTo>
                    <a:pt x="646" y="0"/>
                    <a:pt x="566" y="81"/>
                    <a:pt x="566" y="180"/>
                  </a:cubicBezTo>
                  <a:lnTo>
                    <a:pt x="566" y="491"/>
                  </a:lnTo>
                  <a:lnTo>
                    <a:pt x="297" y="336"/>
                  </a:lnTo>
                  <a:cubicBezTo>
                    <a:pt x="268" y="320"/>
                    <a:pt x="237" y="312"/>
                    <a:pt x="207" y="312"/>
                  </a:cubicBezTo>
                  <a:cubicBezTo>
                    <a:pt x="144" y="312"/>
                    <a:pt x="84" y="344"/>
                    <a:pt x="51" y="401"/>
                  </a:cubicBezTo>
                  <a:cubicBezTo>
                    <a:pt x="1" y="488"/>
                    <a:pt x="31" y="598"/>
                    <a:pt x="116" y="647"/>
                  </a:cubicBezTo>
                  <a:lnTo>
                    <a:pt x="387" y="803"/>
                  </a:lnTo>
                  <a:lnTo>
                    <a:pt x="116" y="959"/>
                  </a:lnTo>
                  <a:cubicBezTo>
                    <a:pt x="30" y="1011"/>
                    <a:pt x="2" y="1121"/>
                    <a:pt x="51" y="1206"/>
                  </a:cubicBezTo>
                  <a:cubicBezTo>
                    <a:pt x="83" y="1264"/>
                    <a:pt x="145" y="1297"/>
                    <a:pt x="207" y="1297"/>
                  </a:cubicBezTo>
                  <a:cubicBezTo>
                    <a:pt x="237" y="1297"/>
                    <a:pt x="269" y="1289"/>
                    <a:pt x="297" y="1273"/>
                  </a:cubicBezTo>
                  <a:lnTo>
                    <a:pt x="567" y="1117"/>
                  </a:lnTo>
                  <a:lnTo>
                    <a:pt x="567" y="1420"/>
                  </a:lnTo>
                  <a:cubicBezTo>
                    <a:pt x="567" y="1515"/>
                    <a:pt x="636" y="1600"/>
                    <a:pt x="731" y="1609"/>
                  </a:cubicBezTo>
                  <a:cubicBezTo>
                    <a:pt x="736" y="1609"/>
                    <a:pt x="742" y="1609"/>
                    <a:pt x="747" y="1609"/>
                  </a:cubicBezTo>
                  <a:cubicBezTo>
                    <a:pt x="846" y="1609"/>
                    <a:pt x="927" y="1529"/>
                    <a:pt x="927" y="1430"/>
                  </a:cubicBezTo>
                  <a:lnTo>
                    <a:pt x="927" y="1117"/>
                  </a:lnTo>
                  <a:lnTo>
                    <a:pt x="1197" y="1273"/>
                  </a:lnTo>
                  <a:cubicBezTo>
                    <a:pt x="1225" y="1290"/>
                    <a:pt x="1255" y="1297"/>
                    <a:pt x="1287" y="1297"/>
                  </a:cubicBezTo>
                  <a:cubicBezTo>
                    <a:pt x="1350" y="1297"/>
                    <a:pt x="1409" y="1264"/>
                    <a:pt x="1443" y="1206"/>
                  </a:cubicBezTo>
                  <a:cubicBezTo>
                    <a:pt x="1492" y="1120"/>
                    <a:pt x="1464" y="1011"/>
                    <a:pt x="1377" y="960"/>
                  </a:cubicBezTo>
                  <a:lnTo>
                    <a:pt x="1108" y="804"/>
                  </a:lnTo>
                  <a:lnTo>
                    <a:pt x="1370" y="652"/>
                  </a:lnTo>
                  <a:cubicBezTo>
                    <a:pt x="1451" y="605"/>
                    <a:pt x="1491" y="502"/>
                    <a:pt x="1450" y="416"/>
                  </a:cubicBezTo>
                  <a:cubicBezTo>
                    <a:pt x="1419" y="349"/>
                    <a:pt x="1354" y="312"/>
                    <a:pt x="1287" y="312"/>
                  </a:cubicBezTo>
                  <a:cubicBezTo>
                    <a:pt x="1257" y="312"/>
                    <a:pt x="1225" y="320"/>
                    <a:pt x="1197" y="336"/>
                  </a:cubicBezTo>
                  <a:lnTo>
                    <a:pt x="927" y="491"/>
                  </a:lnTo>
                  <a:lnTo>
                    <a:pt x="927" y="189"/>
                  </a:lnTo>
                  <a:cubicBezTo>
                    <a:pt x="927" y="93"/>
                    <a:pt x="857" y="8"/>
                    <a:pt x="763" y="1"/>
                  </a:cubicBezTo>
                  <a:cubicBezTo>
                    <a:pt x="758" y="0"/>
                    <a:pt x="752" y="0"/>
                    <a:pt x="7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7" name="Google Shape;1657;p41"/>
            <p:cNvSpPr/>
            <p:nvPr/>
          </p:nvSpPr>
          <p:spPr>
            <a:xfrm>
              <a:off x="3329467" y="1008920"/>
              <a:ext cx="56676" cy="60957"/>
            </a:xfrm>
            <a:custGeom>
              <a:rect b="b" l="l" r="r" t="t"/>
              <a:pathLst>
                <a:path extrusionOk="0" h="1609" w="1496">
                  <a:moveTo>
                    <a:pt x="750" y="0"/>
                  </a:moveTo>
                  <a:cubicBezTo>
                    <a:pt x="650" y="0"/>
                    <a:pt x="570" y="81"/>
                    <a:pt x="570" y="180"/>
                  </a:cubicBezTo>
                  <a:lnTo>
                    <a:pt x="570" y="492"/>
                  </a:lnTo>
                  <a:lnTo>
                    <a:pt x="308" y="340"/>
                  </a:lnTo>
                  <a:cubicBezTo>
                    <a:pt x="277" y="323"/>
                    <a:pt x="243" y="314"/>
                    <a:pt x="209" y="314"/>
                  </a:cubicBezTo>
                  <a:cubicBezTo>
                    <a:pt x="152" y="314"/>
                    <a:pt x="97" y="339"/>
                    <a:pt x="62" y="387"/>
                  </a:cubicBezTo>
                  <a:cubicBezTo>
                    <a:pt x="0" y="474"/>
                    <a:pt x="29" y="594"/>
                    <a:pt x="120" y="646"/>
                  </a:cubicBezTo>
                  <a:lnTo>
                    <a:pt x="390" y="802"/>
                  </a:lnTo>
                  <a:lnTo>
                    <a:pt x="120" y="958"/>
                  </a:lnTo>
                  <a:cubicBezTo>
                    <a:pt x="35" y="1010"/>
                    <a:pt x="5" y="1120"/>
                    <a:pt x="55" y="1205"/>
                  </a:cubicBezTo>
                  <a:cubicBezTo>
                    <a:pt x="87" y="1263"/>
                    <a:pt x="149" y="1296"/>
                    <a:pt x="211" y="1296"/>
                  </a:cubicBezTo>
                  <a:cubicBezTo>
                    <a:pt x="240" y="1296"/>
                    <a:pt x="272" y="1288"/>
                    <a:pt x="301" y="1272"/>
                  </a:cubicBezTo>
                  <a:lnTo>
                    <a:pt x="570" y="1116"/>
                  </a:lnTo>
                  <a:lnTo>
                    <a:pt x="570" y="1419"/>
                  </a:lnTo>
                  <a:cubicBezTo>
                    <a:pt x="570" y="1514"/>
                    <a:pt x="640" y="1599"/>
                    <a:pt x="735" y="1608"/>
                  </a:cubicBezTo>
                  <a:cubicBezTo>
                    <a:pt x="740" y="1608"/>
                    <a:pt x="745" y="1608"/>
                    <a:pt x="751" y="1608"/>
                  </a:cubicBezTo>
                  <a:cubicBezTo>
                    <a:pt x="850" y="1608"/>
                    <a:pt x="930" y="1528"/>
                    <a:pt x="930" y="1429"/>
                  </a:cubicBezTo>
                  <a:lnTo>
                    <a:pt x="930" y="1116"/>
                  </a:lnTo>
                  <a:lnTo>
                    <a:pt x="1201" y="1272"/>
                  </a:lnTo>
                  <a:cubicBezTo>
                    <a:pt x="1229" y="1289"/>
                    <a:pt x="1259" y="1296"/>
                    <a:pt x="1291" y="1296"/>
                  </a:cubicBezTo>
                  <a:cubicBezTo>
                    <a:pt x="1353" y="1296"/>
                    <a:pt x="1413" y="1263"/>
                    <a:pt x="1447" y="1205"/>
                  </a:cubicBezTo>
                  <a:cubicBezTo>
                    <a:pt x="1496" y="1119"/>
                    <a:pt x="1466" y="1010"/>
                    <a:pt x="1381" y="959"/>
                  </a:cubicBezTo>
                  <a:lnTo>
                    <a:pt x="1109" y="803"/>
                  </a:lnTo>
                  <a:lnTo>
                    <a:pt x="1381" y="648"/>
                  </a:lnTo>
                  <a:cubicBezTo>
                    <a:pt x="1468" y="598"/>
                    <a:pt x="1496" y="488"/>
                    <a:pt x="1447" y="402"/>
                  </a:cubicBezTo>
                  <a:cubicBezTo>
                    <a:pt x="1413" y="344"/>
                    <a:pt x="1353" y="312"/>
                    <a:pt x="1291" y="312"/>
                  </a:cubicBezTo>
                  <a:cubicBezTo>
                    <a:pt x="1260" y="312"/>
                    <a:pt x="1229" y="320"/>
                    <a:pt x="1201" y="336"/>
                  </a:cubicBezTo>
                  <a:lnTo>
                    <a:pt x="930" y="492"/>
                  </a:lnTo>
                  <a:lnTo>
                    <a:pt x="930" y="190"/>
                  </a:lnTo>
                  <a:cubicBezTo>
                    <a:pt x="930" y="94"/>
                    <a:pt x="861" y="8"/>
                    <a:pt x="767" y="1"/>
                  </a:cubicBezTo>
                  <a:cubicBezTo>
                    <a:pt x="761" y="0"/>
                    <a:pt x="756" y="0"/>
                    <a:pt x="75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8" name="Google Shape;1658;p41"/>
            <p:cNvSpPr/>
            <p:nvPr/>
          </p:nvSpPr>
          <p:spPr>
            <a:xfrm>
              <a:off x="3407814" y="1008920"/>
              <a:ext cx="56562" cy="60957"/>
            </a:xfrm>
            <a:custGeom>
              <a:rect b="b" l="l" r="r" t="t"/>
              <a:pathLst>
                <a:path extrusionOk="0" h="1609" w="1493">
                  <a:moveTo>
                    <a:pt x="747" y="0"/>
                  </a:moveTo>
                  <a:cubicBezTo>
                    <a:pt x="646" y="0"/>
                    <a:pt x="566" y="81"/>
                    <a:pt x="566" y="180"/>
                  </a:cubicBezTo>
                  <a:lnTo>
                    <a:pt x="566" y="492"/>
                  </a:lnTo>
                  <a:lnTo>
                    <a:pt x="297" y="336"/>
                  </a:lnTo>
                  <a:cubicBezTo>
                    <a:pt x="269" y="320"/>
                    <a:pt x="238" y="312"/>
                    <a:pt x="207" y="312"/>
                  </a:cubicBezTo>
                  <a:cubicBezTo>
                    <a:pt x="145" y="312"/>
                    <a:pt x="84" y="344"/>
                    <a:pt x="51" y="402"/>
                  </a:cubicBezTo>
                  <a:cubicBezTo>
                    <a:pt x="1" y="488"/>
                    <a:pt x="31" y="598"/>
                    <a:pt x="116" y="648"/>
                  </a:cubicBezTo>
                  <a:lnTo>
                    <a:pt x="387" y="803"/>
                  </a:lnTo>
                  <a:lnTo>
                    <a:pt x="116" y="959"/>
                  </a:lnTo>
                  <a:cubicBezTo>
                    <a:pt x="31" y="1010"/>
                    <a:pt x="2" y="1120"/>
                    <a:pt x="51" y="1205"/>
                  </a:cubicBezTo>
                  <a:cubicBezTo>
                    <a:pt x="86" y="1263"/>
                    <a:pt x="145" y="1296"/>
                    <a:pt x="207" y="1296"/>
                  </a:cubicBezTo>
                  <a:cubicBezTo>
                    <a:pt x="238" y="1296"/>
                    <a:pt x="269" y="1288"/>
                    <a:pt x="297" y="1272"/>
                  </a:cubicBezTo>
                  <a:lnTo>
                    <a:pt x="567" y="1116"/>
                  </a:lnTo>
                  <a:lnTo>
                    <a:pt x="567" y="1419"/>
                  </a:lnTo>
                  <a:cubicBezTo>
                    <a:pt x="567" y="1514"/>
                    <a:pt x="637" y="1599"/>
                    <a:pt x="731" y="1608"/>
                  </a:cubicBezTo>
                  <a:cubicBezTo>
                    <a:pt x="736" y="1608"/>
                    <a:pt x="742" y="1608"/>
                    <a:pt x="747" y="1608"/>
                  </a:cubicBezTo>
                  <a:cubicBezTo>
                    <a:pt x="847" y="1608"/>
                    <a:pt x="927" y="1528"/>
                    <a:pt x="927" y="1429"/>
                  </a:cubicBezTo>
                  <a:lnTo>
                    <a:pt x="927" y="1116"/>
                  </a:lnTo>
                  <a:lnTo>
                    <a:pt x="1197" y="1272"/>
                  </a:lnTo>
                  <a:cubicBezTo>
                    <a:pt x="1225" y="1289"/>
                    <a:pt x="1256" y="1296"/>
                    <a:pt x="1287" y="1296"/>
                  </a:cubicBezTo>
                  <a:cubicBezTo>
                    <a:pt x="1350" y="1296"/>
                    <a:pt x="1411" y="1263"/>
                    <a:pt x="1443" y="1205"/>
                  </a:cubicBezTo>
                  <a:cubicBezTo>
                    <a:pt x="1492" y="1119"/>
                    <a:pt x="1463" y="1010"/>
                    <a:pt x="1377" y="959"/>
                  </a:cubicBezTo>
                  <a:lnTo>
                    <a:pt x="1108"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8" y="8"/>
                    <a:pt x="763" y="1"/>
                  </a:cubicBezTo>
                  <a:cubicBezTo>
                    <a:pt x="758" y="0"/>
                    <a:pt x="752" y="0"/>
                    <a:pt x="7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9" name="Google Shape;1659;p41"/>
            <p:cNvSpPr/>
            <p:nvPr/>
          </p:nvSpPr>
          <p:spPr>
            <a:xfrm>
              <a:off x="3484796" y="1008920"/>
              <a:ext cx="56562" cy="60957"/>
            </a:xfrm>
            <a:custGeom>
              <a:rect b="b" l="l" r="r" t="t"/>
              <a:pathLst>
                <a:path extrusionOk="0" h="1609" w="1493">
                  <a:moveTo>
                    <a:pt x="747" y="0"/>
                  </a:moveTo>
                  <a:cubicBezTo>
                    <a:pt x="646" y="0"/>
                    <a:pt x="566" y="81"/>
                    <a:pt x="566" y="180"/>
                  </a:cubicBezTo>
                  <a:lnTo>
                    <a:pt x="566" y="492"/>
                  </a:lnTo>
                  <a:lnTo>
                    <a:pt x="297" y="336"/>
                  </a:lnTo>
                  <a:cubicBezTo>
                    <a:pt x="269" y="320"/>
                    <a:pt x="237" y="312"/>
                    <a:pt x="207" y="312"/>
                  </a:cubicBezTo>
                  <a:cubicBezTo>
                    <a:pt x="144" y="312"/>
                    <a:pt x="84" y="344"/>
                    <a:pt x="51" y="402"/>
                  </a:cubicBezTo>
                  <a:cubicBezTo>
                    <a:pt x="1" y="488"/>
                    <a:pt x="30" y="598"/>
                    <a:pt x="116" y="648"/>
                  </a:cubicBezTo>
                  <a:lnTo>
                    <a:pt x="386" y="803"/>
                  </a:lnTo>
                  <a:lnTo>
                    <a:pt x="116" y="959"/>
                  </a:lnTo>
                  <a:cubicBezTo>
                    <a:pt x="30" y="1010"/>
                    <a:pt x="2" y="1120"/>
                    <a:pt x="51" y="1205"/>
                  </a:cubicBezTo>
                  <a:cubicBezTo>
                    <a:pt x="83" y="1263"/>
                    <a:pt x="145" y="1296"/>
                    <a:pt x="207" y="1296"/>
                  </a:cubicBezTo>
                  <a:cubicBezTo>
                    <a:pt x="237" y="1296"/>
                    <a:pt x="269" y="1288"/>
                    <a:pt x="297" y="1272"/>
                  </a:cubicBezTo>
                  <a:lnTo>
                    <a:pt x="567" y="1116"/>
                  </a:lnTo>
                  <a:lnTo>
                    <a:pt x="567" y="1419"/>
                  </a:lnTo>
                  <a:cubicBezTo>
                    <a:pt x="567" y="1514"/>
                    <a:pt x="636" y="1599"/>
                    <a:pt x="731" y="1608"/>
                  </a:cubicBezTo>
                  <a:cubicBezTo>
                    <a:pt x="736" y="1608"/>
                    <a:pt x="742" y="1608"/>
                    <a:pt x="747" y="1608"/>
                  </a:cubicBezTo>
                  <a:cubicBezTo>
                    <a:pt x="846" y="1608"/>
                    <a:pt x="927" y="1528"/>
                    <a:pt x="927" y="1429"/>
                  </a:cubicBezTo>
                  <a:lnTo>
                    <a:pt x="927" y="1116"/>
                  </a:lnTo>
                  <a:lnTo>
                    <a:pt x="1197" y="1272"/>
                  </a:lnTo>
                  <a:cubicBezTo>
                    <a:pt x="1225" y="1289"/>
                    <a:pt x="1255" y="1296"/>
                    <a:pt x="1287" y="1296"/>
                  </a:cubicBezTo>
                  <a:cubicBezTo>
                    <a:pt x="1350" y="1296"/>
                    <a:pt x="1409" y="1263"/>
                    <a:pt x="1443" y="1205"/>
                  </a:cubicBezTo>
                  <a:cubicBezTo>
                    <a:pt x="1492" y="1119"/>
                    <a:pt x="1462" y="1010"/>
                    <a:pt x="1377" y="959"/>
                  </a:cubicBezTo>
                  <a:lnTo>
                    <a:pt x="1107" y="803"/>
                  </a:lnTo>
                  <a:lnTo>
                    <a:pt x="1377" y="648"/>
                  </a:lnTo>
                  <a:cubicBezTo>
                    <a:pt x="1464" y="598"/>
                    <a:pt x="1492" y="488"/>
                    <a:pt x="1443" y="402"/>
                  </a:cubicBezTo>
                  <a:cubicBezTo>
                    <a:pt x="1409" y="344"/>
                    <a:pt x="1349" y="312"/>
                    <a:pt x="1287" y="312"/>
                  </a:cubicBezTo>
                  <a:cubicBezTo>
                    <a:pt x="1256" y="312"/>
                    <a:pt x="1225" y="320"/>
                    <a:pt x="1197" y="336"/>
                  </a:cubicBezTo>
                  <a:lnTo>
                    <a:pt x="927" y="492"/>
                  </a:lnTo>
                  <a:lnTo>
                    <a:pt x="927" y="190"/>
                  </a:lnTo>
                  <a:cubicBezTo>
                    <a:pt x="927" y="94"/>
                    <a:pt x="857" y="8"/>
                    <a:pt x="763" y="1"/>
                  </a:cubicBezTo>
                  <a:cubicBezTo>
                    <a:pt x="758" y="0"/>
                    <a:pt x="752" y="0"/>
                    <a:pt x="7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0" name="Google Shape;1660;p41"/>
            <p:cNvSpPr/>
            <p:nvPr/>
          </p:nvSpPr>
          <p:spPr>
            <a:xfrm>
              <a:off x="3342424" y="807220"/>
              <a:ext cx="109260" cy="154343"/>
            </a:xfrm>
            <a:custGeom>
              <a:rect b="b" l="l" r="r" t="t"/>
              <a:pathLst>
                <a:path extrusionOk="0" h="4074" w="2884">
                  <a:moveTo>
                    <a:pt x="1457" y="380"/>
                  </a:moveTo>
                  <a:cubicBezTo>
                    <a:pt x="1776" y="380"/>
                    <a:pt x="2032" y="645"/>
                    <a:pt x="2032" y="972"/>
                  </a:cubicBezTo>
                  <a:lnTo>
                    <a:pt x="2032" y="1517"/>
                  </a:lnTo>
                  <a:lnTo>
                    <a:pt x="885" y="1517"/>
                  </a:lnTo>
                  <a:lnTo>
                    <a:pt x="885" y="954"/>
                  </a:lnTo>
                  <a:cubicBezTo>
                    <a:pt x="885" y="654"/>
                    <a:pt x="1116" y="405"/>
                    <a:pt x="1411" y="381"/>
                  </a:cubicBezTo>
                  <a:cubicBezTo>
                    <a:pt x="1426" y="380"/>
                    <a:pt x="1442" y="380"/>
                    <a:pt x="1457" y="380"/>
                  </a:cubicBezTo>
                  <a:close/>
                  <a:moveTo>
                    <a:pt x="2342" y="1878"/>
                  </a:moveTo>
                  <a:cubicBezTo>
                    <a:pt x="2441" y="1878"/>
                    <a:pt x="2524" y="1959"/>
                    <a:pt x="2524" y="2058"/>
                  </a:cubicBezTo>
                  <a:lnTo>
                    <a:pt x="2524" y="3532"/>
                  </a:lnTo>
                  <a:cubicBezTo>
                    <a:pt x="2524" y="3631"/>
                    <a:pt x="2442" y="3712"/>
                    <a:pt x="2343" y="3712"/>
                  </a:cubicBezTo>
                  <a:lnTo>
                    <a:pt x="576" y="3712"/>
                  </a:lnTo>
                  <a:cubicBezTo>
                    <a:pt x="476" y="3712"/>
                    <a:pt x="395" y="3631"/>
                    <a:pt x="395" y="3532"/>
                  </a:cubicBezTo>
                  <a:lnTo>
                    <a:pt x="395" y="2058"/>
                  </a:lnTo>
                  <a:cubicBezTo>
                    <a:pt x="395" y="1959"/>
                    <a:pt x="476" y="1878"/>
                    <a:pt x="576" y="1878"/>
                  </a:cubicBezTo>
                  <a:close/>
                  <a:moveTo>
                    <a:pt x="1442" y="0"/>
                  </a:moveTo>
                  <a:cubicBezTo>
                    <a:pt x="918" y="0"/>
                    <a:pt x="492" y="428"/>
                    <a:pt x="492" y="951"/>
                  </a:cubicBezTo>
                  <a:lnTo>
                    <a:pt x="492" y="1513"/>
                  </a:lnTo>
                  <a:cubicBezTo>
                    <a:pt x="216" y="1545"/>
                    <a:pt x="1" y="1778"/>
                    <a:pt x="1" y="2057"/>
                  </a:cubicBezTo>
                  <a:lnTo>
                    <a:pt x="1" y="3525"/>
                  </a:lnTo>
                  <a:cubicBezTo>
                    <a:pt x="1" y="3828"/>
                    <a:pt x="247" y="4073"/>
                    <a:pt x="549" y="4073"/>
                  </a:cubicBezTo>
                  <a:lnTo>
                    <a:pt x="2334" y="4073"/>
                  </a:lnTo>
                  <a:cubicBezTo>
                    <a:pt x="2638" y="4073"/>
                    <a:pt x="2883" y="3827"/>
                    <a:pt x="2883" y="3525"/>
                  </a:cubicBezTo>
                  <a:lnTo>
                    <a:pt x="2883" y="2057"/>
                  </a:lnTo>
                  <a:cubicBezTo>
                    <a:pt x="2883" y="1778"/>
                    <a:pt x="2668" y="1545"/>
                    <a:pt x="2392" y="1513"/>
                  </a:cubicBezTo>
                  <a:lnTo>
                    <a:pt x="2392" y="950"/>
                  </a:lnTo>
                  <a:cubicBezTo>
                    <a:pt x="2393" y="427"/>
                    <a:pt x="1966" y="0"/>
                    <a:pt x="144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1" name="Google Shape;1661;p41"/>
            <p:cNvSpPr/>
            <p:nvPr/>
          </p:nvSpPr>
          <p:spPr>
            <a:xfrm>
              <a:off x="3387735" y="903637"/>
              <a:ext cx="18715" cy="18677"/>
            </a:xfrm>
            <a:custGeom>
              <a:rect b="b" l="l" r="r" t="t"/>
              <a:pathLst>
                <a:path extrusionOk="0" h="493" w="494">
                  <a:moveTo>
                    <a:pt x="247" y="0"/>
                  </a:moveTo>
                  <a:cubicBezTo>
                    <a:pt x="111" y="0"/>
                    <a:pt x="1" y="110"/>
                    <a:pt x="1" y="246"/>
                  </a:cubicBezTo>
                  <a:cubicBezTo>
                    <a:pt x="1" y="383"/>
                    <a:pt x="111" y="493"/>
                    <a:pt x="247" y="493"/>
                  </a:cubicBezTo>
                  <a:cubicBezTo>
                    <a:pt x="383" y="493"/>
                    <a:pt x="493" y="383"/>
                    <a:pt x="493" y="246"/>
                  </a:cubicBezTo>
                  <a:cubicBezTo>
                    <a:pt x="493" y="110"/>
                    <a:pt x="383" y="0"/>
                    <a:pt x="24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03</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Sample-scored block search và biến thể SBS-R</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Phương pháp</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8" name="Shape 2198"/>
        <p:cNvGrpSpPr/>
        <p:nvPr/>
      </p:nvGrpSpPr>
      <p:grpSpPr>
        <a:xfrm>
          <a:off x="0" y="0"/>
          <a:ext cx="0" cy="0"/>
          <a:chOff x="0" y="0"/>
          <a:chExt cx="0" cy="0"/>
        </a:xfrm>
      </p:grpSpPr>
      <p:sp>
        <p:nvSpPr>
          <p:cNvPr id="2199" name="Google Shape;2199;p57"/>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Vì sao không dùng SCA?</a:t>
            </a:r>
          </a:p>
        </p:txBody>
      </p:sp>
      <p:sp>
        <p:nvSpPr>
          <p:cNvPr id="2200" name="Google Shape;2200;p57"/>
          <p:cNvSpPr txBox="1"/>
          <p:nvPr/>
        </p:nvSpPr>
        <p:spPr>
          <a:xfrm>
            <a:off x="5830935" y="3330599"/>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Sampled design</a:t>
            </a:r>
          </a:p>
        </p:txBody>
      </p:sp>
      <p:sp>
        <p:nvSpPr>
          <p:cNvPr id="2201" name="Google Shape;2201;p57"/>
          <p:cNvSpPr txBox="1"/>
          <p:nvPr/>
        </p:nvSpPr>
        <p:spPr>
          <a:xfrm>
            <a:off x="3081075" y="3709040"/>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Chấm mỗi thay đổi bằng chính EDF simulator: 0.427</a:t>
            </a:r>
          </a:p>
        </p:txBody>
      </p:sp>
      <p:sp>
        <p:nvSpPr>
          <p:cNvPr id="2202" name="Google Shape;2202;p57"/>
          <p:cNvSpPr txBox="1"/>
          <p:nvPr/>
        </p:nvSpPr>
        <p:spPr>
          <a:xfrm>
            <a:off x="5830935" y="3709026"/>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Chấm trên M_d = 5 channel realizations (SAA): 0.449</a:t>
            </a:r>
          </a:p>
        </p:txBody>
      </p:sp>
      <p:sp>
        <p:nvSpPr>
          <p:cNvPr id="2203" name="Google Shape;2203;p57"/>
          <p:cNvSpPr txBox="1"/>
          <p:nvPr/>
        </p:nvSpPr>
        <p:spPr>
          <a:xfrm>
            <a:off x="3081075" y="3330613"/>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Evaluated search</a:t>
            </a:r>
          </a:p>
        </p:txBody>
      </p:sp>
      <p:sp>
        <p:nvSpPr>
          <p:cNvPr id="2204" name="Google Shape;2204;p57"/>
          <p:cNvSpPr txBox="1"/>
          <p:nvPr/>
        </p:nvSpPr>
        <p:spPr>
          <a:xfrm>
            <a:off x="1081300" y="1606525"/>
            <a:ext cx="1453800" cy="402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vi-VN" sz="2000">
                <a:solidFill>
                  <a:schemeClr val="dk1"/>
                </a:solidFill>
                <a:latin typeface="IBM Plex Mono"/>
                <a:ea typeface="IBM Plex Mono"/>
                <a:cs typeface="IBM Plex Mono"/>
                <a:sym typeface="IBM Plex Mono"/>
              </a:rPr>
              <a:t>Vấn đề</a:t>
            </a:r>
          </a:p>
        </p:txBody>
      </p:sp>
      <p:sp>
        <p:nvSpPr>
          <p:cNvPr id="2205" name="Google Shape;2205;p57"/>
          <p:cNvSpPr txBox="1"/>
          <p:nvPr/>
        </p:nvSpPr>
        <p:spPr>
          <a:xfrm>
            <a:off x="1081300" y="3631175"/>
            <a:ext cx="1453800" cy="402300"/>
          </a:xfrm>
          <a:prstGeom prst="rect">
            <a:avLst/>
          </a:prstGeom>
          <a:noFill/>
          <a:ln>
            <a:noFill/>
          </a:ln>
        </p:spPr>
        <p:txBody>
          <a:bodyPr anchorCtr="0" anchor="ctr" bIns="91425" lIns="91425" spcFirstLastPara="1" rIns="91425" wrap="square" tIns="91425">
            <a:noAutofit/>
          </a:bodyPr>
          <a:lstStyle/>
          <a:p>
            <a:pPr indent="0" lvl="0" marL="0" rtl="0" algn="ctr">
              <a:lnSpc>
                <a:spcPct val="115000"/>
              </a:lnSpc>
              <a:spcBef>
                <a:spcPts val="0"/>
              </a:spcBef>
              <a:spcAft>
                <a:spcPts val="0"/>
              </a:spcAft>
              <a:buNone/>
            </a:pPr>
            <a:r>
              <a:rPr b="1" lang="vi-VN" sz="2000">
                <a:solidFill>
                  <a:schemeClr val="dk1"/>
                </a:solidFill>
                <a:latin typeface="IBM Plex Mono"/>
                <a:ea typeface="IBM Plex Mono"/>
                <a:cs typeface="IBM Plex Mono"/>
                <a:sym typeface="IBM Plex Mono"/>
              </a:rPr>
              <a:t>Giải pháp</a:t>
            </a:r>
          </a:p>
        </p:txBody>
      </p:sp>
      <p:cxnSp>
        <p:nvCxnSpPr>
          <p:cNvPr id="2206" name="Google Shape;2206;p57"/>
          <p:cNvCxnSpPr/>
          <p:nvPr/>
        </p:nvCxnSpPr>
        <p:spPr>
          <a:xfrm>
            <a:off x="1144100" y="2820300"/>
            <a:ext cx="6918600" cy="600"/>
          </a:xfrm>
          <a:prstGeom prst="bentConnector3">
            <a:avLst>
              <a:gd fmla="val 50000" name="adj1"/>
            </a:avLst>
          </a:prstGeom>
          <a:noFill/>
          <a:ln cap="flat" cmpd="sng" w="9525">
            <a:solidFill>
              <a:schemeClr val="lt2"/>
            </a:solidFill>
            <a:prstDash val="solid"/>
            <a:round/>
            <a:headEnd len="med" w="med" type="none"/>
            <a:tailEnd len="med" w="med" type="none"/>
          </a:ln>
        </p:spPr>
      </p:cxnSp>
      <p:sp>
        <p:nvSpPr>
          <p:cNvPr id="2207" name="Google Shape;2207;p57"/>
          <p:cNvSpPr txBox="1"/>
          <p:nvPr/>
        </p:nvSpPr>
        <p:spPr>
          <a:xfrm>
            <a:off x="5830935" y="1306074"/>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Đếm alert</a:t>
            </a:r>
          </a:p>
        </p:txBody>
      </p:sp>
      <p:sp>
        <p:nvSpPr>
          <p:cNvPr id="2208" name="Google Shape;2208;p57"/>
          <p:cNvSpPr txBox="1"/>
          <p:nvPr/>
        </p:nvSpPr>
        <p:spPr>
          <a:xfrm>
            <a:off x="3081075" y="1684390"/>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Static bandwidth từ LP: 0.410 → 0.128. Path từ LP: 0.412, gần như không đổi</a:t>
            </a:r>
          </a:p>
        </p:txBody>
      </p:sp>
      <p:sp>
        <p:nvSpPr>
          <p:cNvPr id="2209" name="Google Shape;2209;p57"/>
          <p:cNvSpPr txBox="1"/>
          <p:nvPr/>
        </p:nvSpPr>
        <p:spPr>
          <a:xfrm>
            <a:off x="5830935" y="1684376"/>
            <a:ext cx="2204100" cy="672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Số alert đúng hạn thay đổi gián đoạn, PrLoS không có convex surrogate hợp lệ</a:t>
            </a:r>
          </a:p>
        </p:txBody>
      </p:sp>
      <p:sp>
        <p:nvSpPr>
          <p:cNvPr id="2210" name="Google Shape;2210;p57"/>
          <p:cNvSpPr txBox="1"/>
          <p:nvPr/>
        </p:nvSpPr>
        <p:spPr>
          <a:xfrm>
            <a:off x="3081075" y="1306088"/>
            <a:ext cx="2204100" cy="4545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LP guidance</a:t>
            </a:r>
          </a:p>
        </p:txBody>
      </p:sp>
      <p:cxnSp>
        <p:nvCxnSpPr>
          <p:cNvPr id="2211" name="Google Shape;2211;p57"/>
          <p:cNvCxnSpPr>
            <a:stCxn id="2210" idx="1"/>
            <a:endCxn id="2203" idx="1"/>
          </p:cNvCxnSpPr>
          <p:nvPr/>
        </p:nvCxnSpPr>
        <p:spPr>
          <a:xfrm>
            <a:off x="3081075" y="1533338"/>
            <a:ext cx="600" cy="2024400"/>
          </a:xfrm>
          <a:prstGeom prst="bentConnector3">
            <a:avLst>
              <a:gd fmla="val -39687500" name="adj1"/>
            </a:avLst>
          </a:prstGeom>
          <a:noFill/>
          <a:ln cap="flat" cmpd="sng" w="9525">
            <a:solidFill>
              <a:schemeClr val="lt2"/>
            </a:solidFill>
            <a:prstDash val="solid"/>
            <a:round/>
            <a:headEnd len="med" w="med" type="oval"/>
            <a:tailEnd len="med" w="med" type="oval"/>
          </a:ln>
        </p:spPr>
      </p:cxnSp>
      <p:cxnSp>
        <p:nvCxnSpPr>
          <p:cNvPr id="2212" name="Google Shape;2212;p57"/>
          <p:cNvCxnSpPr>
            <a:stCxn id="2207" idx="1"/>
            <a:endCxn id="2200" idx="1"/>
          </p:cNvCxnSpPr>
          <p:nvPr/>
        </p:nvCxnSpPr>
        <p:spPr>
          <a:xfrm>
            <a:off x="5830935" y="1533324"/>
            <a:ext cx="600" cy="2024400"/>
          </a:xfrm>
          <a:prstGeom prst="bentConnector3">
            <a:avLst>
              <a:gd fmla="val -39687500" name="adj1"/>
            </a:avLst>
          </a:prstGeom>
          <a:noFill/>
          <a:ln cap="flat" cmpd="sng" w="9525">
            <a:solidFill>
              <a:schemeClr val="lt2"/>
            </a:solidFill>
            <a:prstDash val="solid"/>
            <a:round/>
            <a:headEnd len="med" w="med" type="oval"/>
            <a:tailEnd len="med" w="med" type="oval"/>
          </a:ln>
        </p:spPr>
      </p:cxn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5" name="Shape 2225"/>
        <p:cNvGrpSpPr/>
        <p:nvPr/>
      </p:nvGrpSpPr>
      <p:grpSpPr>
        <a:xfrm>
          <a:off x="0" y="0"/>
          <a:ext cx="0" cy="0"/>
          <a:chOff x="0" y="0"/>
          <a:chExt cx="0" cy="0"/>
        </a:xfrm>
      </p:grpSpPr>
      <p:sp>
        <p:nvSpPr>
          <p:cNvPr id="2226" name="Google Shape;2226;p59"/>
          <p:cNvSpPr/>
          <p:nvPr/>
        </p:nvSpPr>
        <p:spPr>
          <a:xfrm>
            <a:off x="3189965"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7" name="Google Shape;2227;p59"/>
          <p:cNvSpPr/>
          <p:nvPr/>
        </p:nvSpPr>
        <p:spPr>
          <a:xfrm>
            <a:off x="1155800"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8" name="Google Shape;2228;p5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SBS: Sample-scored Block Search</a:t>
            </a:r>
          </a:p>
        </p:txBody>
      </p:sp>
      <p:grpSp>
        <p:nvGrpSpPr>
          <p:cNvPr id="2229" name="Google Shape;2229;p59"/>
          <p:cNvGrpSpPr/>
          <p:nvPr/>
        </p:nvGrpSpPr>
        <p:grpSpPr>
          <a:xfrm>
            <a:off x="3423378" y="2320987"/>
            <a:ext cx="263073" cy="341227"/>
            <a:chOff x="2390298" y="2185817"/>
            <a:chExt cx="367522" cy="476707"/>
          </a:xfrm>
        </p:grpSpPr>
        <p:sp>
          <p:nvSpPr>
            <p:cNvPr id="2230" name="Google Shape;2230;p59"/>
            <p:cNvSpPr/>
            <p:nvPr/>
          </p:nvSpPr>
          <p:spPr>
            <a:xfrm>
              <a:off x="2390298" y="2185817"/>
              <a:ext cx="367522" cy="476707"/>
            </a:xfrm>
            <a:custGeom>
              <a:rect b="b" l="l" r="r" t="t"/>
              <a:pathLst>
                <a:path extrusionOk="0" h="12583" w="9701">
                  <a:moveTo>
                    <a:pt x="7636" y="669"/>
                  </a:moveTo>
                  <a:lnTo>
                    <a:pt x="9113" y="2360"/>
                  </a:lnTo>
                  <a:lnTo>
                    <a:pt x="7636" y="2360"/>
                  </a:lnTo>
                  <a:lnTo>
                    <a:pt x="7636" y="669"/>
                  </a:lnTo>
                  <a:close/>
                  <a:moveTo>
                    <a:pt x="903" y="0"/>
                  </a:moveTo>
                  <a:cubicBezTo>
                    <a:pt x="803" y="0"/>
                    <a:pt x="721" y="82"/>
                    <a:pt x="721" y="183"/>
                  </a:cubicBezTo>
                  <a:lnTo>
                    <a:pt x="721" y="1288"/>
                  </a:lnTo>
                  <a:cubicBezTo>
                    <a:pt x="721" y="1375"/>
                    <a:pt x="779" y="1455"/>
                    <a:pt x="866" y="1473"/>
                  </a:cubicBezTo>
                  <a:cubicBezTo>
                    <a:pt x="878" y="1476"/>
                    <a:pt x="891" y="1477"/>
                    <a:pt x="903" y="1477"/>
                  </a:cubicBezTo>
                  <a:cubicBezTo>
                    <a:pt x="1002" y="1477"/>
                    <a:pt x="1083" y="1394"/>
                    <a:pt x="1083" y="1293"/>
                  </a:cubicBezTo>
                  <a:lnTo>
                    <a:pt x="1083" y="361"/>
                  </a:lnTo>
                  <a:lnTo>
                    <a:pt x="7276" y="361"/>
                  </a:lnTo>
                  <a:lnTo>
                    <a:pt x="7276" y="2567"/>
                  </a:lnTo>
                  <a:cubicBezTo>
                    <a:pt x="7276" y="2670"/>
                    <a:pt x="7357" y="2751"/>
                    <a:pt x="7459" y="2751"/>
                  </a:cubicBezTo>
                  <a:lnTo>
                    <a:pt x="9339" y="2751"/>
                  </a:lnTo>
                  <a:lnTo>
                    <a:pt x="9339" y="12221"/>
                  </a:lnTo>
                  <a:lnTo>
                    <a:pt x="1082" y="12221"/>
                  </a:lnTo>
                  <a:lnTo>
                    <a:pt x="1082" y="10418"/>
                  </a:lnTo>
                  <a:lnTo>
                    <a:pt x="7450" y="10418"/>
                  </a:lnTo>
                  <a:cubicBezTo>
                    <a:pt x="7553" y="10418"/>
                    <a:pt x="7634" y="10337"/>
                    <a:pt x="7634" y="10235"/>
                  </a:cubicBezTo>
                  <a:lnTo>
                    <a:pt x="7634" y="6639"/>
                  </a:lnTo>
                  <a:cubicBezTo>
                    <a:pt x="7634" y="6537"/>
                    <a:pt x="7553" y="6456"/>
                    <a:pt x="7453" y="6456"/>
                  </a:cubicBezTo>
                  <a:lnTo>
                    <a:pt x="6677" y="6456"/>
                  </a:lnTo>
                  <a:cubicBezTo>
                    <a:pt x="6581" y="6456"/>
                    <a:pt x="6496" y="6525"/>
                    <a:pt x="6489" y="6620"/>
                  </a:cubicBezTo>
                  <a:cubicBezTo>
                    <a:pt x="6480" y="6728"/>
                    <a:pt x="6563" y="6817"/>
                    <a:pt x="6668" y="6817"/>
                  </a:cubicBezTo>
                  <a:lnTo>
                    <a:pt x="7274" y="6817"/>
                  </a:lnTo>
                  <a:lnTo>
                    <a:pt x="7274" y="10060"/>
                  </a:lnTo>
                  <a:lnTo>
                    <a:pt x="362" y="10060"/>
                  </a:lnTo>
                  <a:lnTo>
                    <a:pt x="362" y="6817"/>
                  </a:lnTo>
                  <a:lnTo>
                    <a:pt x="5811" y="6817"/>
                  </a:lnTo>
                  <a:cubicBezTo>
                    <a:pt x="5811" y="6817"/>
                    <a:pt x="5997" y="6731"/>
                    <a:pt x="5997" y="6629"/>
                  </a:cubicBezTo>
                  <a:cubicBezTo>
                    <a:pt x="5997" y="6531"/>
                    <a:pt x="5922" y="6454"/>
                    <a:pt x="5826" y="6454"/>
                  </a:cubicBezTo>
                  <a:cubicBezTo>
                    <a:pt x="5821" y="6454"/>
                    <a:pt x="5816" y="6454"/>
                    <a:pt x="5811" y="6454"/>
                  </a:cubicBezTo>
                  <a:lnTo>
                    <a:pt x="1083" y="6454"/>
                  </a:lnTo>
                  <a:lnTo>
                    <a:pt x="1083" y="2141"/>
                  </a:lnTo>
                  <a:cubicBezTo>
                    <a:pt x="1093" y="2039"/>
                    <a:pt x="1011" y="1958"/>
                    <a:pt x="909" y="1958"/>
                  </a:cubicBezTo>
                  <a:cubicBezTo>
                    <a:pt x="807" y="1958"/>
                    <a:pt x="721" y="2141"/>
                    <a:pt x="721" y="2141"/>
                  </a:cubicBezTo>
                  <a:lnTo>
                    <a:pt x="721" y="6454"/>
                  </a:lnTo>
                  <a:lnTo>
                    <a:pt x="185" y="6454"/>
                  </a:lnTo>
                  <a:cubicBezTo>
                    <a:pt x="82" y="6454"/>
                    <a:pt x="1" y="6537"/>
                    <a:pt x="1" y="6640"/>
                  </a:cubicBezTo>
                  <a:lnTo>
                    <a:pt x="1" y="10235"/>
                  </a:lnTo>
                  <a:cubicBezTo>
                    <a:pt x="1" y="10338"/>
                    <a:pt x="82" y="10421"/>
                    <a:pt x="185" y="10421"/>
                  </a:cubicBezTo>
                  <a:lnTo>
                    <a:pt x="721" y="10421"/>
                  </a:lnTo>
                  <a:lnTo>
                    <a:pt x="721" y="12399"/>
                  </a:lnTo>
                  <a:cubicBezTo>
                    <a:pt x="721" y="12501"/>
                    <a:pt x="804" y="12582"/>
                    <a:pt x="905" y="12582"/>
                  </a:cubicBezTo>
                  <a:lnTo>
                    <a:pt x="9514" y="12582"/>
                  </a:lnTo>
                  <a:cubicBezTo>
                    <a:pt x="9616" y="12582"/>
                    <a:pt x="9697" y="12500"/>
                    <a:pt x="9697" y="12399"/>
                  </a:cubicBezTo>
                  <a:lnTo>
                    <a:pt x="9697" y="2551"/>
                  </a:lnTo>
                  <a:cubicBezTo>
                    <a:pt x="9700" y="2507"/>
                    <a:pt x="9684" y="2463"/>
                    <a:pt x="9654" y="2429"/>
                  </a:cubicBezTo>
                  <a:lnTo>
                    <a:pt x="7589" y="63"/>
                  </a:lnTo>
                  <a:cubicBezTo>
                    <a:pt x="7553" y="22"/>
                    <a:pt x="7503" y="0"/>
                    <a:pt x="744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1" name="Google Shape;2231;p59"/>
            <p:cNvSpPr/>
            <p:nvPr/>
          </p:nvSpPr>
          <p:spPr>
            <a:xfrm>
              <a:off x="2424811" y="2463287"/>
              <a:ext cx="71603" cy="83650"/>
            </a:xfrm>
            <a:custGeom>
              <a:rect b="b" l="l" r="r" t="t"/>
              <a:pathLst>
                <a:path extrusionOk="0" h="2208" w="1890">
                  <a:moveTo>
                    <a:pt x="1104" y="1"/>
                  </a:moveTo>
                  <a:cubicBezTo>
                    <a:pt x="495" y="1"/>
                    <a:pt x="1" y="495"/>
                    <a:pt x="1" y="1103"/>
                  </a:cubicBezTo>
                  <a:cubicBezTo>
                    <a:pt x="1" y="1713"/>
                    <a:pt x="495" y="2207"/>
                    <a:pt x="1104" y="2207"/>
                  </a:cubicBezTo>
                  <a:cubicBezTo>
                    <a:pt x="1347" y="2207"/>
                    <a:pt x="1562" y="2128"/>
                    <a:pt x="1731" y="1978"/>
                  </a:cubicBezTo>
                  <a:cubicBezTo>
                    <a:pt x="1764" y="1950"/>
                    <a:pt x="1795" y="1916"/>
                    <a:pt x="1824" y="1883"/>
                  </a:cubicBezTo>
                  <a:cubicBezTo>
                    <a:pt x="1889" y="1805"/>
                    <a:pt x="1879" y="1689"/>
                    <a:pt x="1802" y="1624"/>
                  </a:cubicBezTo>
                  <a:cubicBezTo>
                    <a:pt x="1768" y="1595"/>
                    <a:pt x="1726" y="1580"/>
                    <a:pt x="1684" y="1580"/>
                  </a:cubicBezTo>
                  <a:cubicBezTo>
                    <a:pt x="1632" y="1580"/>
                    <a:pt x="1579" y="1603"/>
                    <a:pt x="1543" y="1646"/>
                  </a:cubicBezTo>
                  <a:cubicBezTo>
                    <a:pt x="1526" y="1667"/>
                    <a:pt x="1506" y="1687"/>
                    <a:pt x="1486" y="1704"/>
                  </a:cubicBezTo>
                  <a:cubicBezTo>
                    <a:pt x="1385" y="1794"/>
                    <a:pt x="1256" y="1840"/>
                    <a:pt x="1104" y="1840"/>
                  </a:cubicBezTo>
                  <a:cubicBezTo>
                    <a:pt x="698" y="1840"/>
                    <a:pt x="368" y="1510"/>
                    <a:pt x="368" y="1103"/>
                  </a:cubicBezTo>
                  <a:cubicBezTo>
                    <a:pt x="368" y="698"/>
                    <a:pt x="698" y="368"/>
                    <a:pt x="1104" y="368"/>
                  </a:cubicBezTo>
                  <a:cubicBezTo>
                    <a:pt x="1252" y="368"/>
                    <a:pt x="1394" y="411"/>
                    <a:pt x="1515" y="494"/>
                  </a:cubicBezTo>
                  <a:cubicBezTo>
                    <a:pt x="1547" y="515"/>
                    <a:pt x="1583" y="525"/>
                    <a:pt x="1618" y="525"/>
                  </a:cubicBezTo>
                  <a:cubicBezTo>
                    <a:pt x="1678" y="525"/>
                    <a:pt x="1736" y="497"/>
                    <a:pt x="1771" y="444"/>
                  </a:cubicBezTo>
                  <a:cubicBezTo>
                    <a:pt x="1826" y="360"/>
                    <a:pt x="1805" y="245"/>
                    <a:pt x="1721" y="189"/>
                  </a:cubicBezTo>
                  <a:cubicBezTo>
                    <a:pt x="1538" y="66"/>
                    <a:pt x="1326" y="1"/>
                    <a:pt x="110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2" name="Google Shape;2232;p59"/>
            <p:cNvSpPr/>
            <p:nvPr/>
          </p:nvSpPr>
          <p:spPr>
            <a:xfrm>
              <a:off x="2509750" y="2463287"/>
              <a:ext cx="61260" cy="83612"/>
            </a:xfrm>
            <a:custGeom>
              <a:rect b="b" l="l" r="r" t="t"/>
              <a:pathLst>
                <a:path extrusionOk="0" h="2207" w="1617">
                  <a:moveTo>
                    <a:pt x="817" y="0"/>
                  </a:moveTo>
                  <a:cubicBezTo>
                    <a:pt x="738" y="0"/>
                    <a:pt x="654" y="11"/>
                    <a:pt x="567" y="37"/>
                  </a:cubicBezTo>
                  <a:cubicBezTo>
                    <a:pt x="329" y="107"/>
                    <a:pt x="164" y="294"/>
                    <a:pt x="130" y="521"/>
                  </a:cubicBezTo>
                  <a:cubicBezTo>
                    <a:pt x="60" y="1019"/>
                    <a:pt x="577" y="1155"/>
                    <a:pt x="942" y="1290"/>
                  </a:cubicBezTo>
                  <a:cubicBezTo>
                    <a:pt x="1135" y="1360"/>
                    <a:pt x="1234" y="1470"/>
                    <a:pt x="1213" y="1590"/>
                  </a:cubicBezTo>
                  <a:cubicBezTo>
                    <a:pt x="1189" y="1714"/>
                    <a:pt x="1045" y="1840"/>
                    <a:pt x="844" y="1840"/>
                  </a:cubicBezTo>
                  <a:cubicBezTo>
                    <a:pt x="650" y="1840"/>
                    <a:pt x="460" y="1759"/>
                    <a:pt x="341" y="1627"/>
                  </a:cubicBezTo>
                  <a:cubicBezTo>
                    <a:pt x="304" y="1587"/>
                    <a:pt x="254" y="1567"/>
                    <a:pt x="204" y="1567"/>
                  </a:cubicBezTo>
                  <a:cubicBezTo>
                    <a:pt x="160" y="1567"/>
                    <a:pt x="116" y="1583"/>
                    <a:pt x="81" y="1615"/>
                  </a:cubicBezTo>
                  <a:cubicBezTo>
                    <a:pt x="6" y="1683"/>
                    <a:pt x="0" y="1799"/>
                    <a:pt x="67" y="1873"/>
                  </a:cubicBezTo>
                  <a:cubicBezTo>
                    <a:pt x="257" y="2082"/>
                    <a:pt x="547" y="2206"/>
                    <a:pt x="845" y="2206"/>
                  </a:cubicBezTo>
                  <a:cubicBezTo>
                    <a:pt x="1205" y="2206"/>
                    <a:pt x="1519" y="1969"/>
                    <a:pt x="1574" y="1656"/>
                  </a:cubicBezTo>
                  <a:cubicBezTo>
                    <a:pt x="1616" y="1418"/>
                    <a:pt x="1506" y="1107"/>
                    <a:pt x="1070" y="945"/>
                  </a:cubicBezTo>
                  <a:cubicBezTo>
                    <a:pt x="836" y="858"/>
                    <a:pt x="619" y="766"/>
                    <a:pt x="562" y="740"/>
                  </a:cubicBezTo>
                  <a:cubicBezTo>
                    <a:pt x="510" y="700"/>
                    <a:pt x="485" y="641"/>
                    <a:pt x="495" y="573"/>
                  </a:cubicBezTo>
                  <a:cubicBezTo>
                    <a:pt x="506" y="488"/>
                    <a:pt x="573" y="420"/>
                    <a:pt x="673" y="389"/>
                  </a:cubicBezTo>
                  <a:cubicBezTo>
                    <a:pt x="721" y="375"/>
                    <a:pt x="769" y="369"/>
                    <a:pt x="815" y="369"/>
                  </a:cubicBezTo>
                  <a:cubicBezTo>
                    <a:pt x="1037" y="369"/>
                    <a:pt x="1215" y="510"/>
                    <a:pt x="1221" y="515"/>
                  </a:cubicBezTo>
                  <a:cubicBezTo>
                    <a:pt x="1255" y="543"/>
                    <a:pt x="1297" y="557"/>
                    <a:pt x="1338" y="557"/>
                  </a:cubicBezTo>
                  <a:cubicBezTo>
                    <a:pt x="1391" y="557"/>
                    <a:pt x="1443" y="535"/>
                    <a:pt x="1479" y="491"/>
                  </a:cubicBezTo>
                  <a:cubicBezTo>
                    <a:pt x="1544" y="414"/>
                    <a:pt x="1533" y="297"/>
                    <a:pt x="1457" y="232"/>
                  </a:cubicBezTo>
                  <a:cubicBezTo>
                    <a:pt x="1442" y="220"/>
                    <a:pt x="1176" y="0"/>
                    <a:pt x="81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3" name="Google Shape;2233;p59"/>
            <p:cNvSpPr/>
            <p:nvPr/>
          </p:nvSpPr>
          <p:spPr>
            <a:xfrm>
              <a:off x="2585179" y="2463287"/>
              <a:ext cx="61260" cy="83574"/>
            </a:xfrm>
            <a:custGeom>
              <a:rect b="b" l="l" r="r" t="t"/>
              <a:pathLst>
                <a:path extrusionOk="0" h="2206" w="1617">
                  <a:moveTo>
                    <a:pt x="814" y="0"/>
                  </a:moveTo>
                  <a:cubicBezTo>
                    <a:pt x="735" y="0"/>
                    <a:pt x="651" y="11"/>
                    <a:pt x="564" y="37"/>
                  </a:cubicBezTo>
                  <a:cubicBezTo>
                    <a:pt x="327" y="107"/>
                    <a:pt x="160" y="294"/>
                    <a:pt x="128" y="521"/>
                  </a:cubicBezTo>
                  <a:cubicBezTo>
                    <a:pt x="58" y="1019"/>
                    <a:pt x="575" y="1155"/>
                    <a:pt x="940" y="1290"/>
                  </a:cubicBezTo>
                  <a:cubicBezTo>
                    <a:pt x="1133" y="1362"/>
                    <a:pt x="1232" y="1472"/>
                    <a:pt x="1211" y="1590"/>
                  </a:cubicBezTo>
                  <a:cubicBezTo>
                    <a:pt x="1189" y="1713"/>
                    <a:pt x="1045" y="1839"/>
                    <a:pt x="844" y="1839"/>
                  </a:cubicBezTo>
                  <a:cubicBezTo>
                    <a:pt x="650" y="1839"/>
                    <a:pt x="461" y="1758"/>
                    <a:pt x="341" y="1626"/>
                  </a:cubicBezTo>
                  <a:cubicBezTo>
                    <a:pt x="304" y="1586"/>
                    <a:pt x="254" y="1566"/>
                    <a:pt x="204" y="1566"/>
                  </a:cubicBezTo>
                  <a:cubicBezTo>
                    <a:pt x="160" y="1566"/>
                    <a:pt x="116" y="1582"/>
                    <a:pt x="81" y="1613"/>
                  </a:cubicBezTo>
                  <a:cubicBezTo>
                    <a:pt x="6" y="1682"/>
                    <a:pt x="0" y="1798"/>
                    <a:pt x="68" y="1872"/>
                  </a:cubicBezTo>
                  <a:cubicBezTo>
                    <a:pt x="257" y="2081"/>
                    <a:pt x="547" y="2205"/>
                    <a:pt x="845" y="2205"/>
                  </a:cubicBezTo>
                  <a:cubicBezTo>
                    <a:pt x="1206" y="2205"/>
                    <a:pt x="1519" y="1967"/>
                    <a:pt x="1574" y="1655"/>
                  </a:cubicBezTo>
                  <a:cubicBezTo>
                    <a:pt x="1616" y="1417"/>
                    <a:pt x="1506" y="1106"/>
                    <a:pt x="1070" y="944"/>
                  </a:cubicBezTo>
                  <a:cubicBezTo>
                    <a:pt x="836" y="857"/>
                    <a:pt x="619" y="763"/>
                    <a:pt x="562" y="739"/>
                  </a:cubicBezTo>
                  <a:cubicBezTo>
                    <a:pt x="510" y="699"/>
                    <a:pt x="485" y="639"/>
                    <a:pt x="495" y="572"/>
                  </a:cubicBezTo>
                  <a:cubicBezTo>
                    <a:pt x="504" y="489"/>
                    <a:pt x="571" y="420"/>
                    <a:pt x="670" y="389"/>
                  </a:cubicBezTo>
                  <a:cubicBezTo>
                    <a:pt x="719" y="375"/>
                    <a:pt x="767" y="369"/>
                    <a:pt x="813" y="369"/>
                  </a:cubicBezTo>
                  <a:cubicBezTo>
                    <a:pt x="1035" y="369"/>
                    <a:pt x="1213" y="510"/>
                    <a:pt x="1218" y="515"/>
                  </a:cubicBezTo>
                  <a:cubicBezTo>
                    <a:pt x="1252" y="543"/>
                    <a:pt x="1294" y="557"/>
                    <a:pt x="1336" y="557"/>
                  </a:cubicBezTo>
                  <a:cubicBezTo>
                    <a:pt x="1389" y="557"/>
                    <a:pt x="1441" y="535"/>
                    <a:pt x="1477" y="491"/>
                  </a:cubicBezTo>
                  <a:cubicBezTo>
                    <a:pt x="1542" y="414"/>
                    <a:pt x="1531" y="297"/>
                    <a:pt x="1454" y="232"/>
                  </a:cubicBezTo>
                  <a:cubicBezTo>
                    <a:pt x="1440" y="220"/>
                    <a:pt x="1174" y="0"/>
                    <a:pt x="814"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34" name="Google Shape;2234;p59"/>
          <p:cNvSpPr/>
          <p:nvPr/>
        </p:nvSpPr>
        <p:spPr>
          <a:xfrm>
            <a:off x="5418484" y="2343233"/>
            <a:ext cx="341157" cy="296773"/>
          </a:xfrm>
          <a:custGeom>
            <a:rect b="b" l="l" r="r" t="t"/>
            <a:pathLst>
              <a:path extrusionOk="0" h="10946" w="12583">
                <a:moveTo>
                  <a:pt x="8192" y="362"/>
                </a:moveTo>
                <a:lnTo>
                  <a:pt x="8192" y="1770"/>
                </a:lnTo>
                <a:lnTo>
                  <a:pt x="4391" y="1770"/>
                </a:lnTo>
                <a:lnTo>
                  <a:pt x="4391" y="362"/>
                </a:lnTo>
                <a:close/>
                <a:moveTo>
                  <a:pt x="4097" y="5671"/>
                </a:moveTo>
                <a:lnTo>
                  <a:pt x="4097" y="6425"/>
                </a:lnTo>
                <a:lnTo>
                  <a:pt x="1836" y="6425"/>
                </a:lnTo>
                <a:lnTo>
                  <a:pt x="1836" y="5671"/>
                </a:lnTo>
                <a:close/>
                <a:moveTo>
                  <a:pt x="10715" y="5671"/>
                </a:moveTo>
                <a:lnTo>
                  <a:pt x="10715" y="6425"/>
                </a:lnTo>
                <a:lnTo>
                  <a:pt x="8454" y="6425"/>
                </a:lnTo>
                <a:lnTo>
                  <a:pt x="8454" y="5671"/>
                </a:lnTo>
                <a:close/>
                <a:moveTo>
                  <a:pt x="11307" y="1670"/>
                </a:moveTo>
                <a:cubicBezTo>
                  <a:pt x="11341" y="1670"/>
                  <a:pt x="11371" y="1698"/>
                  <a:pt x="11371" y="1734"/>
                </a:cubicBezTo>
                <a:lnTo>
                  <a:pt x="11371" y="7568"/>
                </a:lnTo>
                <a:lnTo>
                  <a:pt x="1181" y="7568"/>
                </a:lnTo>
                <a:lnTo>
                  <a:pt x="1181" y="1734"/>
                </a:lnTo>
                <a:cubicBezTo>
                  <a:pt x="1181" y="1698"/>
                  <a:pt x="1209" y="1670"/>
                  <a:pt x="1245" y="1670"/>
                </a:cubicBezTo>
                <a:lnTo>
                  <a:pt x="3999" y="1670"/>
                </a:lnTo>
                <a:lnTo>
                  <a:pt x="3999" y="1942"/>
                </a:lnTo>
                <a:cubicBezTo>
                  <a:pt x="3999" y="2048"/>
                  <a:pt x="4081" y="2132"/>
                  <a:pt x="4183" y="2132"/>
                </a:cubicBezTo>
                <a:lnTo>
                  <a:pt x="6094" y="2132"/>
                </a:lnTo>
                <a:lnTo>
                  <a:pt x="6094" y="3770"/>
                </a:lnTo>
                <a:lnTo>
                  <a:pt x="2970" y="3770"/>
                </a:lnTo>
                <a:cubicBezTo>
                  <a:pt x="2867" y="3770"/>
                  <a:pt x="2785" y="3853"/>
                  <a:pt x="2785" y="3954"/>
                </a:cubicBezTo>
                <a:lnTo>
                  <a:pt x="2785" y="5309"/>
                </a:lnTo>
                <a:lnTo>
                  <a:pt x="1659" y="5309"/>
                </a:lnTo>
                <a:cubicBezTo>
                  <a:pt x="1557" y="5309"/>
                  <a:pt x="1474" y="5392"/>
                  <a:pt x="1474" y="5494"/>
                </a:cubicBezTo>
                <a:lnTo>
                  <a:pt x="1474" y="6601"/>
                </a:lnTo>
                <a:cubicBezTo>
                  <a:pt x="1474" y="6702"/>
                  <a:pt x="1557" y="6785"/>
                  <a:pt x="1659" y="6785"/>
                </a:cubicBezTo>
                <a:lnTo>
                  <a:pt x="4272" y="6785"/>
                </a:lnTo>
                <a:cubicBezTo>
                  <a:pt x="4374" y="6785"/>
                  <a:pt x="4457" y="6702"/>
                  <a:pt x="4457" y="6601"/>
                </a:cubicBezTo>
                <a:lnTo>
                  <a:pt x="4457" y="5494"/>
                </a:lnTo>
                <a:cubicBezTo>
                  <a:pt x="4457" y="5392"/>
                  <a:pt x="4374" y="5309"/>
                  <a:pt x="4272" y="5309"/>
                </a:cubicBezTo>
                <a:lnTo>
                  <a:pt x="3146" y="5309"/>
                </a:lnTo>
                <a:lnTo>
                  <a:pt x="3146" y="4130"/>
                </a:lnTo>
                <a:lnTo>
                  <a:pt x="6094" y="4130"/>
                </a:lnTo>
                <a:lnTo>
                  <a:pt x="6094" y="5309"/>
                </a:lnTo>
                <a:lnTo>
                  <a:pt x="4968" y="5309"/>
                </a:lnTo>
                <a:cubicBezTo>
                  <a:pt x="4867" y="5309"/>
                  <a:pt x="4784" y="5392"/>
                  <a:pt x="4784" y="5494"/>
                </a:cubicBezTo>
                <a:lnTo>
                  <a:pt x="4784" y="6602"/>
                </a:lnTo>
                <a:cubicBezTo>
                  <a:pt x="4784" y="6702"/>
                  <a:pt x="4866" y="6784"/>
                  <a:pt x="4966" y="6784"/>
                </a:cubicBezTo>
                <a:lnTo>
                  <a:pt x="5360" y="6784"/>
                </a:lnTo>
                <a:cubicBezTo>
                  <a:pt x="5455" y="6784"/>
                  <a:pt x="5541" y="6714"/>
                  <a:pt x="5549" y="6620"/>
                </a:cubicBezTo>
                <a:cubicBezTo>
                  <a:pt x="5558" y="6513"/>
                  <a:pt x="5474" y="6424"/>
                  <a:pt x="5369" y="6424"/>
                </a:cubicBezTo>
                <a:lnTo>
                  <a:pt x="5144" y="6424"/>
                </a:lnTo>
                <a:lnTo>
                  <a:pt x="5144" y="5670"/>
                </a:lnTo>
                <a:lnTo>
                  <a:pt x="7406" y="5670"/>
                </a:lnTo>
                <a:lnTo>
                  <a:pt x="7406" y="6424"/>
                </a:lnTo>
                <a:lnTo>
                  <a:pt x="6259" y="6424"/>
                </a:lnTo>
                <a:cubicBezTo>
                  <a:pt x="6162" y="6424"/>
                  <a:pt x="6077" y="6493"/>
                  <a:pt x="6070" y="6587"/>
                </a:cubicBezTo>
                <a:cubicBezTo>
                  <a:pt x="6061" y="6695"/>
                  <a:pt x="6145" y="6784"/>
                  <a:pt x="6249" y="6784"/>
                </a:cubicBezTo>
                <a:lnTo>
                  <a:pt x="7615" y="6784"/>
                </a:lnTo>
                <a:cubicBezTo>
                  <a:pt x="7717" y="6784"/>
                  <a:pt x="7799" y="6701"/>
                  <a:pt x="7799" y="6599"/>
                </a:cubicBezTo>
                <a:lnTo>
                  <a:pt x="7799" y="5493"/>
                </a:lnTo>
                <a:cubicBezTo>
                  <a:pt x="7799" y="5391"/>
                  <a:pt x="7717" y="5308"/>
                  <a:pt x="7615" y="5308"/>
                </a:cubicBezTo>
                <a:lnTo>
                  <a:pt x="6456" y="5308"/>
                </a:lnTo>
                <a:lnTo>
                  <a:pt x="6456" y="4128"/>
                </a:lnTo>
                <a:lnTo>
                  <a:pt x="9404" y="4128"/>
                </a:lnTo>
                <a:lnTo>
                  <a:pt x="9404" y="5308"/>
                </a:lnTo>
                <a:lnTo>
                  <a:pt x="8278" y="5308"/>
                </a:lnTo>
                <a:cubicBezTo>
                  <a:pt x="8176" y="5308"/>
                  <a:pt x="8094" y="5391"/>
                  <a:pt x="8094" y="5493"/>
                </a:cubicBezTo>
                <a:lnTo>
                  <a:pt x="8094" y="6599"/>
                </a:lnTo>
                <a:cubicBezTo>
                  <a:pt x="8094" y="6701"/>
                  <a:pt x="8176" y="6784"/>
                  <a:pt x="8278" y="6784"/>
                </a:cubicBezTo>
                <a:lnTo>
                  <a:pt x="10891" y="6784"/>
                </a:lnTo>
                <a:cubicBezTo>
                  <a:pt x="10994" y="6784"/>
                  <a:pt x="11076" y="6701"/>
                  <a:pt x="11076" y="6599"/>
                </a:cubicBezTo>
                <a:lnTo>
                  <a:pt x="11076" y="5493"/>
                </a:lnTo>
                <a:cubicBezTo>
                  <a:pt x="11076" y="5391"/>
                  <a:pt x="10994" y="5308"/>
                  <a:pt x="10891" y="5308"/>
                </a:cubicBezTo>
                <a:lnTo>
                  <a:pt x="9765" y="5308"/>
                </a:lnTo>
                <a:lnTo>
                  <a:pt x="9765" y="3952"/>
                </a:lnTo>
                <a:cubicBezTo>
                  <a:pt x="9765" y="3849"/>
                  <a:pt x="9684" y="3767"/>
                  <a:pt x="9581" y="3767"/>
                </a:cubicBezTo>
                <a:lnTo>
                  <a:pt x="6456" y="3767"/>
                </a:lnTo>
                <a:lnTo>
                  <a:pt x="6456" y="2130"/>
                </a:lnTo>
                <a:lnTo>
                  <a:pt x="8369" y="2130"/>
                </a:lnTo>
                <a:cubicBezTo>
                  <a:pt x="8471" y="2130"/>
                  <a:pt x="8553" y="2047"/>
                  <a:pt x="8553" y="1944"/>
                </a:cubicBezTo>
                <a:lnTo>
                  <a:pt x="8553" y="1670"/>
                </a:lnTo>
                <a:close/>
                <a:moveTo>
                  <a:pt x="3999" y="820"/>
                </a:moveTo>
                <a:lnTo>
                  <a:pt x="3999" y="1312"/>
                </a:lnTo>
                <a:lnTo>
                  <a:pt x="1253" y="1312"/>
                </a:lnTo>
                <a:cubicBezTo>
                  <a:pt x="1014" y="1312"/>
                  <a:pt x="820" y="1505"/>
                  <a:pt x="820" y="1744"/>
                </a:cubicBezTo>
                <a:lnTo>
                  <a:pt x="820" y="7571"/>
                </a:lnTo>
                <a:lnTo>
                  <a:pt x="362" y="7571"/>
                </a:lnTo>
                <a:lnTo>
                  <a:pt x="362" y="1107"/>
                </a:lnTo>
                <a:cubicBezTo>
                  <a:pt x="362" y="948"/>
                  <a:pt x="490" y="820"/>
                  <a:pt x="648" y="820"/>
                </a:cubicBezTo>
                <a:close/>
                <a:moveTo>
                  <a:pt x="12223" y="7931"/>
                </a:moveTo>
                <a:lnTo>
                  <a:pt x="12223" y="8497"/>
                </a:lnTo>
                <a:cubicBezTo>
                  <a:pt x="12221" y="8655"/>
                  <a:pt x="12094" y="8782"/>
                  <a:pt x="11936" y="8782"/>
                </a:cubicBezTo>
                <a:lnTo>
                  <a:pt x="648" y="8782"/>
                </a:lnTo>
                <a:cubicBezTo>
                  <a:pt x="490" y="8782"/>
                  <a:pt x="362" y="8655"/>
                  <a:pt x="362" y="8497"/>
                </a:cubicBezTo>
                <a:lnTo>
                  <a:pt x="362" y="7931"/>
                </a:lnTo>
                <a:close/>
                <a:moveTo>
                  <a:pt x="7022" y="9177"/>
                </a:moveTo>
                <a:cubicBezTo>
                  <a:pt x="7072" y="9467"/>
                  <a:pt x="7194" y="10096"/>
                  <a:pt x="7406" y="10586"/>
                </a:cubicBezTo>
                <a:lnTo>
                  <a:pt x="5167" y="10586"/>
                </a:lnTo>
                <a:cubicBezTo>
                  <a:pt x="5379" y="10096"/>
                  <a:pt x="5500" y="9467"/>
                  <a:pt x="5549" y="9177"/>
                </a:cubicBezTo>
                <a:close/>
                <a:moveTo>
                  <a:pt x="4160" y="0"/>
                </a:moveTo>
                <a:cubicBezTo>
                  <a:pt x="4089" y="0"/>
                  <a:pt x="4030" y="58"/>
                  <a:pt x="4030" y="130"/>
                </a:cubicBezTo>
                <a:lnTo>
                  <a:pt x="4030" y="460"/>
                </a:lnTo>
                <a:lnTo>
                  <a:pt x="458" y="460"/>
                </a:lnTo>
                <a:cubicBezTo>
                  <a:pt x="205" y="460"/>
                  <a:pt x="1" y="665"/>
                  <a:pt x="1" y="919"/>
                </a:cubicBezTo>
                <a:lnTo>
                  <a:pt x="1" y="8521"/>
                </a:lnTo>
                <a:cubicBezTo>
                  <a:pt x="1" y="8882"/>
                  <a:pt x="294" y="9175"/>
                  <a:pt x="655" y="9175"/>
                </a:cubicBezTo>
                <a:lnTo>
                  <a:pt x="5172" y="9175"/>
                </a:lnTo>
                <a:cubicBezTo>
                  <a:pt x="5113" y="9508"/>
                  <a:pt x="4978" y="10161"/>
                  <a:pt x="4758" y="10584"/>
                </a:cubicBezTo>
                <a:lnTo>
                  <a:pt x="3742" y="10584"/>
                </a:lnTo>
                <a:cubicBezTo>
                  <a:pt x="3647" y="10584"/>
                  <a:pt x="3562" y="10653"/>
                  <a:pt x="3552" y="10749"/>
                </a:cubicBezTo>
                <a:cubicBezTo>
                  <a:pt x="3543" y="10856"/>
                  <a:pt x="3628" y="10945"/>
                  <a:pt x="3736" y="10945"/>
                </a:cubicBezTo>
                <a:lnTo>
                  <a:pt x="8832" y="10945"/>
                </a:lnTo>
                <a:cubicBezTo>
                  <a:pt x="8927" y="10945"/>
                  <a:pt x="9013" y="10876"/>
                  <a:pt x="9022" y="10782"/>
                </a:cubicBezTo>
                <a:cubicBezTo>
                  <a:pt x="9031" y="10674"/>
                  <a:pt x="8946" y="10586"/>
                  <a:pt x="8838" y="10586"/>
                </a:cubicBezTo>
                <a:lnTo>
                  <a:pt x="7827" y="10586"/>
                </a:lnTo>
                <a:cubicBezTo>
                  <a:pt x="7607" y="10163"/>
                  <a:pt x="7470" y="9509"/>
                  <a:pt x="7413" y="9177"/>
                </a:cubicBezTo>
                <a:lnTo>
                  <a:pt x="11928" y="9177"/>
                </a:lnTo>
                <a:cubicBezTo>
                  <a:pt x="12289" y="9177"/>
                  <a:pt x="12583" y="8884"/>
                  <a:pt x="12583" y="8523"/>
                </a:cubicBezTo>
                <a:lnTo>
                  <a:pt x="12583" y="1102"/>
                </a:lnTo>
                <a:cubicBezTo>
                  <a:pt x="12583" y="748"/>
                  <a:pt x="12295" y="460"/>
                  <a:pt x="11943" y="460"/>
                </a:cubicBezTo>
                <a:lnTo>
                  <a:pt x="10247" y="460"/>
                </a:lnTo>
                <a:cubicBezTo>
                  <a:pt x="10147" y="460"/>
                  <a:pt x="10067" y="542"/>
                  <a:pt x="10067" y="641"/>
                </a:cubicBezTo>
                <a:cubicBezTo>
                  <a:pt x="10067" y="741"/>
                  <a:pt x="10147" y="822"/>
                  <a:pt x="10247" y="822"/>
                </a:cubicBezTo>
                <a:lnTo>
                  <a:pt x="11936" y="822"/>
                </a:lnTo>
                <a:cubicBezTo>
                  <a:pt x="12094" y="822"/>
                  <a:pt x="12223" y="950"/>
                  <a:pt x="12223" y="1109"/>
                </a:cubicBezTo>
                <a:lnTo>
                  <a:pt x="12223" y="7571"/>
                </a:lnTo>
                <a:lnTo>
                  <a:pt x="11732" y="7571"/>
                </a:lnTo>
                <a:lnTo>
                  <a:pt x="11732" y="1744"/>
                </a:lnTo>
                <a:cubicBezTo>
                  <a:pt x="11732" y="1505"/>
                  <a:pt x="11538" y="1312"/>
                  <a:pt x="11299" y="1312"/>
                </a:cubicBezTo>
                <a:lnTo>
                  <a:pt x="8552" y="1312"/>
                </a:lnTo>
                <a:lnTo>
                  <a:pt x="8552" y="820"/>
                </a:lnTo>
                <a:lnTo>
                  <a:pt x="9301" y="820"/>
                </a:lnTo>
                <a:cubicBezTo>
                  <a:pt x="9397" y="820"/>
                  <a:pt x="9481" y="751"/>
                  <a:pt x="9490" y="657"/>
                </a:cubicBezTo>
                <a:cubicBezTo>
                  <a:pt x="9498" y="549"/>
                  <a:pt x="9414" y="460"/>
                  <a:pt x="9310" y="460"/>
                </a:cubicBezTo>
                <a:lnTo>
                  <a:pt x="8552" y="460"/>
                </a:lnTo>
                <a:lnTo>
                  <a:pt x="8552" y="186"/>
                </a:lnTo>
                <a:cubicBezTo>
                  <a:pt x="8552" y="83"/>
                  <a:pt x="8470" y="0"/>
                  <a:pt x="8367"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235" name="Google Shape;2235;p59"/>
          <p:cNvGrpSpPr/>
          <p:nvPr/>
        </p:nvGrpSpPr>
        <p:grpSpPr>
          <a:xfrm>
            <a:off x="7491709" y="2321047"/>
            <a:ext cx="263073" cy="341145"/>
            <a:chOff x="1612822" y="1436414"/>
            <a:chExt cx="367522" cy="476593"/>
          </a:xfrm>
        </p:grpSpPr>
        <p:sp>
          <p:nvSpPr>
            <p:cNvPr id="2236" name="Google Shape;2236;p59"/>
            <p:cNvSpPr/>
            <p:nvPr/>
          </p:nvSpPr>
          <p:spPr>
            <a:xfrm>
              <a:off x="1612822" y="1436414"/>
              <a:ext cx="367522" cy="476593"/>
            </a:xfrm>
            <a:custGeom>
              <a:rect b="b" l="l" r="r" t="t"/>
              <a:pathLst>
                <a:path extrusionOk="0" h="12580" w="9701">
                  <a:moveTo>
                    <a:pt x="7636" y="668"/>
                  </a:moveTo>
                  <a:lnTo>
                    <a:pt x="9113" y="2360"/>
                  </a:lnTo>
                  <a:lnTo>
                    <a:pt x="7636" y="2360"/>
                  </a:lnTo>
                  <a:lnTo>
                    <a:pt x="7636" y="668"/>
                  </a:lnTo>
                  <a:close/>
                  <a:moveTo>
                    <a:pt x="906" y="0"/>
                  </a:moveTo>
                  <a:cubicBezTo>
                    <a:pt x="803" y="0"/>
                    <a:pt x="720" y="82"/>
                    <a:pt x="720" y="183"/>
                  </a:cubicBezTo>
                  <a:lnTo>
                    <a:pt x="720" y="6454"/>
                  </a:lnTo>
                  <a:lnTo>
                    <a:pt x="183" y="6454"/>
                  </a:lnTo>
                  <a:cubicBezTo>
                    <a:pt x="82" y="6454"/>
                    <a:pt x="1" y="6536"/>
                    <a:pt x="1" y="6636"/>
                  </a:cubicBezTo>
                  <a:lnTo>
                    <a:pt x="1" y="7667"/>
                  </a:lnTo>
                  <a:cubicBezTo>
                    <a:pt x="1" y="7762"/>
                    <a:pt x="70" y="7847"/>
                    <a:pt x="164" y="7856"/>
                  </a:cubicBezTo>
                  <a:cubicBezTo>
                    <a:pt x="169" y="7857"/>
                    <a:pt x="174" y="7857"/>
                    <a:pt x="179" y="7857"/>
                  </a:cubicBezTo>
                  <a:cubicBezTo>
                    <a:pt x="280" y="7857"/>
                    <a:pt x="361" y="7775"/>
                    <a:pt x="361" y="7673"/>
                  </a:cubicBezTo>
                  <a:lnTo>
                    <a:pt x="361" y="6814"/>
                  </a:lnTo>
                  <a:lnTo>
                    <a:pt x="7275" y="6814"/>
                  </a:lnTo>
                  <a:lnTo>
                    <a:pt x="7275" y="10058"/>
                  </a:lnTo>
                  <a:lnTo>
                    <a:pt x="361" y="10058"/>
                  </a:lnTo>
                  <a:lnTo>
                    <a:pt x="361" y="8535"/>
                  </a:lnTo>
                  <a:cubicBezTo>
                    <a:pt x="361" y="8440"/>
                    <a:pt x="291" y="8355"/>
                    <a:pt x="197" y="8345"/>
                  </a:cubicBezTo>
                  <a:cubicBezTo>
                    <a:pt x="191" y="8345"/>
                    <a:pt x="186" y="8345"/>
                    <a:pt x="181" y="8345"/>
                  </a:cubicBezTo>
                  <a:cubicBezTo>
                    <a:pt x="81" y="8345"/>
                    <a:pt x="1" y="8427"/>
                    <a:pt x="1" y="8529"/>
                  </a:cubicBezTo>
                  <a:lnTo>
                    <a:pt x="1" y="10234"/>
                  </a:lnTo>
                  <a:cubicBezTo>
                    <a:pt x="1" y="10335"/>
                    <a:pt x="84" y="10418"/>
                    <a:pt x="185" y="10418"/>
                  </a:cubicBezTo>
                  <a:lnTo>
                    <a:pt x="723" y="10418"/>
                  </a:lnTo>
                  <a:lnTo>
                    <a:pt x="723" y="12397"/>
                  </a:lnTo>
                  <a:cubicBezTo>
                    <a:pt x="723" y="12498"/>
                    <a:pt x="804" y="12580"/>
                    <a:pt x="906" y="12580"/>
                  </a:cubicBezTo>
                  <a:lnTo>
                    <a:pt x="9516" y="12580"/>
                  </a:lnTo>
                  <a:cubicBezTo>
                    <a:pt x="9617" y="12580"/>
                    <a:pt x="9698" y="12498"/>
                    <a:pt x="9698" y="12398"/>
                  </a:cubicBezTo>
                  <a:lnTo>
                    <a:pt x="9698" y="4929"/>
                  </a:lnTo>
                  <a:cubicBezTo>
                    <a:pt x="9698" y="4841"/>
                    <a:pt x="9641" y="4760"/>
                    <a:pt x="9554" y="4743"/>
                  </a:cubicBezTo>
                  <a:cubicBezTo>
                    <a:pt x="9542" y="4740"/>
                    <a:pt x="9529" y="4739"/>
                    <a:pt x="9518" y="4739"/>
                  </a:cubicBezTo>
                  <a:cubicBezTo>
                    <a:pt x="9418" y="4739"/>
                    <a:pt x="9338" y="4822"/>
                    <a:pt x="9338" y="4924"/>
                  </a:cubicBezTo>
                  <a:lnTo>
                    <a:pt x="9338" y="12220"/>
                  </a:lnTo>
                  <a:lnTo>
                    <a:pt x="1081" y="12220"/>
                  </a:lnTo>
                  <a:lnTo>
                    <a:pt x="1081" y="10421"/>
                  </a:lnTo>
                  <a:lnTo>
                    <a:pt x="7452" y="10421"/>
                  </a:lnTo>
                  <a:cubicBezTo>
                    <a:pt x="7553" y="10421"/>
                    <a:pt x="7635" y="10339"/>
                    <a:pt x="7635" y="10238"/>
                  </a:cubicBezTo>
                  <a:lnTo>
                    <a:pt x="7635" y="6641"/>
                  </a:lnTo>
                  <a:cubicBezTo>
                    <a:pt x="7635" y="6539"/>
                    <a:pt x="7552" y="6458"/>
                    <a:pt x="7452" y="6458"/>
                  </a:cubicBezTo>
                  <a:lnTo>
                    <a:pt x="1082" y="6458"/>
                  </a:lnTo>
                  <a:lnTo>
                    <a:pt x="1082" y="364"/>
                  </a:lnTo>
                  <a:lnTo>
                    <a:pt x="7275" y="364"/>
                  </a:lnTo>
                  <a:lnTo>
                    <a:pt x="7275" y="2538"/>
                  </a:lnTo>
                  <a:cubicBezTo>
                    <a:pt x="7275" y="2640"/>
                    <a:pt x="7357" y="2723"/>
                    <a:pt x="7459" y="2723"/>
                  </a:cubicBezTo>
                  <a:lnTo>
                    <a:pt x="9339" y="2723"/>
                  </a:lnTo>
                  <a:lnTo>
                    <a:pt x="9339" y="4067"/>
                  </a:lnTo>
                  <a:cubicBezTo>
                    <a:pt x="9339" y="4166"/>
                    <a:pt x="9421" y="4249"/>
                    <a:pt x="9520" y="4249"/>
                  </a:cubicBezTo>
                  <a:cubicBezTo>
                    <a:pt x="9620" y="4249"/>
                    <a:pt x="9700" y="4166"/>
                    <a:pt x="9700" y="4065"/>
                  </a:cubicBezTo>
                  <a:lnTo>
                    <a:pt x="9700" y="2554"/>
                  </a:lnTo>
                  <a:cubicBezTo>
                    <a:pt x="9700" y="2510"/>
                    <a:pt x="9685" y="2467"/>
                    <a:pt x="9654" y="2432"/>
                  </a:cubicBezTo>
                  <a:lnTo>
                    <a:pt x="7589" y="63"/>
                  </a:lnTo>
                  <a:cubicBezTo>
                    <a:pt x="7553" y="22"/>
                    <a:pt x="7504" y="0"/>
                    <a:pt x="745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7" name="Google Shape;2237;p59"/>
            <p:cNvSpPr/>
            <p:nvPr/>
          </p:nvSpPr>
          <p:spPr>
            <a:xfrm>
              <a:off x="1818879" y="1713202"/>
              <a:ext cx="38037" cy="84749"/>
            </a:xfrm>
            <a:custGeom>
              <a:rect b="b" l="l" r="r" t="t"/>
              <a:pathLst>
                <a:path extrusionOk="0" h="2237" w="1004">
                  <a:moveTo>
                    <a:pt x="182" y="0"/>
                  </a:moveTo>
                  <a:cubicBezTo>
                    <a:pt x="82" y="0"/>
                    <a:pt x="1" y="83"/>
                    <a:pt x="1" y="184"/>
                  </a:cubicBezTo>
                  <a:lnTo>
                    <a:pt x="1" y="2053"/>
                  </a:lnTo>
                  <a:cubicBezTo>
                    <a:pt x="1" y="2142"/>
                    <a:pt x="64" y="2220"/>
                    <a:pt x="151" y="2233"/>
                  </a:cubicBezTo>
                  <a:cubicBezTo>
                    <a:pt x="160" y="2236"/>
                    <a:pt x="417" y="2237"/>
                    <a:pt x="632" y="2237"/>
                  </a:cubicBezTo>
                  <a:cubicBezTo>
                    <a:pt x="704" y="2237"/>
                    <a:pt x="771" y="2237"/>
                    <a:pt x="823" y="2237"/>
                  </a:cubicBezTo>
                  <a:cubicBezTo>
                    <a:pt x="922" y="2237"/>
                    <a:pt x="1003" y="2153"/>
                    <a:pt x="1003" y="2052"/>
                  </a:cubicBezTo>
                  <a:cubicBezTo>
                    <a:pt x="1003" y="1951"/>
                    <a:pt x="921" y="1869"/>
                    <a:pt x="822" y="1869"/>
                  </a:cubicBezTo>
                  <a:lnTo>
                    <a:pt x="821" y="1869"/>
                  </a:lnTo>
                  <a:cubicBezTo>
                    <a:pt x="659" y="1870"/>
                    <a:pt x="485" y="1870"/>
                    <a:pt x="360" y="1870"/>
                  </a:cubicBezTo>
                  <a:lnTo>
                    <a:pt x="360" y="184"/>
                  </a:lnTo>
                  <a:cubicBezTo>
                    <a:pt x="361" y="83"/>
                    <a:pt x="281" y="0"/>
                    <a:pt x="182"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8" name="Google Shape;2238;p59"/>
            <p:cNvSpPr/>
            <p:nvPr/>
          </p:nvSpPr>
          <p:spPr>
            <a:xfrm>
              <a:off x="1737312" y="1713240"/>
              <a:ext cx="62094" cy="84862"/>
            </a:xfrm>
            <a:custGeom>
              <a:rect b="b" l="l" r="r" t="t"/>
              <a:pathLst>
                <a:path extrusionOk="0" h="2240" w="1639">
                  <a:moveTo>
                    <a:pt x="827" y="1"/>
                  </a:moveTo>
                  <a:cubicBezTo>
                    <a:pt x="746" y="1"/>
                    <a:pt x="661" y="12"/>
                    <a:pt x="573" y="38"/>
                  </a:cubicBezTo>
                  <a:cubicBezTo>
                    <a:pt x="334" y="110"/>
                    <a:pt x="165" y="299"/>
                    <a:pt x="131" y="529"/>
                  </a:cubicBezTo>
                  <a:cubicBezTo>
                    <a:pt x="100" y="744"/>
                    <a:pt x="194" y="950"/>
                    <a:pt x="375" y="1069"/>
                  </a:cubicBezTo>
                  <a:cubicBezTo>
                    <a:pt x="383" y="1074"/>
                    <a:pt x="392" y="1079"/>
                    <a:pt x="402" y="1083"/>
                  </a:cubicBezTo>
                  <a:cubicBezTo>
                    <a:pt x="412" y="1089"/>
                    <a:pt x="669" y="1202"/>
                    <a:pt x="957" y="1309"/>
                  </a:cubicBezTo>
                  <a:cubicBezTo>
                    <a:pt x="1155" y="1382"/>
                    <a:pt x="1256" y="1494"/>
                    <a:pt x="1234" y="1619"/>
                  </a:cubicBezTo>
                  <a:cubicBezTo>
                    <a:pt x="1210" y="1743"/>
                    <a:pt x="1064" y="1873"/>
                    <a:pt x="857" y="1873"/>
                  </a:cubicBezTo>
                  <a:cubicBezTo>
                    <a:pt x="657" y="1873"/>
                    <a:pt x="464" y="1791"/>
                    <a:pt x="341" y="1655"/>
                  </a:cubicBezTo>
                  <a:cubicBezTo>
                    <a:pt x="305" y="1616"/>
                    <a:pt x="255" y="1595"/>
                    <a:pt x="205" y="1595"/>
                  </a:cubicBezTo>
                  <a:cubicBezTo>
                    <a:pt x="161" y="1595"/>
                    <a:pt x="117" y="1611"/>
                    <a:pt x="82" y="1643"/>
                  </a:cubicBezTo>
                  <a:cubicBezTo>
                    <a:pt x="8" y="1710"/>
                    <a:pt x="0" y="1827"/>
                    <a:pt x="69" y="1901"/>
                  </a:cubicBezTo>
                  <a:cubicBezTo>
                    <a:pt x="260" y="2112"/>
                    <a:pt x="555" y="2240"/>
                    <a:pt x="857" y="2240"/>
                  </a:cubicBezTo>
                  <a:cubicBezTo>
                    <a:pt x="1221" y="2240"/>
                    <a:pt x="1538" y="2000"/>
                    <a:pt x="1596" y="1683"/>
                  </a:cubicBezTo>
                  <a:cubicBezTo>
                    <a:pt x="1639" y="1442"/>
                    <a:pt x="1525" y="1126"/>
                    <a:pt x="1083" y="963"/>
                  </a:cubicBezTo>
                  <a:cubicBezTo>
                    <a:pt x="846" y="875"/>
                    <a:pt x="626" y="780"/>
                    <a:pt x="566" y="754"/>
                  </a:cubicBezTo>
                  <a:cubicBezTo>
                    <a:pt x="513" y="713"/>
                    <a:pt x="486" y="650"/>
                    <a:pt x="497" y="582"/>
                  </a:cubicBezTo>
                  <a:cubicBezTo>
                    <a:pt x="509" y="493"/>
                    <a:pt x="578" y="423"/>
                    <a:pt x="680" y="390"/>
                  </a:cubicBezTo>
                  <a:cubicBezTo>
                    <a:pt x="730" y="375"/>
                    <a:pt x="778" y="369"/>
                    <a:pt x="825" y="369"/>
                  </a:cubicBezTo>
                  <a:cubicBezTo>
                    <a:pt x="1053" y="369"/>
                    <a:pt x="1236" y="515"/>
                    <a:pt x="1241" y="519"/>
                  </a:cubicBezTo>
                  <a:cubicBezTo>
                    <a:pt x="1275" y="547"/>
                    <a:pt x="1316" y="561"/>
                    <a:pt x="1358" y="561"/>
                  </a:cubicBezTo>
                  <a:cubicBezTo>
                    <a:pt x="1410" y="561"/>
                    <a:pt x="1462" y="539"/>
                    <a:pt x="1498" y="495"/>
                  </a:cubicBezTo>
                  <a:cubicBezTo>
                    <a:pt x="1564" y="418"/>
                    <a:pt x="1554" y="301"/>
                    <a:pt x="1476" y="236"/>
                  </a:cubicBezTo>
                  <a:cubicBezTo>
                    <a:pt x="1462" y="224"/>
                    <a:pt x="1191" y="1"/>
                    <a:pt x="82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9" name="Google Shape;2239;p59"/>
            <p:cNvSpPr/>
            <p:nvPr/>
          </p:nvSpPr>
          <p:spPr>
            <a:xfrm>
              <a:off x="1656542" y="1713240"/>
              <a:ext cx="62094" cy="84862"/>
            </a:xfrm>
            <a:custGeom>
              <a:rect b="b" l="l" r="r" t="t"/>
              <a:pathLst>
                <a:path extrusionOk="0" h="2240" w="1639">
                  <a:moveTo>
                    <a:pt x="826" y="1"/>
                  </a:moveTo>
                  <a:cubicBezTo>
                    <a:pt x="745" y="1"/>
                    <a:pt x="660" y="12"/>
                    <a:pt x="572" y="38"/>
                  </a:cubicBezTo>
                  <a:cubicBezTo>
                    <a:pt x="332" y="110"/>
                    <a:pt x="163" y="299"/>
                    <a:pt x="131" y="529"/>
                  </a:cubicBezTo>
                  <a:cubicBezTo>
                    <a:pt x="100" y="744"/>
                    <a:pt x="194" y="950"/>
                    <a:pt x="375" y="1069"/>
                  </a:cubicBezTo>
                  <a:cubicBezTo>
                    <a:pt x="382" y="1074"/>
                    <a:pt x="392" y="1079"/>
                    <a:pt x="401" y="1083"/>
                  </a:cubicBezTo>
                  <a:cubicBezTo>
                    <a:pt x="412" y="1089"/>
                    <a:pt x="668" y="1202"/>
                    <a:pt x="956" y="1309"/>
                  </a:cubicBezTo>
                  <a:cubicBezTo>
                    <a:pt x="1153" y="1382"/>
                    <a:pt x="1256" y="1494"/>
                    <a:pt x="1233" y="1619"/>
                  </a:cubicBezTo>
                  <a:cubicBezTo>
                    <a:pt x="1210" y="1743"/>
                    <a:pt x="1063" y="1873"/>
                    <a:pt x="857" y="1873"/>
                  </a:cubicBezTo>
                  <a:cubicBezTo>
                    <a:pt x="656" y="1873"/>
                    <a:pt x="464" y="1791"/>
                    <a:pt x="340" y="1655"/>
                  </a:cubicBezTo>
                  <a:cubicBezTo>
                    <a:pt x="304" y="1616"/>
                    <a:pt x="254" y="1595"/>
                    <a:pt x="204" y="1595"/>
                  </a:cubicBezTo>
                  <a:cubicBezTo>
                    <a:pt x="160" y="1595"/>
                    <a:pt x="116" y="1611"/>
                    <a:pt x="81" y="1643"/>
                  </a:cubicBezTo>
                  <a:cubicBezTo>
                    <a:pt x="6" y="1710"/>
                    <a:pt x="0" y="1827"/>
                    <a:pt x="68" y="1901"/>
                  </a:cubicBezTo>
                  <a:cubicBezTo>
                    <a:pt x="259" y="2112"/>
                    <a:pt x="554" y="2240"/>
                    <a:pt x="856" y="2240"/>
                  </a:cubicBezTo>
                  <a:cubicBezTo>
                    <a:pt x="1220" y="2240"/>
                    <a:pt x="1537" y="2000"/>
                    <a:pt x="1594" y="1683"/>
                  </a:cubicBezTo>
                  <a:cubicBezTo>
                    <a:pt x="1638" y="1442"/>
                    <a:pt x="1525" y="1126"/>
                    <a:pt x="1083" y="963"/>
                  </a:cubicBezTo>
                  <a:cubicBezTo>
                    <a:pt x="844" y="875"/>
                    <a:pt x="624" y="780"/>
                    <a:pt x="566" y="754"/>
                  </a:cubicBezTo>
                  <a:cubicBezTo>
                    <a:pt x="512" y="713"/>
                    <a:pt x="486" y="650"/>
                    <a:pt x="496" y="582"/>
                  </a:cubicBezTo>
                  <a:cubicBezTo>
                    <a:pt x="509" y="493"/>
                    <a:pt x="577" y="423"/>
                    <a:pt x="680" y="390"/>
                  </a:cubicBezTo>
                  <a:cubicBezTo>
                    <a:pt x="729" y="375"/>
                    <a:pt x="778" y="369"/>
                    <a:pt x="825" y="369"/>
                  </a:cubicBezTo>
                  <a:cubicBezTo>
                    <a:pt x="1053" y="369"/>
                    <a:pt x="1236" y="515"/>
                    <a:pt x="1240" y="519"/>
                  </a:cubicBezTo>
                  <a:cubicBezTo>
                    <a:pt x="1274" y="547"/>
                    <a:pt x="1316" y="561"/>
                    <a:pt x="1358" y="561"/>
                  </a:cubicBezTo>
                  <a:cubicBezTo>
                    <a:pt x="1410" y="561"/>
                    <a:pt x="1462" y="539"/>
                    <a:pt x="1498" y="495"/>
                  </a:cubicBezTo>
                  <a:cubicBezTo>
                    <a:pt x="1563" y="418"/>
                    <a:pt x="1552" y="301"/>
                    <a:pt x="1476" y="236"/>
                  </a:cubicBezTo>
                  <a:cubicBezTo>
                    <a:pt x="1461" y="224"/>
                    <a:pt x="1190" y="1"/>
                    <a:pt x="826"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240" name="Google Shape;2240;p59"/>
          <p:cNvGrpSpPr/>
          <p:nvPr/>
        </p:nvGrpSpPr>
        <p:grpSpPr>
          <a:xfrm>
            <a:off x="1345370" y="2355643"/>
            <a:ext cx="350772" cy="271913"/>
            <a:chOff x="5547407" y="2234234"/>
            <a:chExt cx="490042" cy="379873"/>
          </a:xfrm>
        </p:grpSpPr>
        <p:sp>
          <p:nvSpPr>
            <p:cNvPr id="2241" name="Google Shape;2241;p59"/>
            <p:cNvSpPr/>
            <p:nvPr/>
          </p:nvSpPr>
          <p:spPr>
            <a:xfrm>
              <a:off x="5837379" y="2258860"/>
              <a:ext cx="56828" cy="65503"/>
            </a:xfrm>
            <a:custGeom>
              <a:rect b="b" l="l" r="r" t="t"/>
              <a:pathLst>
                <a:path extrusionOk="0" h="1729" w="1500">
                  <a:moveTo>
                    <a:pt x="865" y="1"/>
                  </a:moveTo>
                  <a:cubicBezTo>
                    <a:pt x="388" y="1"/>
                    <a:pt x="1" y="388"/>
                    <a:pt x="1" y="865"/>
                  </a:cubicBezTo>
                  <a:cubicBezTo>
                    <a:pt x="1" y="1341"/>
                    <a:pt x="388" y="1729"/>
                    <a:pt x="865" y="1729"/>
                  </a:cubicBezTo>
                  <a:cubicBezTo>
                    <a:pt x="1083" y="1729"/>
                    <a:pt x="1292" y="1640"/>
                    <a:pt x="1434" y="1471"/>
                  </a:cubicBezTo>
                  <a:cubicBezTo>
                    <a:pt x="1500" y="1393"/>
                    <a:pt x="1489" y="1277"/>
                    <a:pt x="1412" y="1211"/>
                  </a:cubicBezTo>
                  <a:cubicBezTo>
                    <a:pt x="1378" y="1184"/>
                    <a:pt x="1339" y="1171"/>
                    <a:pt x="1299" y="1171"/>
                  </a:cubicBezTo>
                  <a:cubicBezTo>
                    <a:pt x="1246" y="1171"/>
                    <a:pt x="1192" y="1194"/>
                    <a:pt x="1151" y="1233"/>
                  </a:cubicBezTo>
                  <a:cubicBezTo>
                    <a:pt x="1066" y="1313"/>
                    <a:pt x="992" y="1361"/>
                    <a:pt x="866" y="1361"/>
                  </a:cubicBezTo>
                  <a:cubicBezTo>
                    <a:pt x="593" y="1361"/>
                    <a:pt x="370" y="1139"/>
                    <a:pt x="370" y="865"/>
                  </a:cubicBezTo>
                  <a:cubicBezTo>
                    <a:pt x="369" y="591"/>
                    <a:pt x="591" y="369"/>
                    <a:pt x="865" y="369"/>
                  </a:cubicBezTo>
                  <a:cubicBezTo>
                    <a:pt x="965" y="369"/>
                    <a:pt x="1060" y="398"/>
                    <a:pt x="1143" y="454"/>
                  </a:cubicBezTo>
                  <a:cubicBezTo>
                    <a:pt x="1174" y="475"/>
                    <a:pt x="1210" y="486"/>
                    <a:pt x="1246" y="486"/>
                  </a:cubicBezTo>
                  <a:cubicBezTo>
                    <a:pt x="1305" y="486"/>
                    <a:pt x="1362" y="457"/>
                    <a:pt x="1397" y="404"/>
                  </a:cubicBezTo>
                  <a:cubicBezTo>
                    <a:pt x="1454" y="320"/>
                    <a:pt x="1432" y="205"/>
                    <a:pt x="1348" y="149"/>
                  </a:cubicBezTo>
                  <a:cubicBezTo>
                    <a:pt x="1205" y="52"/>
                    <a:pt x="1038" y="1"/>
                    <a:pt x="865"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2" name="Google Shape;2242;p59"/>
            <p:cNvSpPr/>
            <p:nvPr/>
          </p:nvSpPr>
          <p:spPr>
            <a:xfrm>
              <a:off x="5899889" y="2258860"/>
              <a:ext cx="49288" cy="65465"/>
            </a:xfrm>
            <a:custGeom>
              <a:rect b="b" l="l" r="r" t="t"/>
              <a:pathLst>
                <a:path extrusionOk="0" h="1728" w="1301">
                  <a:moveTo>
                    <a:pt x="657" y="1"/>
                  </a:moveTo>
                  <a:cubicBezTo>
                    <a:pt x="595" y="1"/>
                    <a:pt x="528" y="9"/>
                    <a:pt x="459" y="30"/>
                  </a:cubicBezTo>
                  <a:cubicBezTo>
                    <a:pt x="268" y="88"/>
                    <a:pt x="129" y="240"/>
                    <a:pt x="103" y="428"/>
                  </a:cubicBezTo>
                  <a:cubicBezTo>
                    <a:pt x="79" y="603"/>
                    <a:pt x="154" y="774"/>
                    <a:pt x="302" y="869"/>
                  </a:cubicBezTo>
                  <a:cubicBezTo>
                    <a:pt x="311" y="874"/>
                    <a:pt x="320" y="879"/>
                    <a:pt x="327" y="884"/>
                  </a:cubicBezTo>
                  <a:cubicBezTo>
                    <a:pt x="336" y="888"/>
                    <a:pt x="522" y="969"/>
                    <a:pt x="735" y="1048"/>
                  </a:cubicBezTo>
                  <a:cubicBezTo>
                    <a:pt x="779" y="1064"/>
                    <a:pt x="920" y="1124"/>
                    <a:pt x="903" y="1218"/>
                  </a:cubicBezTo>
                  <a:cubicBezTo>
                    <a:pt x="891" y="1288"/>
                    <a:pt x="804" y="1360"/>
                    <a:pt x="679" y="1360"/>
                  </a:cubicBezTo>
                  <a:cubicBezTo>
                    <a:pt x="548" y="1360"/>
                    <a:pt x="423" y="1308"/>
                    <a:pt x="342" y="1219"/>
                  </a:cubicBezTo>
                  <a:cubicBezTo>
                    <a:pt x="306" y="1178"/>
                    <a:pt x="256" y="1157"/>
                    <a:pt x="205" y="1157"/>
                  </a:cubicBezTo>
                  <a:cubicBezTo>
                    <a:pt x="161" y="1157"/>
                    <a:pt x="117" y="1173"/>
                    <a:pt x="81" y="1205"/>
                  </a:cubicBezTo>
                  <a:cubicBezTo>
                    <a:pt x="6" y="1273"/>
                    <a:pt x="1" y="1390"/>
                    <a:pt x="69" y="1466"/>
                  </a:cubicBezTo>
                  <a:cubicBezTo>
                    <a:pt x="218" y="1632"/>
                    <a:pt x="441" y="1728"/>
                    <a:pt x="678" y="1728"/>
                  </a:cubicBezTo>
                  <a:cubicBezTo>
                    <a:pt x="971" y="1728"/>
                    <a:pt x="1219" y="1540"/>
                    <a:pt x="1265" y="1282"/>
                  </a:cubicBezTo>
                  <a:cubicBezTo>
                    <a:pt x="1300" y="1086"/>
                    <a:pt x="1211" y="831"/>
                    <a:pt x="860" y="701"/>
                  </a:cubicBezTo>
                  <a:cubicBezTo>
                    <a:pt x="695" y="641"/>
                    <a:pt x="542" y="575"/>
                    <a:pt x="493" y="554"/>
                  </a:cubicBezTo>
                  <a:cubicBezTo>
                    <a:pt x="462" y="528"/>
                    <a:pt x="463" y="493"/>
                    <a:pt x="465" y="478"/>
                  </a:cubicBezTo>
                  <a:cubicBezTo>
                    <a:pt x="468" y="457"/>
                    <a:pt x="483" y="405"/>
                    <a:pt x="563" y="382"/>
                  </a:cubicBezTo>
                  <a:cubicBezTo>
                    <a:pt x="594" y="372"/>
                    <a:pt x="625" y="368"/>
                    <a:pt x="655" y="368"/>
                  </a:cubicBezTo>
                  <a:cubicBezTo>
                    <a:pt x="800" y="368"/>
                    <a:pt x="919" y="462"/>
                    <a:pt x="924" y="466"/>
                  </a:cubicBezTo>
                  <a:cubicBezTo>
                    <a:pt x="959" y="494"/>
                    <a:pt x="1000" y="507"/>
                    <a:pt x="1042" y="507"/>
                  </a:cubicBezTo>
                  <a:cubicBezTo>
                    <a:pt x="1094" y="507"/>
                    <a:pt x="1146" y="485"/>
                    <a:pt x="1182" y="442"/>
                  </a:cubicBezTo>
                  <a:cubicBezTo>
                    <a:pt x="1248" y="363"/>
                    <a:pt x="1237" y="248"/>
                    <a:pt x="1160" y="183"/>
                  </a:cubicBezTo>
                  <a:cubicBezTo>
                    <a:pt x="1151" y="174"/>
                    <a:pt x="941" y="1"/>
                    <a:pt x="65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3" name="Google Shape;2243;p59"/>
            <p:cNvSpPr/>
            <p:nvPr/>
          </p:nvSpPr>
          <p:spPr>
            <a:xfrm>
              <a:off x="5955656" y="2258822"/>
              <a:ext cx="49250" cy="65503"/>
            </a:xfrm>
            <a:custGeom>
              <a:rect b="b" l="l" r="r" t="t"/>
              <a:pathLst>
                <a:path extrusionOk="0" h="1729" w="1300">
                  <a:moveTo>
                    <a:pt x="653" y="0"/>
                  </a:moveTo>
                  <a:cubicBezTo>
                    <a:pt x="591" y="0"/>
                    <a:pt x="526" y="9"/>
                    <a:pt x="458" y="29"/>
                  </a:cubicBezTo>
                  <a:cubicBezTo>
                    <a:pt x="264" y="86"/>
                    <a:pt x="128" y="240"/>
                    <a:pt x="102" y="427"/>
                  </a:cubicBezTo>
                  <a:cubicBezTo>
                    <a:pt x="77" y="603"/>
                    <a:pt x="153" y="772"/>
                    <a:pt x="301" y="869"/>
                  </a:cubicBezTo>
                  <a:cubicBezTo>
                    <a:pt x="309" y="874"/>
                    <a:pt x="317" y="879"/>
                    <a:pt x="327" y="882"/>
                  </a:cubicBezTo>
                  <a:cubicBezTo>
                    <a:pt x="335" y="887"/>
                    <a:pt x="522" y="969"/>
                    <a:pt x="734" y="1048"/>
                  </a:cubicBezTo>
                  <a:cubicBezTo>
                    <a:pt x="778" y="1064"/>
                    <a:pt x="920" y="1123"/>
                    <a:pt x="903" y="1217"/>
                  </a:cubicBezTo>
                  <a:cubicBezTo>
                    <a:pt x="891" y="1289"/>
                    <a:pt x="803" y="1361"/>
                    <a:pt x="679" y="1361"/>
                  </a:cubicBezTo>
                  <a:cubicBezTo>
                    <a:pt x="548" y="1361"/>
                    <a:pt x="422" y="1309"/>
                    <a:pt x="341" y="1220"/>
                  </a:cubicBezTo>
                  <a:cubicBezTo>
                    <a:pt x="305" y="1179"/>
                    <a:pt x="255" y="1158"/>
                    <a:pt x="205" y="1158"/>
                  </a:cubicBezTo>
                  <a:cubicBezTo>
                    <a:pt x="161" y="1158"/>
                    <a:pt x="116" y="1174"/>
                    <a:pt x="81" y="1206"/>
                  </a:cubicBezTo>
                  <a:cubicBezTo>
                    <a:pt x="5" y="1274"/>
                    <a:pt x="0" y="1391"/>
                    <a:pt x="68" y="1467"/>
                  </a:cubicBezTo>
                  <a:cubicBezTo>
                    <a:pt x="218" y="1633"/>
                    <a:pt x="441" y="1729"/>
                    <a:pt x="678" y="1729"/>
                  </a:cubicBezTo>
                  <a:cubicBezTo>
                    <a:pt x="971" y="1729"/>
                    <a:pt x="1218" y="1541"/>
                    <a:pt x="1264" y="1283"/>
                  </a:cubicBezTo>
                  <a:cubicBezTo>
                    <a:pt x="1300" y="1088"/>
                    <a:pt x="1211" y="832"/>
                    <a:pt x="860" y="702"/>
                  </a:cubicBezTo>
                  <a:cubicBezTo>
                    <a:pt x="694" y="642"/>
                    <a:pt x="542" y="576"/>
                    <a:pt x="492" y="555"/>
                  </a:cubicBezTo>
                  <a:cubicBezTo>
                    <a:pt x="462" y="529"/>
                    <a:pt x="463" y="494"/>
                    <a:pt x="466" y="479"/>
                  </a:cubicBezTo>
                  <a:cubicBezTo>
                    <a:pt x="468" y="458"/>
                    <a:pt x="484" y="406"/>
                    <a:pt x="564" y="383"/>
                  </a:cubicBezTo>
                  <a:cubicBezTo>
                    <a:pt x="594" y="374"/>
                    <a:pt x="625" y="370"/>
                    <a:pt x="654" y="370"/>
                  </a:cubicBezTo>
                  <a:cubicBezTo>
                    <a:pt x="800" y="370"/>
                    <a:pt x="921" y="463"/>
                    <a:pt x="925" y="467"/>
                  </a:cubicBezTo>
                  <a:cubicBezTo>
                    <a:pt x="959" y="495"/>
                    <a:pt x="1000" y="508"/>
                    <a:pt x="1042" y="508"/>
                  </a:cubicBezTo>
                  <a:cubicBezTo>
                    <a:pt x="1095" y="508"/>
                    <a:pt x="1147" y="486"/>
                    <a:pt x="1184" y="443"/>
                  </a:cubicBezTo>
                  <a:cubicBezTo>
                    <a:pt x="1248" y="366"/>
                    <a:pt x="1238" y="249"/>
                    <a:pt x="1161" y="184"/>
                  </a:cubicBezTo>
                  <a:cubicBezTo>
                    <a:pt x="1150" y="175"/>
                    <a:pt x="938" y="0"/>
                    <a:pt x="653"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4" name="Google Shape;2244;p59"/>
            <p:cNvSpPr/>
            <p:nvPr/>
          </p:nvSpPr>
          <p:spPr>
            <a:xfrm>
              <a:off x="5547407" y="2234234"/>
              <a:ext cx="490042" cy="379873"/>
            </a:xfrm>
            <a:custGeom>
              <a:rect b="b" l="l" r="r" t="t"/>
              <a:pathLst>
                <a:path extrusionOk="0" h="10027" w="12935">
                  <a:moveTo>
                    <a:pt x="6964" y="2262"/>
                  </a:moveTo>
                  <a:lnTo>
                    <a:pt x="6964" y="2831"/>
                  </a:lnTo>
                  <a:cubicBezTo>
                    <a:pt x="6965" y="2932"/>
                    <a:pt x="7047" y="3016"/>
                    <a:pt x="7148" y="3016"/>
                  </a:cubicBezTo>
                  <a:lnTo>
                    <a:pt x="10929" y="3016"/>
                  </a:lnTo>
                  <a:lnTo>
                    <a:pt x="10929" y="7455"/>
                  </a:lnTo>
                  <a:cubicBezTo>
                    <a:pt x="10929" y="7518"/>
                    <a:pt x="10878" y="7568"/>
                    <a:pt x="10814" y="7568"/>
                  </a:cubicBezTo>
                  <a:lnTo>
                    <a:pt x="3163" y="7568"/>
                  </a:lnTo>
                  <a:lnTo>
                    <a:pt x="3163" y="5923"/>
                  </a:lnTo>
                  <a:cubicBezTo>
                    <a:pt x="3163" y="5828"/>
                    <a:pt x="3094" y="5743"/>
                    <a:pt x="2999" y="5733"/>
                  </a:cubicBezTo>
                  <a:cubicBezTo>
                    <a:pt x="2994" y="5733"/>
                    <a:pt x="2989" y="5733"/>
                    <a:pt x="2983" y="5733"/>
                  </a:cubicBezTo>
                  <a:cubicBezTo>
                    <a:pt x="2883" y="5733"/>
                    <a:pt x="2803" y="5814"/>
                    <a:pt x="2803" y="5917"/>
                  </a:cubicBezTo>
                  <a:lnTo>
                    <a:pt x="2803" y="7600"/>
                  </a:lnTo>
                  <a:lnTo>
                    <a:pt x="2033" y="7600"/>
                  </a:lnTo>
                  <a:cubicBezTo>
                    <a:pt x="1970" y="7600"/>
                    <a:pt x="1919" y="7550"/>
                    <a:pt x="1919" y="7487"/>
                  </a:cubicBezTo>
                  <a:lnTo>
                    <a:pt x="1919" y="2408"/>
                  </a:lnTo>
                  <a:cubicBezTo>
                    <a:pt x="1919" y="2345"/>
                    <a:pt x="1970" y="2294"/>
                    <a:pt x="2033" y="2294"/>
                  </a:cubicBezTo>
                  <a:lnTo>
                    <a:pt x="2803" y="2294"/>
                  </a:lnTo>
                  <a:lnTo>
                    <a:pt x="2803" y="5105"/>
                  </a:lnTo>
                  <a:cubicBezTo>
                    <a:pt x="2803" y="5200"/>
                    <a:pt x="2872" y="5285"/>
                    <a:pt x="2966" y="5295"/>
                  </a:cubicBezTo>
                  <a:cubicBezTo>
                    <a:pt x="2971" y="5295"/>
                    <a:pt x="2977" y="5295"/>
                    <a:pt x="2982" y="5295"/>
                  </a:cubicBezTo>
                  <a:cubicBezTo>
                    <a:pt x="3083" y="5295"/>
                    <a:pt x="3163" y="5214"/>
                    <a:pt x="3163" y="5111"/>
                  </a:cubicBezTo>
                  <a:lnTo>
                    <a:pt x="3163" y="2262"/>
                  </a:lnTo>
                  <a:close/>
                  <a:moveTo>
                    <a:pt x="6964" y="1410"/>
                  </a:moveTo>
                  <a:lnTo>
                    <a:pt x="6964" y="1901"/>
                  </a:lnTo>
                  <a:lnTo>
                    <a:pt x="2041" y="1901"/>
                  </a:lnTo>
                  <a:cubicBezTo>
                    <a:pt x="1774" y="1901"/>
                    <a:pt x="1557" y="2117"/>
                    <a:pt x="1557" y="2384"/>
                  </a:cubicBezTo>
                  <a:lnTo>
                    <a:pt x="1557" y="7479"/>
                  </a:lnTo>
                  <a:cubicBezTo>
                    <a:pt x="1557" y="7746"/>
                    <a:pt x="1774" y="7962"/>
                    <a:pt x="2041" y="7962"/>
                  </a:cubicBezTo>
                  <a:lnTo>
                    <a:pt x="10805" y="7962"/>
                  </a:lnTo>
                  <a:cubicBezTo>
                    <a:pt x="11072" y="7962"/>
                    <a:pt x="11289" y="7746"/>
                    <a:pt x="11289" y="7479"/>
                  </a:cubicBezTo>
                  <a:lnTo>
                    <a:pt x="11289" y="3048"/>
                  </a:lnTo>
                  <a:lnTo>
                    <a:pt x="11714" y="3048"/>
                  </a:lnTo>
                  <a:lnTo>
                    <a:pt x="11714" y="7985"/>
                  </a:lnTo>
                  <a:cubicBezTo>
                    <a:pt x="11714" y="8244"/>
                    <a:pt x="11505" y="8453"/>
                    <a:pt x="11245" y="8453"/>
                  </a:cubicBezTo>
                  <a:lnTo>
                    <a:pt x="1601" y="8453"/>
                  </a:lnTo>
                  <a:cubicBezTo>
                    <a:pt x="1342" y="8453"/>
                    <a:pt x="1132" y="8244"/>
                    <a:pt x="1132" y="7985"/>
                  </a:cubicBezTo>
                  <a:lnTo>
                    <a:pt x="1132" y="1879"/>
                  </a:lnTo>
                  <a:cubicBezTo>
                    <a:pt x="1132" y="1619"/>
                    <a:pt x="1342" y="1410"/>
                    <a:pt x="1601" y="1410"/>
                  </a:cubicBezTo>
                  <a:close/>
                  <a:moveTo>
                    <a:pt x="7553" y="8815"/>
                  </a:moveTo>
                  <a:lnTo>
                    <a:pt x="7553" y="8862"/>
                  </a:lnTo>
                  <a:cubicBezTo>
                    <a:pt x="7553" y="8963"/>
                    <a:pt x="7473" y="9044"/>
                    <a:pt x="7372" y="9044"/>
                  </a:cubicBezTo>
                  <a:lnTo>
                    <a:pt x="5508" y="9044"/>
                  </a:lnTo>
                  <a:cubicBezTo>
                    <a:pt x="5406" y="9044"/>
                    <a:pt x="5326" y="8962"/>
                    <a:pt x="5326" y="8862"/>
                  </a:cubicBezTo>
                  <a:lnTo>
                    <a:pt x="5326" y="8815"/>
                  </a:lnTo>
                  <a:close/>
                  <a:moveTo>
                    <a:pt x="12209" y="8848"/>
                  </a:moveTo>
                  <a:cubicBezTo>
                    <a:pt x="12275" y="8848"/>
                    <a:pt x="12329" y="8901"/>
                    <a:pt x="12329" y="8964"/>
                  </a:cubicBezTo>
                  <a:cubicBezTo>
                    <a:pt x="12331" y="9352"/>
                    <a:pt x="12017" y="9666"/>
                    <a:pt x="11630" y="9666"/>
                  </a:cubicBezTo>
                  <a:lnTo>
                    <a:pt x="1263" y="9666"/>
                  </a:lnTo>
                  <a:cubicBezTo>
                    <a:pt x="877" y="9666"/>
                    <a:pt x="561" y="9350"/>
                    <a:pt x="562" y="8964"/>
                  </a:cubicBezTo>
                  <a:cubicBezTo>
                    <a:pt x="562" y="8899"/>
                    <a:pt x="618" y="8848"/>
                    <a:pt x="683" y="8848"/>
                  </a:cubicBezTo>
                  <a:lnTo>
                    <a:pt x="4966" y="8848"/>
                  </a:lnTo>
                  <a:lnTo>
                    <a:pt x="4966" y="8887"/>
                  </a:lnTo>
                  <a:cubicBezTo>
                    <a:pt x="4966" y="9191"/>
                    <a:pt x="5213" y="9437"/>
                    <a:pt x="5516" y="9437"/>
                  </a:cubicBezTo>
                  <a:lnTo>
                    <a:pt x="7365" y="9437"/>
                  </a:lnTo>
                  <a:cubicBezTo>
                    <a:pt x="7669" y="9437"/>
                    <a:pt x="7915" y="9191"/>
                    <a:pt x="7915" y="8887"/>
                  </a:cubicBezTo>
                  <a:lnTo>
                    <a:pt x="7915" y="8848"/>
                  </a:lnTo>
                  <a:close/>
                  <a:moveTo>
                    <a:pt x="7150" y="0"/>
                  </a:moveTo>
                  <a:cubicBezTo>
                    <a:pt x="7049" y="0"/>
                    <a:pt x="6966" y="83"/>
                    <a:pt x="6966" y="185"/>
                  </a:cubicBezTo>
                  <a:lnTo>
                    <a:pt x="6966" y="1049"/>
                  </a:lnTo>
                  <a:lnTo>
                    <a:pt x="1612" y="1049"/>
                  </a:lnTo>
                  <a:cubicBezTo>
                    <a:pt x="1149" y="1049"/>
                    <a:pt x="774" y="1424"/>
                    <a:pt x="774" y="1886"/>
                  </a:cubicBezTo>
                  <a:lnTo>
                    <a:pt x="774" y="7981"/>
                  </a:lnTo>
                  <a:cubicBezTo>
                    <a:pt x="774" y="8157"/>
                    <a:pt x="827" y="8319"/>
                    <a:pt x="918" y="8453"/>
                  </a:cubicBezTo>
                  <a:lnTo>
                    <a:pt x="468" y="8453"/>
                  </a:lnTo>
                  <a:cubicBezTo>
                    <a:pt x="324" y="8453"/>
                    <a:pt x="194" y="8553"/>
                    <a:pt x="161" y="8694"/>
                  </a:cubicBezTo>
                  <a:cubicBezTo>
                    <a:pt x="1" y="9399"/>
                    <a:pt x="535" y="10027"/>
                    <a:pt x="1214" y="10027"/>
                  </a:cubicBezTo>
                  <a:lnTo>
                    <a:pt x="11724" y="10027"/>
                  </a:lnTo>
                  <a:cubicBezTo>
                    <a:pt x="12402" y="10027"/>
                    <a:pt x="12935" y="9399"/>
                    <a:pt x="12776" y="8694"/>
                  </a:cubicBezTo>
                  <a:cubicBezTo>
                    <a:pt x="12743" y="8552"/>
                    <a:pt x="12615" y="8453"/>
                    <a:pt x="12469" y="8453"/>
                  </a:cubicBezTo>
                  <a:lnTo>
                    <a:pt x="11970" y="8453"/>
                  </a:lnTo>
                  <a:cubicBezTo>
                    <a:pt x="12059" y="8320"/>
                    <a:pt x="12111" y="8158"/>
                    <a:pt x="12111" y="7984"/>
                  </a:cubicBezTo>
                  <a:lnTo>
                    <a:pt x="12111" y="3016"/>
                  </a:lnTo>
                  <a:lnTo>
                    <a:pt x="12547" y="3016"/>
                  </a:lnTo>
                  <a:cubicBezTo>
                    <a:pt x="12649" y="3016"/>
                    <a:pt x="12731" y="2933"/>
                    <a:pt x="12731" y="2830"/>
                  </a:cubicBezTo>
                  <a:lnTo>
                    <a:pt x="12731" y="182"/>
                  </a:lnTo>
                  <a:cubicBezTo>
                    <a:pt x="12731" y="81"/>
                    <a:pt x="12651" y="0"/>
                    <a:pt x="12549" y="0"/>
                  </a:cubicBezTo>
                  <a:lnTo>
                    <a:pt x="10737" y="0"/>
                  </a:lnTo>
                  <a:cubicBezTo>
                    <a:pt x="10642" y="0"/>
                    <a:pt x="10557" y="69"/>
                    <a:pt x="10549" y="164"/>
                  </a:cubicBezTo>
                  <a:cubicBezTo>
                    <a:pt x="10540" y="271"/>
                    <a:pt x="10624" y="360"/>
                    <a:pt x="10729" y="360"/>
                  </a:cubicBezTo>
                  <a:lnTo>
                    <a:pt x="12371" y="360"/>
                  </a:lnTo>
                  <a:lnTo>
                    <a:pt x="12371" y="2654"/>
                  </a:lnTo>
                  <a:lnTo>
                    <a:pt x="7359" y="2654"/>
                  </a:lnTo>
                  <a:lnTo>
                    <a:pt x="7359" y="360"/>
                  </a:lnTo>
                  <a:lnTo>
                    <a:pt x="9769" y="360"/>
                  </a:lnTo>
                  <a:cubicBezTo>
                    <a:pt x="9865" y="360"/>
                    <a:pt x="9950" y="290"/>
                    <a:pt x="9957" y="197"/>
                  </a:cubicBezTo>
                  <a:cubicBezTo>
                    <a:pt x="9966" y="89"/>
                    <a:pt x="9883" y="0"/>
                    <a:pt x="977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5" name="Google Shape;2245;p59"/>
            <p:cNvSpPr/>
            <p:nvPr/>
          </p:nvSpPr>
          <p:spPr>
            <a:xfrm>
              <a:off x="5847001" y="2368347"/>
              <a:ext cx="35915" cy="13676"/>
            </a:xfrm>
            <a:custGeom>
              <a:rect b="b" l="l" r="r" t="t"/>
              <a:pathLst>
                <a:path extrusionOk="0" h="361" w="948">
                  <a:moveTo>
                    <a:pt x="199" y="0"/>
                  </a:moveTo>
                  <a:cubicBezTo>
                    <a:pt x="104" y="0"/>
                    <a:pt x="19" y="69"/>
                    <a:pt x="11" y="164"/>
                  </a:cubicBezTo>
                  <a:cubicBezTo>
                    <a:pt x="0" y="270"/>
                    <a:pt x="85" y="361"/>
                    <a:pt x="190" y="361"/>
                  </a:cubicBezTo>
                  <a:lnTo>
                    <a:pt x="749" y="361"/>
                  </a:lnTo>
                  <a:cubicBezTo>
                    <a:pt x="845" y="361"/>
                    <a:pt x="930" y="291"/>
                    <a:pt x="938" y="197"/>
                  </a:cubicBezTo>
                  <a:cubicBezTo>
                    <a:pt x="947" y="89"/>
                    <a:pt x="863" y="0"/>
                    <a:pt x="759"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6" name="Google Shape;2246;p59"/>
            <p:cNvSpPr/>
            <p:nvPr/>
          </p:nvSpPr>
          <p:spPr>
            <a:xfrm>
              <a:off x="5847039" y="2426614"/>
              <a:ext cx="35877" cy="13714"/>
            </a:xfrm>
            <a:custGeom>
              <a:rect b="b" l="l" r="r" t="t"/>
              <a:pathLst>
                <a:path extrusionOk="0" h="362" w="947">
                  <a:moveTo>
                    <a:pt x="198" y="1"/>
                  </a:moveTo>
                  <a:cubicBezTo>
                    <a:pt x="103" y="1"/>
                    <a:pt x="18" y="70"/>
                    <a:pt x="10" y="164"/>
                  </a:cubicBezTo>
                  <a:cubicBezTo>
                    <a:pt x="0" y="272"/>
                    <a:pt x="84" y="361"/>
                    <a:pt x="189" y="361"/>
                  </a:cubicBezTo>
                  <a:lnTo>
                    <a:pt x="748" y="361"/>
                  </a:lnTo>
                  <a:cubicBezTo>
                    <a:pt x="844" y="361"/>
                    <a:pt x="929" y="291"/>
                    <a:pt x="937" y="197"/>
                  </a:cubicBezTo>
                  <a:cubicBezTo>
                    <a:pt x="946" y="91"/>
                    <a:pt x="862" y="1"/>
                    <a:pt x="75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7" name="Google Shape;2247;p59"/>
            <p:cNvSpPr/>
            <p:nvPr/>
          </p:nvSpPr>
          <p:spPr>
            <a:xfrm>
              <a:off x="5847039" y="2456430"/>
              <a:ext cx="35877" cy="13676"/>
            </a:xfrm>
            <a:custGeom>
              <a:rect b="b" l="l" r="r" t="t"/>
              <a:pathLst>
                <a:path extrusionOk="0" h="361" w="947">
                  <a:moveTo>
                    <a:pt x="198" y="0"/>
                  </a:moveTo>
                  <a:cubicBezTo>
                    <a:pt x="103" y="0"/>
                    <a:pt x="18" y="70"/>
                    <a:pt x="10" y="164"/>
                  </a:cubicBezTo>
                  <a:cubicBezTo>
                    <a:pt x="0" y="272"/>
                    <a:pt x="84" y="361"/>
                    <a:pt x="189" y="361"/>
                  </a:cubicBezTo>
                  <a:lnTo>
                    <a:pt x="748" y="361"/>
                  </a:lnTo>
                  <a:cubicBezTo>
                    <a:pt x="844" y="361"/>
                    <a:pt x="929" y="292"/>
                    <a:pt x="937" y="197"/>
                  </a:cubicBezTo>
                  <a:cubicBezTo>
                    <a:pt x="946" y="89"/>
                    <a:pt x="862" y="0"/>
                    <a:pt x="75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8" name="Google Shape;2248;p59"/>
            <p:cNvSpPr/>
            <p:nvPr/>
          </p:nvSpPr>
          <p:spPr>
            <a:xfrm>
              <a:off x="5749258" y="2484995"/>
              <a:ext cx="35877" cy="13676"/>
            </a:xfrm>
            <a:custGeom>
              <a:rect b="b" l="l" r="r" t="t"/>
              <a:pathLst>
                <a:path extrusionOk="0" h="361" w="947">
                  <a:moveTo>
                    <a:pt x="199" y="0"/>
                  </a:moveTo>
                  <a:cubicBezTo>
                    <a:pt x="103" y="0"/>
                    <a:pt x="19" y="70"/>
                    <a:pt x="10" y="164"/>
                  </a:cubicBezTo>
                  <a:cubicBezTo>
                    <a:pt x="1" y="272"/>
                    <a:pt x="86" y="361"/>
                    <a:pt x="190" y="361"/>
                  </a:cubicBezTo>
                  <a:lnTo>
                    <a:pt x="749" y="361"/>
                  </a:lnTo>
                  <a:cubicBezTo>
                    <a:pt x="845" y="361"/>
                    <a:pt x="930" y="292"/>
                    <a:pt x="937" y="197"/>
                  </a:cubicBezTo>
                  <a:cubicBezTo>
                    <a:pt x="947" y="89"/>
                    <a:pt x="863" y="0"/>
                    <a:pt x="758"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9" name="Google Shape;2249;p59"/>
            <p:cNvSpPr/>
            <p:nvPr/>
          </p:nvSpPr>
          <p:spPr>
            <a:xfrm>
              <a:off x="5804153" y="2484995"/>
              <a:ext cx="78308" cy="13676"/>
            </a:xfrm>
            <a:custGeom>
              <a:rect b="b" l="l" r="r" t="t"/>
              <a:pathLst>
                <a:path extrusionOk="0" h="361" w="2067">
                  <a:moveTo>
                    <a:pt x="198" y="0"/>
                  </a:moveTo>
                  <a:cubicBezTo>
                    <a:pt x="103" y="0"/>
                    <a:pt x="17" y="70"/>
                    <a:pt x="10" y="164"/>
                  </a:cubicBezTo>
                  <a:cubicBezTo>
                    <a:pt x="0" y="272"/>
                    <a:pt x="84" y="361"/>
                    <a:pt x="189" y="361"/>
                  </a:cubicBezTo>
                  <a:lnTo>
                    <a:pt x="1868" y="361"/>
                  </a:lnTo>
                  <a:cubicBezTo>
                    <a:pt x="1963" y="361"/>
                    <a:pt x="2048" y="292"/>
                    <a:pt x="2056" y="197"/>
                  </a:cubicBezTo>
                  <a:cubicBezTo>
                    <a:pt x="2067" y="89"/>
                    <a:pt x="1983" y="0"/>
                    <a:pt x="187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0" name="Google Shape;2250;p59"/>
            <p:cNvSpPr/>
            <p:nvPr/>
          </p:nvSpPr>
          <p:spPr>
            <a:xfrm>
              <a:off x="5792485" y="2426614"/>
              <a:ext cx="35536" cy="13714"/>
            </a:xfrm>
            <a:custGeom>
              <a:rect b="b" l="l" r="r" t="t"/>
              <a:pathLst>
                <a:path extrusionOk="0" h="362" w="938">
                  <a:moveTo>
                    <a:pt x="198" y="1"/>
                  </a:moveTo>
                  <a:cubicBezTo>
                    <a:pt x="103" y="1"/>
                    <a:pt x="18" y="70"/>
                    <a:pt x="10" y="164"/>
                  </a:cubicBezTo>
                  <a:cubicBezTo>
                    <a:pt x="0" y="272"/>
                    <a:pt x="84" y="361"/>
                    <a:pt x="189" y="361"/>
                  </a:cubicBezTo>
                  <a:lnTo>
                    <a:pt x="758" y="361"/>
                  </a:lnTo>
                  <a:cubicBezTo>
                    <a:pt x="758" y="361"/>
                    <a:pt x="759" y="361"/>
                    <a:pt x="760" y="361"/>
                  </a:cubicBezTo>
                  <a:cubicBezTo>
                    <a:pt x="859" y="361"/>
                    <a:pt x="938" y="280"/>
                    <a:pt x="938" y="181"/>
                  </a:cubicBezTo>
                  <a:cubicBezTo>
                    <a:pt x="938" y="81"/>
                    <a:pt x="857" y="1"/>
                    <a:pt x="75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1" name="Google Shape;2251;p59"/>
            <p:cNvSpPr/>
            <p:nvPr/>
          </p:nvSpPr>
          <p:spPr>
            <a:xfrm>
              <a:off x="5703758" y="2426614"/>
              <a:ext cx="74974" cy="13714"/>
            </a:xfrm>
            <a:custGeom>
              <a:rect b="b" l="l" r="r" t="t"/>
              <a:pathLst>
                <a:path extrusionOk="0" h="362" w="1979">
                  <a:moveTo>
                    <a:pt x="198" y="1"/>
                  </a:moveTo>
                  <a:cubicBezTo>
                    <a:pt x="103" y="1"/>
                    <a:pt x="17" y="70"/>
                    <a:pt x="10" y="164"/>
                  </a:cubicBezTo>
                  <a:cubicBezTo>
                    <a:pt x="0" y="272"/>
                    <a:pt x="84" y="361"/>
                    <a:pt x="189" y="361"/>
                  </a:cubicBezTo>
                  <a:lnTo>
                    <a:pt x="1798" y="361"/>
                  </a:lnTo>
                  <a:cubicBezTo>
                    <a:pt x="1798" y="361"/>
                    <a:pt x="1799" y="361"/>
                    <a:pt x="1800" y="361"/>
                  </a:cubicBezTo>
                  <a:cubicBezTo>
                    <a:pt x="1898" y="361"/>
                    <a:pt x="1979" y="280"/>
                    <a:pt x="1979" y="181"/>
                  </a:cubicBezTo>
                  <a:cubicBezTo>
                    <a:pt x="1979" y="81"/>
                    <a:pt x="1897" y="1"/>
                    <a:pt x="1798"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2" name="Google Shape;2252;p59"/>
            <p:cNvSpPr/>
            <p:nvPr/>
          </p:nvSpPr>
          <p:spPr>
            <a:xfrm>
              <a:off x="5704630" y="2368347"/>
              <a:ext cx="122747" cy="13676"/>
            </a:xfrm>
            <a:custGeom>
              <a:rect b="b" l="l" r="r" t="t"/>
              <a:pathLst>
                <a:path extrusionOk="0" h="361" w="3240">
                  <a:moveTo>
                    <a:pt x="180" y="0"/>
                  </a:moveTo>
                  <a:cubicBezTo>
                    <a:pt x="81" y="0"/>
                    <a:pt x="1" y="80"/>
                    <a:pt x="1" y="179"/>
                  </a:cubicBezTo>
                  <a:cubicBezTo>
                    <a:pt x="1" y="279"/>
                    <a:pt x="82" y="361"/>
                    <a:pt x="182" y="361"/>
                  </a:cubicBezTo>
                  <a:lnTo>
                    <a:pt x="3042" y="361"/>
                  </a:lnTo>
                  <a:cubicBezTo>
                    <a:pt x="3137" y="361"/>
                    <a:pt x="3223" y="291"/>
                    <a:pt x="3231" y="197"/>
                  </a:cubicBezTo>
                  <a:cubicBezTo>
                    <a:pt x="3240" y="89"/>
                    <a:pt x="3156" y="0"/>
                    <a:pt x="3051" y="0"/>
                  </a:cubicBezTo>
                  <a:lnTo>
                    <a:pt x="182" y="0"/>
                  </a:lnTo>
                  <a:cubicBezTo>
                    <a:pt x="181" y="0"/>
                    <a:pt x="180" y="0"/>
                    <a:pt x="18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3" name="Google Shape;2253;p59"/>
            <p:cNvSpPr/>
            <p:nvPr/>
          </p:nvSpPr>
          <p:spPr>
            <a:xfrm>
              <a:off x="5702963" y="2398087"/>
              <a:ext cx="180787" cy="13714"/>
            </a:xfrm>
            <a:custGeom>
              <a:rect b="b" l="l" r="r" t="t"/>
              <a:pathLst>
                <a:path extrusionOk="0" h="362" w="4772">
                  <a:moveTo>
                    <a:pt x="200" y="1"/>
                  </a:moveTo>
                  <a:cubicBezTo>
                    <a:pt x="104" y="1"/>
                    <a:pt x="19" y="70"/>
                    <a:pt x="10" y="164"/>
                  </a:cubicBezTo>
                  <a:cubicBezTo>
                    <a:pt x="1" y="272"/>
                    <a:pt x="85" y="361"/>
                    <a:pt x="193" y="361"/>
                  </a:cubicBezTo>
                  <a:lnTo>
                    <a:pt x="4562" y="361"/>
                  </a:lnTo>
                  <a:cubicBezTo>
                    <a:pt x="4650" y="361"/>
                    <a:pt x="4729" y="303"/>
                    <a:pt x="4748" y="217"/>
                  </a:cubicBezTo>
                  <a:cubicBezTo>
                    <a:pt x="4771" y="101"/>
                    <a:pt x="4681" y="1"/>
                    <a:pt x="4567"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4" name="Google Shape;2254;p59"/>
            <p:cNvSpPr/>
            <p:nvPr/>
          </p:nvSpPr>
          <p:spPr>
            <a:xfrm>
              <a:off x="5898411" y="2368347"/>
              <a:ext cx="27618" cy="13676"/>
            </a:xfrm>
            <a:custGeom>
              <a:rect b="b" l="l" r="r" t="t"/>
              <a:pathLst>
                <a:path extrusionOk="0" h="361" w="729">
                  <a:moveTo>
                    <a:pt x="199" y="0"/>
                  </a:moveTo>
                  <a:cubicBezTo>
                    <a:pt x="103" y="0"/>
                    <a:pt x="19" y="69"/>
                    <a:pt x="10" y="164"/>
                  </a:cubicBezTo>
                  <a:cubicBezTo>
                    <a:pt x="1" y="270"/>
                    <a:pt x="85" y="361"/>
                    <a:pt x="189" y="361"/>
                  </a:cubicBezTo>
                  <a:lnTo>
                    <a:pt x="532" y="361"/>
                  </a:lnTo>
                  <a:cubicBezTo>
                    <a:pt x="627" y="361"/>
                    <a:pt x="712" y="291"/>
                    <a:pt x="720" y="197"/>
                  </a:cubicBezTo>
                  <a:cubicBezTo>
                    <a:pt x="729" y="89"/>
                    <a:pt x="645" y="0"/>
                    <a:pt x="54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5" name="Google Shape;2255;p59"/>
            <p:cNvSpPr/>
            <p:nvPr/>
          </p:nvSpPr>
          <p:spPr>
            <a:xfrm>
              <a:off x="5898411" y="2398087"/>
              <a:ext cx="27618" cy="13714"/>
            </a:xfrm>
            <a:custGeom>
              <a:rect b="b" l="l" r="r" t="t"/>
              <a:pathLst>
                <a:path extrusionOk="0" h="362" w="729">
                  <a:moveTo>
                    <a:pt x="199" y="1"/>
                  </a:moveTo>
                  <a:cubicBezTo>
                    <a:pt x="103" y="1"/>
                    <a:pt x="19" y="70"/>
                    <a:pt x="10" y="164"/>
                  </a:cubicBezTo>
                  <a:cubicBezTo>
                    <a:pt x="1" y="272"/>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6" name="Google Shape;2256;p59"/>
            <p:cNvSpPr/>
            <p:nvPr/>
          </p:nvSpPr>
          <p:spPr>
            <a:xfrm>
              <a:off x="5898411" y="2426652"/>
              <a:ext cx="27618" cy="13714"/>
            </a:xfrm>
            <a:custGeom>
              <a:rect b="b" l="l" r="r" t="t"/>
              <a:pathLst>
                <a:path extrusionOk="0" h="362" w="729">
                  <a:moveTo>
                    <a:pt x="199" y="1"/>
                  </a:moveTo>
                  <a:cubicBezTo>
                    <a:pt x="103" y="1"/>
                    <a:pt x="19" y="70"/>
                    <a:pt x="10" y="164"/>
                  </a:cubicBezTo>
                  <a:cubicBezTo>
                    <a:pt x="1" y="271"/>
                    <a:pt x="85" y="361"/>
                    <a:pt x="189" y="361"/>
                  </a:cubicBezTo>
                  <a:lnTo>
                    <a:pt x="532" y="361"/>
                  </a:lnTo>
                  <a:cubicBezTo>
                    <a:pt x="627" y="361"/>
                    <a:pt x="712" y="292"/>
                    <a:pt x="720" y="198"/>
                  </a:cubicBezTo>
                  <a:cubicBezTo>
                    <a:pt x="729" y="90"/>
                    <a:pt x="645" y="1"/>
                    <a:pt x="540"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7" name="Google Shape;2257;p59"/>
            <p:cNvSpPr/>
            <p:nvPr/>
          </p:nvSpPr>
          <p:spPr>
            <a:xfrm>
              <a:off x="5898411" y="2456430"/>
              <a:ext cx="27618" cy="13676"/>
            </a:xfrm>
            <a:custGeom>
              <a:rect b="b" l="l" r="r" t="t"/>
              <a:pathLst>
                <a:path extrusionOk="0" h="361" w="729">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8" name="Google Shape;2258;p59"/>
            <p:cNvSpPr/>
            <p:nvPr/>
          </p:nvSpPr>
          <p:spPr>
            <a:xfrm>
              <a:off x="5898411" y="2484995"/>
              <a:ext cx="27618" cy="13676"/>
            </a:xfrm>
            <a:custGeom>
              <a:rect b="b" l="l" r="r" t="t"/>
              <a:pathLst>
                <a:path extrusionOk="0" h="361" w="729">
                  <a:moveTo>
                    <a:pt x="199" y="0"/>
                  </a:moveTo>
                  <a:cubicBezTo>
                    <a:pt x="103" y="0"/>
                    <a:pt x="19" y="70"/>
                    <a:pt x="10" y="164"/>
                  </a:cubicBezTo>
                  <a:cubicBezTo>
                    <a:pt x="1" y="272"/>
                    <a:pt x="85" y="361"/>
                    <a:pt x="189" y="361"/>
                  </a:cubicBezTo>
                  <a:lnTo>
                    <a:pt x="532" y="361"/>
                  </a:lnTo>
                  <a:cubicBezTo>
                    <a:pt x="627" y="361"/>
                    <a:pt x="712" y="292"/>
                    <a:pt x="720" y="197"/>
                  </a:cubicBezTo>
                  <a:cubicBezTo>
                    <a:pt x="729" y="89"/>
                    <a:pt x="645" y="0"/>
                    <a:pt x="54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259" name="Google Shape;2259;p59"/>
          <p:cNvSpPr txBox="1"/>
          <p:nvPr/>
        </p:nvSpPr>
        <p:spPr>
          <a:xfrm>
            <a:off x="734150"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Path</a:t>
            </a:r>
          </a:p>
        </p:txBody>
      </p:sp>
      <p:sp>
        <p:nvSpPr>
          <p:cNvPr id="2260" name="Google Shape;2260;p59"/>
          <p:cNvSpPr txBox="1"/>
          <p:nvPr/>
        </p:nvSpPr>
        <p:spPr>
          <a:xfrm>
            <a:off x="734156"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Sinh path lân cận từ path hiện tại</a:t>
            </a:r>
          </a:p>
        </p:txBody>
      </p:sp>
      <p:sp>
        <p:nvSpPr>
          <p:cNvPr id="2261" name="Google Shape;2261;p59"/>
          <p:cNvSpPr txBox="1"/>
          <p:nvPr/>
        </p:nvSpPr>
        <p:spPr>
          <a:xfrm>
            <a:off x="2768315"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Bandwidth</a:t>
            </a:r>
          </a:p>
        </p:txBody>
      </p:sp>
      <p:sp>
        <p:nvSpPr>
          <p:cNvPr id="2262" name="Google Shape;2262;p59"/>
          <p:cNvSpPr txBox="1"/>
          <p:nvPr/>
        </p:nvSpPr>
        <p:spPr>
          <a:xfrm>
            <a:off x="2768315"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rgbClr val="191919"/>
                </a:solidFill>
                <a:latin typeface="Be Vietnam Pro"/>
                <a:ea typeface="Be Vietnam Pro"/>
                <a:cs typeface="Be Vietnam Pro"/>
                <a:sym typeface="Be Vietnam Pro"/>
              </a:rPr>
              <a:t>Mỗi link đang dùng: thử w_e ← 2w_e, rồi w_e/2</a:t>
            </a:r>
          </a:p>
        </p:txBody>
      </p:sp>
      <p:sp>
        <p:nvSpPr>
          <p:cNvPr id="2263" name="Google Shape;2263;p59"/>
          <p:cNvSpPr txBox="1"/>
          <p:nvPr/>
        </p:nvSpPr>
        <p:spPr>
          <a:xfrm>
            <a:off x="734163"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01</a:t>
            </a:r>
            <a:endParaRPr b="1" sz="3000">
              <a:solidFill>
                <a:schemeClr val="lt2"/>
              </a:solidFill>
              <a:latin typeface="Be Vietnam Pro"/>
              <a:ea typeface="Be Vietnam Pro"/>
              <a:cs typeface="Be Vietnam Pro"/>
              <a:sym typeface="Be Vietnam Pro"/>
            </a:endParaRPr>
          </a:p>
        </p:txBody>
      </p:sp>
      <p:sp>
        <p:nvSpPr>
          <p:cNvPr id="2264" name="Google Shape;2264;p59"/>
          <p:cNvSpPr txBox="1"/>
          <p:nvPr/>
        </p:nvSpPr>
        <p:spPr>
          <a:xfrm>
            <a:off x="4802510"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Trajectory</a:t>
            </a:r>
          </a:p>
        </p:txBody>
      </p:sp>
      <p:sp>
        <p:nvSpPr>
          <p:cNvPr id="2265" name="Google Shape;2265;p59"/>
          <p:cNvSpPr txBox="1"/>
          <p:nvPr/>
        </p:nvSpPr>
        <p:spPr>
          <a:xfrm>
            <a:off x="4802510"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Dịch một đoạn q về phía link UAV nghẽn</a:t>
            </a:r>
          </a:p>
        </p:txBody>
      </p:sp>
      <p:sp>
        <p:nvSpPr>
          <p:cNvPr id="2266" name="Google Shape;2266;p59"/>
          <p:cNvSpPr txBox="1"/>
          <p:nvPr/>
        </p:nvSpPr>
        <p:spPr>
          <a:xfrm>
            <a:off x="6836648" y="3246950"/>
            <a:ext cx="1573200" cy="475500"/>
          </a:xfrm>
          <a:prstGeom prst="rect">
            <a:avLst/>
          </a:prstGeom>
          <a:noFill/>
          <a:ln>
            <a:noFill/>
          </a:ln>
        </p:spPr>
        <p:txBody>
          <a:bodyPr anchorCtr="0" anchor="b" bIns="91425" lIns="91425" spcFirstLastPara="1" rIns="91425" wrap="square" tIns="91425">
            <a:noAutofit/>
          </a:bodyPr>
          <a:lstStyle/>
          <a:p>
            <a:pPr indent="0" lvl="0" marL="0" rtl="0" algn="ctr">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Repair</a:t>
            </a:r>
          </a:p>
        </p:txBody>
      </p:sp>
      <p:sp>
        <p:nvSpPr>
          <p:cNvPr id="2267" name="Google Shape;2267;p59"/>
          <p:cNvSpPr txBox="1"/>
          <p:nvPr/>
        </p:nvSpPr>
        <p:spPr>
          <a:xfrm>
            <a:off x="6836645" y="3646300"/>
            <a:ext cx="1573200" cy="914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SBS-R: alert rủi ro cao được tăng weight hoặc đổi path</a:t>
            </a:r>
          </a:p>
        </p:txBody>
      </p:sp>
      <p:sp>
        <p:nvSpPr>
          <p:cNvPr id="2268" name="Google Shape;2268;p59"/>
          <p:cNvSpPr txBox="1"/>
          <p:nvPr/>
        </p:nvSpPr>
        <p:spPr>
          <a:xfrm>
            <a:off x="2768315"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02</a:t>
            </a:r>
            <a:endParaRPr b="1" sz="3000">
              <a:solidFill>
                <a:schemeClr val="lt2"/>
              </a:solidFill>
              <a:latin typeface="Be Vietnam Pro"/>
              <a:ea typeface="Be Vietnam Pro"/>
              <a:cs typeface="Be Vietnam Pro"/>
              <a:sym typeface="Be Vietnam Pro"/>
            </a:endParaRPr>
          </a:p>
        </p:txBody>
      </p:sp>
      <p:sp>
        <p:nvSpPr>
          <p:cNvPr id="2269" name="Google Shape;2269;p59"/>
          <p:cNvSpPr txBox="1"/>
          <p:nvPr/>
        </p:nvSpPr>
        <p:spPr>
          <a:xfrm>
            <a:off x="4802461"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03</a:t>
            </a:r>
            <a:endParaRPr b="1" sz="3000">
              <a:solidFill>
                <a:schemeClr val="lt2"/>
              </a:solidFill>
              <a:latin typeface="Be Vietnam Pro"/>
              <a:ea typeface="Be Vietnam Pro"/>
              <a:cs typeface="Be Vietnam Pro"/>
              <a:sym typeface="Be Vietnam Pro"/>
            </a:endParaRPr>
          </a:p>
        </p:txBody>
      </p:sp>
      <p:sp>
        <p:nvSpPr>
          <p:cNvPr id="2270" name="Google Shape;2270;p59"/>
          <p:cNvSpPr txBox="1"/>
          <p:nvPr/>
        </p:nvSpPr>
        <p:spPr>
          <a:xfrm>
            <a:off x="6836640" y="1243875"/>
            <a:ext cx="1573200" cy="4860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None/>
            </a:pPr>
            <a:r>
              <a:rPr b="1" lang="en" sz="3000">
                <a:solidFill>
                  <a:schemeClr val="lt2"/>
                </a:solidFill>
                <a:latin typeface="Be Vietnam Pro"/>
                <a:ea typeface="Be Vietnam Pro"/>
                <a:cs typeface="Be Vietnam Pro"/>
                <a:sym typeface="Be Vietnam Pro"/>
              </a:rPr>
              <a:t>04</a:t>
            </a:r>
            <a:endParaRPr b="1" sz="3000">
              <a:solidFill>
                <a:schemeClr val="lt2"/>
              </a:solidFill>
              <a:latin typeface="Be Vietnam Pro"/>
              <a:ea typeface="Be Vietnam Pro"/>
              <a:cs typeface="Be Vietnam Pro"/>
              <a:sym typeface="Be Vietnam Pro"/>
            </a:endParaRPr>
          </a:p>
        </p:txBody>
      </p:sp>
      <p:sp>
        <p:nvSpPr>
          <p:cNvPr id="2271" name="Google Shape;2271;p59"/>
          <p:cNvSpPr/>
          <p:nvPr/>
        </p:nvSpPr>
        <p:spPr>
          <a:xfrm>
            <a:off x="5224112"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2" name="Google Shape;2272;p59"/>
          <p:cNvSpPr/>
          <p:nvPr/>
        </p:nvSpPr>
        <p:spPr>
          <a:xfrm>
            <a:off x="7258295" y="2205250"/>
            <a:ext cx="729900" cy="572700"/>
          </a:xfrm>
          <a:prstGeom prst="rect">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273" name="Google Shape;2273;p59"/>
          <p:cNvCxnSpPr>
            <a:stCxn id="2263" idx="2"/>
            <a:endCxn id="2227" idx="0"/>
          </p:cNvCxnSpPr>
          <p:nvPr/>
        </p:nvCxnSpPr>
        <p:spPr>
          <a:xfrm flipH="1" rot="-5400000">
            <a:off x="1283313"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cxnSp>
        <p:nvCxnSpPr>
          <p:cNvPr id="2274" name="Google Shape;2274;p59"/>
          <p:cNvCxnSpPr>
            <a:stCxn id="2227" idx="2"/>
            <a:endCxn id="2259" idx="0"/>
          </p:cNvCxnSpPr>
          <p:nvPr/>
        </p:nvCxnSpPr>
        <p:spPr>
          <a:xfrm flipH="1" rot="-5400000">
            <a:off x="1286600"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5" name="Google Shape;2275;p59"/>
          <p:cNvCxnSpPr>
            <a:stCxn id="2226" idx="2"/>
            <a:endCxn id="2261" idx="0"/>
          </p:cNvCxnSpPr>
          <p:nvPr/>
        </p:nvCxnSpPr>
        <p:spPr>
          <a:xfrm flipH="1" rot="-5400000">
            <a:off x="3320765"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6" name="Google Shape;2276;p59"/>
          <p:cNvCxnSpPr>
            <a:stCxn id="2271" idx="2"/>
            <a:endCxn id="2264" idx="0"/>
          </p:cNvCxnSpPr>
          <p:nvPr/>
        </p:nvCxnSpPr>
        <p:spPr>
          <a:xfrm flipH="1" rot="-5400000">
            <a:off x="5354912"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7" name="Google Shape;2277;p59"/>
          <p:cNvCxnSpPr>
            <a:stCxn id="2272" idx="2"/>
            <a:endCxn id="2266" idx="0"/>
          </p:cNvCxnSpPr>
          <p:nvPr/>
        </p:nvCxnSpPr>
        <p:spPr>
          <a:xfrm flipH="1" rot="-5400000">
            <a:off x="7389095" y="3012100"/>
            <a:ext cx="468900" cy="600"/>
          </a:xfrm>
          <a:prstGeom prst="bentConnector3">
            <a:avLst>
              <a:gd fmla="val 50011" name="adj1"/>
            </a:avLst>
          </a:prstGeom>
          <a:noFill/>
          <a:ln cap="flat" cmpd="sng" w="9525">
            <a:solidFill>
              <a:schemeClr val="lt2"/>
            </a:solidFill>
            <a:prstDash val="solid"/>
            <a:round/>
            <a:headEnd len="med" w="med" type="none"/>
            <a:tailEnd len="med" w="med" type="oval"/>
          </a:ln>
        </p:spPr>
      </p:cxnSp>
      <p:cxnSp>
        <p:nvCxnSpPr>
          <p:cNvPr id="2278" name="Google Shape;2278;p59"/>
          <p:cNvCxnSpPr>
            <a:stCxn id="2268" idx="2"/>
            <a:endCxn id="2226" idx="0"/>
          </p:cNvCxnSpPr>
          <p:nvPr/>
        </p:nvCxnSpPr>
        <p:spPr>
          <a:xfrm flipH="1" rot="-5400000">
            <a:off x="3317465"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cxnSp>
        <p:nvCxnSpPr>
          <p:cNvPr id="2279" name="Google Shape;2279;p59"/>
          <p:cNvCxnSpPr>
            <a:stCxn id="2269" idx="2"/>
            <a:endCxn id="2271" idx="0"/>
          </p:cNvCxnSpPr>
          <p:nvPr/>
        </p:nvCxnSpPr>
        <p:spPr>
          <a:xfrm flipH="1" rot="-5400000">
            <a:off x="5351611"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cxnSp>
        <p:nvCxnSpPr>
          <p:cNvPr id="2280" name="Google Shape;2280;p59"/>
          <p:cNvCxnSpPr>
            <a:stCxn id="2270" idx="2"/>
            <a:endCxn id="2272" idx="0"/>
          </p:cNvCxnSpPr>
          <p:nvPr/>
        </p:nvCxnSpPr>
        <p:spPr>
          <a:xfrm flipH="1" rot="-5400000">
            <a:off x="7385790" y="1967325"/>
            <a:ext cx="475500" cy="600"/>
          </a:xfrm>
          <a:prstGeom prst="bentConnector3">
            <a:avLst>
              <a:gd fmla="val 49987" name="adj1"/>
            </a:avLst>
          </a:prstGeom>
          <a:noFill/>
          <a:ln cap="flat" cmpd="sng" w="9525">
            <a:solidFill>
              <a:schemeClr val="lt2"/>
            </a:solidFill>
            <a:prstDash val="solid"/>
            <a:round/>
            <a:headEnd len="med" w="med" type="none"/>
            <a:tailEnd len="med" w="med" type="none"/>
          </a:ln>
        </p:spPr>
      </p:cxnSp>
      <p:sp>
        <p:nvSpPr>
          <p:cNvPr id="2281" name="TextBox 2280"/>
          <p:cNvSpPr txBox="1"/>
          <p:nvPr/>
        </p:nvSpPr>
        <p:spPr>
          <a:xfrm>
            <a:off x="722376" y="1005840"/>
            <a:ext cx="7708392" cy="228600"/>
          </a:xfrm>
          <a:prstGeom prst="rect">
            <a:avLst/>
          </a:prstGeom>
          <a:noFill/>
        </p:spPr>
        <p:txBody>
          <a:bodyPr wrap="square" lIns="36576" rIns="36576" tIns="18288" bIns="18288" anchor="t">
            <a:spAutoFit/>
          </a:bodyPr>
          <a:lstStyle/>
          <a:p>
            <a:pPr algn="l">
              <a:spcAft>
                <a:spcPts val="400"/>
              </a:spcAft>
            </a:pPr>
            <a:r>
              <a:rPr sz="900" b="0">
                <a:solidFill>
                  <a:srgbClr val="8208D5"/>
                </a:solidFill>
                <a:latin typeface="Be Vietnam Pro"/>
              </a:rPr>
              <a:t>Mỗi thử nghiệm chấm bằng EDF simulation trên M_d = 5 design realizations · nhận nếu key tăng ngặt · ≤ 10 rounds, budget E = 2000</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6" name="Shape 2216"/>
        <p:cNvGrpSpPr/>
        <p:nvPr/>
      </p:nvGrpSpPr>
      <p:grpSpPr>
        <a:xfrm>
          <a:off x="0" y="0"/>
          <a:ext cx="0" cy="0"/>
          <a:chOff x="0" y="0"/>
          <a:chExt cx="0" cy="0"/>
        </a:xfrm>
      </p:grpSpPr>
      <p:sp>
        <p:nvSpPr>
          <p:cNvPr id="2217" name="Google Shape;2217;p5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Lân cận: path và trajectory</a:t>
            </a:r>
          </a:p>
        </p:txBody>
      </p:sp>
      <p:sp>
        <p:nvSpPr>
          <p:cNvPr id="2218" name="Google Shape;2218;p58"/>
          <p:cNvSpPr txBox="1"/>
          <p:nvPr>
            <p:ph idx="1" type="subTitle"/>
          </p:nvPr>
        </p:nvSpPr>
        <p:spPr>
          <a:xfrm>
            <a:off x="502920" y="4023360"/>
            <a:ext cx="4023360" cy="64008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sz="1100"/>
              <a:t>Đổi đất/UAV cùng node vào; đổi node vào rút theo 1/T (capacity backhaul còn lại); rẽ backhaul quanh link nghẽn nhất; hoặc skip.</a:t>
            </a:r>
          </a:p>
        </p:txBody>
      </p:sp>
      <p:sp>
        <p:nvSpPr>
          <p:cNvPr id="2219" name="Google Shape;2219;p58"/>
          <p:cNvSpPr txBox="1"/>
          <p:nvPr>
            <p:ph idx="2" type="subTitle"/>
          </p:nvPr>
        </p:nvSpPr>
        <p:spPr>
          <a:xfrm>
            <a:off x="4617720" y="4023360"/>
            <a:ext cx="4023360" cy="64008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sz="1100"/>
              <a:t>Đoạn q[i..j] dịch về phía source có uplink nghẽn ưu tiên cao nhất; bước λ lớn nhất sao cho hai bước biên ≤ V_max·Δ.</a:t>
            </a:r>
          </a:p>
        </p:txBody>
      </p:sp>
      <p:pic>
        <p:nvPicPr>
          <p:cNvPr id="2222" name="Picture 2221" descr="moves_a.png"/>
          <p:cNvPicPr>
            <a:picLocks noChangeAspect="1"/>
          </p:cNvPicPr>
          <p:nvPr/>
        </p:nvPicPr>
        <p:blipFill>
          <a:blip r:embed="rId2"/>
          <a:stretch>
            <a:fillRect/>
          </a:stretch>
        </p:blipFill>
        <p:spPr>
          <a:xfrm>
            <a:off x="594360" y="1508760"/>
            <a:ext cx="3840480" cy="2426296"/>
          </a:xfrm>
          <a:prstGeom prst="rect">
            <a:avLst/>
          </a:prstGeom>
        </p:spPr>
      </p:pic>
      <p:pic>
        <p:nvPicPr>
          <p:cNvPr id="2223" name="Picture 2222" descr="moves_b.png"/>
          <p:cNvPicPr>
            <a:picLocks noChangeAspect="1"/>
          </p:cNvPicPr>
          <p:nvPr/>
        </p:nvPicPr>
        <p:blipFill>
          <a:blip r:embed="rId3"/>
          <a:stretch>
            <a:fillRect/>
          </a:stretch>
        </p:blipFill>
        <p:spPr>
          <a:xfrm>
            <a:off x="4709160" y="1508760"/>
            <a:ext cx="3840480" cy="24262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2" name="Shape 1482"/>
        <p:cNvGrpSpPr/>
        <p:nvPr/>
      </p:nvGrpSpPr>
      <p:grpSpPr>
        <a:xfrm>
          <a:off x="0" y="0"/>
          <a:ext cx="0" cy="0"/>
          <a:chOff x="0" y="0"/>
          <a:chExt cx="0" cy="0"/>
        </a:xfrm>
      </p:grpSpPr>
      <p:sp>
        <p:nvSpPr>
          <p:cNvPr id="1483" name="Google Shape;1483;p38"/>
          <p:cNvSpPr txBox="1"/>
          <p:nvPr>
            <p:ph idx="2" type="title"/>
          </p:nvPr>
        </p:nvSpPr>
        <p:spPr>
          <a:xfrm>
            <a:off x="720000" y="1025725"/>
            <a:ext cx="1702500" cy="9936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04</a:t>
            </a:r>
          </a:p>
        </p:txBody>
      </p:sp>
      <p:sp>
        <p:nvSpPr>
          <p:cNvPr id="1484" name="Google Shape;1484;p38"/>
          <p:cNvSpPr txBox="1"/>
          <p:nvPr>
            <p:ph idx="1" type="subTitle"/>
          </p:nvPr>
        </p:nvSpPr>
        <p:spPr>
          <a:xfrm>
            <a:off x="720000" y="3252375"/>
            <a:ext cx="5598000" cy="45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Wide &amp; Narrow (Topology Zoo + SNDlib), case study RescueNet</a:t>
            </a:r>
          </a:p>
        </p:txBody>
      </p:sp>
      <p:grpSp>
        <p:nvGrpSpPr>
          <p:cNvPr id="1485" name="Google Shape;1485;p38"/>
          <p:cNvGrpSpPr/>
          <p:nvPr/>
        </p:nvGrpSpPr>
        <p:grpSpPr>
          <a:xfrm>
            <a:off x="-374387" y="3354325"/>
            <a:ext cx="3922590" cy="2969900"/>
            <a:chOff x="-374387" y="3354325"/>
            <a:chExt cx="3922590" cy="2969900"/>
          </a:xfrm>
        </p:grpSpPr>
        <p:pic>
          <p:nvPicPr>
            <p:cNvPr id="1486" name="Google Shape;1486;p38"/>
            <p:cNvPicPr preferRelativeResize="0"/>
            <p:nvPr/>
          </p:nvPicPr>
          <p:blipFill rotWithShape="1">
            <a:blip r:embed="rId3">
              <a:alphaModFix/>
            </a:blip>
            <a:srcRect b="26177" l="16960" r="7121" t="24719"/>
            <a:stretch/>
          </p:blipFill>
          <p:spPr>
            <a:xfrm>
              <a:off x="-374387" y="3354325"/>
              <a:ext cx="3891276" cy="2969900"/>
            </a:xfrm>
            <a:prstGeom prst="rect">
              <a:avLst/>
            </a:prstGeom>
            <a:noFill/>
            <a:ln>
              <a:noFill/>
            </a:ln>
          </p:spPr>
        </p:pic>
        <p:grpSp>
          <p:nvGrpSpPr>
            <p:cNvPr id="1487" name="Google Shape;1487;p38"/>
            <p:cNvGrpSpPr/>
            <p:nvPr/>
          </p:nvGrpSpPr>
          <p:grpSpPr>
            <a:xfrm>
              <a:off x="1853583" y="4445557"/>
              <a:ext cx="1694620" cy="1360169"/>
              <a:chOff x="7945225" y="4302000"/>
              <a:chExt cx="904666" cy="726121"/>
            </a:xfrm>
          </p:grpSpPr>
          <p:sp>
            <p:nvSpPr>
              <p:cNvPr id="1488" name="Google Shape;1488;p38"/>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38"/>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0" name="Google Shape;1490;p38"/>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
        <p:nvSpPr>
          <p:cNvPr id="1491" name="Google Shape;1491;p38"/>
          <p:cNvSpPr txBox="1"/>
          <p:nvPr>
            <p:ph type="title"/>
          </p:nvPr>
        </p:nvSpPr>
        <p:spPr>
          <a:xfrm>
            <a:off x="720000" y="2079325"/>
            <a:ext cx="5598000" cy="8418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vi-VN"/>
              <a:t>Kết quả</a:t>
            </a:r>
          </a:p>
        </p:txBody>
      </p:sp>
      <p:grpSp>
        <p:nvGrpSpPr>
          <p:cNvPr id="1492" name="Google Shape;1492;p38"/>
          <p:cNvGrpSpPr/>
          <p:nvPr/>
        </p:nvGrpSpPr>
        <p:grpSpPr>
          <a:xfrm>
            <a:off x="6487513" y="-1301175"/>
            <a:ext cx="4268216" cy="6666030"/>
            <a:chOff x="6128138" y="-1301175"/>
            <a:chExt cx="4268216" cy="6666030"/>
          </a:xfrm>
        </p:grpSpPr>
        <p:sp>
          <p:nvSpPr>
            <p:cNvPr id="1493" name="Google Shape;1493;p38"/>
            <p:cNvSpPr/>
            <p:nvPr/>
          </p:nvSpPr>
          <p:spPr>
            <a:xfrm>
              <a:off x="6368175" y="103161"/>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4" name="Google Shape;1494;p38"/>
            <p:cNvSpPr/>
            <p:nvPr/>
          </p:nvSpPr>
          <p:spPr>
            <a:xfrm>
              <a:off x="6711143" y="81300"/>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38"/>
            <p:cNvSpPr/>
            <p:nvPr/>
          </p:nvSpPr>
          <p:spPr>
            <a:xfrm>
              <a:off x="7243039" y="2456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38"/>
            <p:cNvSpPr/>
            <p:nvPr/>
          </p:nvSpPr>
          <p:spPr>
            <a:xfrm>
              <a:off x="6875804" y="622450"/>
              <a:ext cx="1860443" cy="4595326"/>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rgbClr val="9900FF">
                    <a:alpha val="46667"/>
                  </a:srgbClr>
                </a:gs>
                <a:gs pos="100000">
                  <a:srgbClr val="FFFFFF">
                    <a:alpha val="0"/>
                  </a:srgbClr>
                </a:gs>
              </a:gsLst>
              <a:lin ang="108014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7" name="Google Shape;1497;p38"/>
            <p:cNvSpPr/>
            <p:nvPr/>
          </p:nvSpPr>
          <p:spPr>
            <a:xfrm>
              <a:off x="6573850" y="621225"/>
              <a:ext cx="1860443" cy="4595326"/>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498" name="Google Shape;1498;p38"/>
            <p:cNvPicPr preferRelativeResize="0"/>
            <p:nvPr/>
          </p:nvPicPr>
          <p:blipFill rotWithShape="1">
            <a:blip r:embed="rId3">
              <a:alphaModFix/>
            </a:blip>
            <a:srcRect b="26177" l="16960" r="7121" t="24719"/>
            <a:stretch/>
          </p:blipFill>
          <p:spPr>
            <a:xfrm>
              <a:off x="6128138" y="-1301175"/>
              <a:ext cx="4198516" cy="3204401"/>
            </a:xfrm>
            <a:prstGeom prst="rect">
              <a:avLst/>
            </a:prstGeom>
            <a:noFill/>
            <a:ln>
              <a:noFill/>
            </a:ln>
          </p:spPr>
        </p:pic>
        <p:grpSp>
          <p:nvGrpSpPr>
            <p:cNvPr id="1499" name="Google Shape;1499;p38"/>
            <p:cNvGrpSpPr/>
            <p:nvPr/>
          </p:nvGrpSpPr>
          <p:grpSpPr>
            <a:xfrm rot="5400000">
              <a:off x="7873341" y="4254316"/>
              <a:ext cx="708100" cy="708500"/>
              <a:chOff x="3678700" y="407275"/>
              <a:chExt cx="708100" cy="708500"/>
            </a:xfrm>
          </p:grpSpPr>
          <p:sp>
            <p:nvSpPr>
              <p:cNvPr id="1500" name="Google Shape;1500;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3" name="Google Shape;1503;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4" name="Google Shape;1504;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5" name="Google Shape;1505;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6" name="Google Shape;1506;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07" name="Google Shape;1507;p38"/>
            <p:cNvGrpSpPr/>
            <p:nvPr/>
          </p:nvGrpSpPr>
          <p:grpSpPr>
            <a:xfrm rot="5400000">
              <a:off x="8639847" y="3354200"/>
              <a:ext cx="457787" cy="458045"/>
              <a:chOff x="3678700" y="407275"/>
              <a:chExt cx="708100" cy="708500"/>
            </a:xfrm>
          </p:grpSpPr>
          <p:sp>
            <p:nvSpPr>
              <p:cNvPr id="1508" name="Google Shape;1508;p38"/>
              <p:cNvSpPr/>
              <p:nvPr/>
            </p:nvSpPr>
            <p:spPr>
              <a:xfrm>
                <a:off x="3678700" y="4072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9" name="Google Shape;1509;p38"/>
              <p:cNvSpPr/>
              <p:nvPr/>
            </p:nvSpPr>
            <p:spPr>
              <a:xfrm>
                <a:off x="3754875" y="483475"/>
                <a:ext cx="249900" cy="249875"/>
              </a:xfrm>
              <a:custGeom>
                <a:rect b="b" l="l" r="r" t="t"/>
                <a:pathLst>
                  <a:path extrusionOk="0" h="9995"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38"/>
              <p:cNvSpPr/>
              <p:nvPr/>
            </p:nvSpPr>
            <p:spPr>
              <a:xfrm>
                <a:off x="3831425" y="560025"/>
                <a:ext cx="249900" cy="249900"/>
              </a:xfrm>
              <a:custGeom>
                <a:rect b="b" l="l" r="r" t="t"/>
                <a:pathLst>
                  <a:path extrusionOk="0" h="9996" w="9996">
                    <a:moveTo>
                      <a:pt x="8594" y="0"/>
                    </a:moveTo>
                    <a:lnTo>
                      <a:pt x="1" y="8594"/>
                    </a:lnTo>
                    <a:lnTo>
                      <a:pt x="1403" y="9995"/>
                    </a:lnTo>
                    <a:lnTo>
                      <a:pt x="9996" y="1402"/>
                    </a:lnTo>
                    <a:lnTo>
                      <a:pt x="8594"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1" name="Google Shape;1511;p38"/>
              <p:cNvSpPr/>
              <p:nvPr/>
            </p:nvSpPr>
            <p:spPr>
              <a:xfrm>
                <a:off x="3907625" y="636575"/>
                <a:ext cx="249875" cy="249525"/>
              </a:xfrm>
              <a:custGeom>
                <a:rect b="b" l="l" r="r" t="t"/>
                <a:pathLst>
                  <a:path extrusionOk="0" h="9981" w="9995">
                    <a:moveTo>
                      <a:pt x="8593" y="1"/>
                    </a:moveTo>
                    <a:lnTo>
                      <a:pt x="0" y="8579"/>
                    </a:lnTo>
                    <a:lnTo>
                      <a:pt x="1402" y="9980"/>
                    </a:lnTo>
                    <a:lnTo>
                      <a:pt x="9995" y="1387"/>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2" name="Google Shape;1512;p38"/>
              <p:cNvSpPr/>
              <p:nvPr/>
            </p:nvSpPr>
            <p:spPr>
              <a:xfrm>
                <a:off x="3984175" y="713150"/>
                <a:ext cx="249900" cy="249900"/>
              </a:xfrm>
              <a:custGeom>
                <a:rect b="b" l="l" r="r" t="t"/>
                <a:pathLst>
                  <a:path extrusionOk="0" h="9996" w="9996">
                    <a:moveTo>
                      <a:pt x="8593" y="0"/>
                    </a:moveTo>
                    <a:lnTo>
                      <a:pt x="0" y="8593"/>
                    </a:lnTo>
                    <a:lnTo>
                      <a:pt x="1402" y="9995"/>
                    </a:lnTo>
                    <a:lnTo>
                      <a:pt x="9995" y="1402"/>
                    </a:lnTo>
                    <a:lnTo>
                      <a:pt x="8593" y="0"/>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38"/>
              <p:cNvSpPr/>
              <p:nvPr/>
            </p:nvSpPr>
            <p:spPr>
              <a:xfrm>
                <a:off x="4061125" y="789700"/>
                <a:ext cx="249500" cy="249525"/>
              </a:xfrm>
              <a:custGeom>
                <a:rect b="b" l="l" r="r" t="t"/>
                <a:pathLst>
                  <a:path extrusionOk="0" h="9981" w="9980">
                    <a:moveTo>
                      <a:pt x="8593" y="1"/>
                    </a:moveTo>
                    <a:lnTo>
                      <a:pt x="0" y="8594"/>
                    </a:lnTo>
                    <a:lnTo>
                      <a:pt x="1402" y="9980"/>
                    </a:lnTo>
                    <a:lnTo>
                      <a:pt x="9980" y="1402"/>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4" name="Google Shape;1514;p38"/>
              <p:cNvSpPr/>
              <p:nvPr/>
            </p:nvSpPr>
            <p:spPr>
              <a:xfrm>
                <a:off x="4136925" y="865875"/>
                <a:ext cx="249875" cy="249900"/>
              </a:xfrm>
              <a:custGeom>
                <a:rect b="b" l="l" r="r" t="t"/>
                <a:pathLst>
                  <a:path extrusionOk="0" h="9996" w="9995">
                    <a:moveTo>
                      <a:pt x="8593" y="1"/>
                    </a:moveTo>
                    <a:lnTo>
                      <a:pt x="0" y="8594"/>
                    </a:lnTo>
                    <a:lnTo>
                      <a:pt x="1402" y="9996"/>
                    </a:lnTo>
                    <a:lnTo>
                      <a:pt x="9995" y="1403"/>
                    </a:lnTo>
                    <a:lnTo>
                      <a:pt x="8593" y="1"/>
                    </a:ln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5" name="Google Shape;1515;p38"/>
            <p:cNvGrpSpPr/>
            <p:nvPr/>
          </p:nvGrpSpPr>
          <p:grpSpPr>
            <a:xfrm>
              <a:off x="7787267" y="539497"/>
              <a:ext cx="208184" cy="208184"/>
              <a:chOff x="8356813" y="1074288"/>
              <a:chExt cx="351900" cy="351900"/>
            </a:xfrm>
          </p:grpSpPr>
          <p:sp>
            <p:nvSpPr>
              <p:cNvPr id="1516" name="Google Shape;1516;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7" name="Google Shape;1517;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18" name="Google Shape;1518;p38"/>
            <p:cNvGrpSpPr/>
            <p:nvPr/>
          </p:nvGrpSpPr>
          <p:grpSpPr>
            <a:xfrm>
              <a:off x="7194842" y="2467660"/>
              <a:ext cx="208184" cy="208184"/>
              <a:chOff x="8356813" y="1074288"/>
              <a:chExt cx="351900" cy="351900"/>
            </a:xfrm>
          </p:grpSpPr>
          <p:sp>
            <p:nvSpPr>
              <p:cNvPr id="1519" name="Google Shape;1519;p38"/>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0" name="Google Shape;1520;p38"/>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521" name="Google Shape;1521;p38"/>
            <p:cNvSpPr/>
            <p:nvPr/>
          </p:nvSpPr>
          <p:spPr>
            <a:xfrm>
              <a:off x="7095150" y="4164050"/>
              <a:ext cx="147900" cy="147900"/>
            </a:xfrm>
            <a:prstGeom prst="ellipse">
              <a:avLst/>
            </a:prstGeom>
            <a:gradFill>
              <a:gsLst>
                <a:gs pos="0">
                  <a:schemeClr val="dk2"/>
                </a:gs>
                <a:gs pos="100000">
                  <a:srgbClr val="FFFFFF">
                    <a:alpha val="0"/>
                  </a:srgbClr>
                </a:gs>
              </a:gsLst>
              <a:lin ang="540070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22" name="Google Shape;1522;p38"/>
          <p:cNvGrpSpPr/>
          <p:nvPr/>
        </p:nvGrpSpPr>
        <p:grpSpPr>
          <a:xfrm>
            <a:off x="796100" y="3019701"/>
            <a:ext cx="4558967" cy="134100"/>
            <a:chOff x="796100" y="3019701"/>
            <a:chExt cx="4558967" cy="134100"/>
          </a:xfrm>
        </p:grpSpPr>
        <p:sp>
          <p:nvSpPr>
            <p:cNvPr id="1523" name="Google Shape;1523;p38"/>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524" name="Google Shape;1524;p38"/>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1525" name="Google Shape;1525;p38"/>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5" name="Shape 1915"/>
        <p:cNvGrpSpPr/>
        <p:nvPr/>
      </p:nvGrpSpPr>
      <p:grpSpPr>
        <a:xfrm>
          <a:off x="0" y="0"/>
          <a:ext cx="0" cy="0"/>
          <a:chOff x="0" y="0"/>
          <a:chExt cx="0" cy="0"/>
        </a:xfrm>
      </p:grpSpPr>
      <p:sp>
        <p:nvSpPr>
          <p:cNvPr id="1916" name="Google Shape;1916;p48"/>
          <p:cNvSpPr txBox="1"/>
          <p:nvPr>
            <p:ph type="title"/>
          </p:nvPr>
        </p:nvSpPr>
        <p:spPr>
          <a:xfrm>
            <a:off x="2358450" y="664988"/>
            <a:ext cx="4696800" cy="76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30 × 2 scenarios</a:t>
            </a:r>
          </a:p>
        </p:txBody>
      </p:sp>
      <p:sp>
        <p:nvSpPr>
          <p:cNvPr id="1917" name="Google Shape;1917;p48"/>
          <p:cNvSpPr txBox="1"/>
          <p:nvPr>
            <p:ph idx="1" type="subTitle"/>
          </p:nvPr>
        </p:nvSpPr>
        <p:spPr>
          <a:xfrm>
            <a:off x="2358450" y="1282313"/>
            <a:ext cx="4696800" cy="59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Wide (backhaul 1000 kbit/s) và Narrow (50 kbit/s), cùng seed</a:t>
            </a:r>
          </a:p>
        </p:txBody>
      </p:sp>
      <p:sp>
        <p:nvSpPr>
          <p:cNvPr id="1918" name="Google Shape;1918;p48"/>
          <p:cNvSpPr txBox="1"/>
          <p:nvPr>
            <p:ph idx="2" type="title"/>
          </p:nvPr>
        </p:nvSpPr>
        <p:spPr>
          <a:xfrm>
            <a:off x="2358450" y="2027244"/>
            <a:ext cx="4696800" cy="76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10 topologies</a:t>
            </a:r>
          </a:p>
        </p:txBody>
      </p:sp>
      <p:sp>
        <p:nvSpPr>
          <p:cNvPr id="1919" name="Google Shape;1919;p48"/>
          <p:cNvSpPr txBox="1"/>
          <p:nvPr>
            <p:ph idx="3" type="subTitle"/>
          </p:nvPr>
        </p:nvSpPr>
        <p:spPr>
          <a:xfrm>
            <a:off x="2358450" y="2645558"/>
            <a:ext cx="4696800" cy="59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Từ Topology Zoo, alert size theo SNDlib abilene, 30 realizations mỗi plan</a:t>
            </a:r>
          </a:p>
        </p:txBody>
      </p:sp>
      <p:sp>
        <p:nvSpPr>
          <p:cNvPr id="1920" name="Google Shape;1920;p48"/>
          <p:cNvSpPr txBox="1"/>
          <p:nvPr>
            <p:ph idx="4" type="title"/>
          </p:nvPr>
        </p:nvSpPr>
        <p:spPr>
          <a:xfrm>
            <a:off x="2358450" y="3390475"/>
            <a:ext cx="4696800" cy="7689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63 targets</a:t>
            </a:r>
          </a:p>
        </p:txBody>
      </p:sp>
      <p:sp>
        <p:nvSpPr>
          <p:cNvPr id="1921" name="Google Shape;1921;p48"/>
          <p:cNvSpPr txBox="1"/>
          <p:nvPr>
            <p:ph idx="5" type="subTitle"/>
          </p:nvPr>
        </p:nvSpPr>
        <p:spPr>
          <a:xfrm>
            <a:off x="2358450" y="4009779"/>
            <a:ext cx="4696800" cy="598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Case study đặt source tại nhà bị hư hại trong ảnh RescueNet</a:t>
            </a:r>
          </a:p>
        </p:txBody>
      </p:sp>
      <p:grpSp>
        <p:nvGrpSpPr>
          <p:cNvPr id="1922" name="Google Shape;1922;p48"/>
          <p:cNvGrpSpPr/>
          <p:nvPr/>
        </p:nvGrpSpPr>
        <p:grpSpPr>
          <a:xfrm>
            <a:off x="7143188" y="-2762276"/>
            <a:ext cx="4028179" cy="6346320"/>
            <a:chOff x="6914588" y="-2762276"/>
            <a:chExt cx="4028179" cy="6346320"/>
          </a:xfrm>
        </p:grpSpPr>
        <p:sp>
          <p:nvSpPr>
            <p:cNvPr id="1923" name="Google Shape;1923;p48"/>
            <p:cNvSpPr/>
            <p:nvPr/>
          </p:nvSpPr>
          <p:spPr>
            <a:xfrm>
              <a:off x="6914588" y="-2762276"/>
              <a:ext cx="4006263" cy="4749291"/>
            </a:xfrm>
            <a:custGeom>
              <a:rect b="b" l="l" r="r" t="t"/>
              <a:pathLst>
                <a:path extrusionOk="0" h="115794" w="97678">
                  <a:moveTo>
                    <a:pt x="97449" y="0"/>
                  </a:moveTo>
                  <a:lnTo>
                    <a:pt x="76805" y="20645"/>
                  </a:lnTo>
                  <a:lnTo>
                    <a:pt x="76744" y="20691"/>
                  </a:lnTo>
                  <a:lnTo>
                    <a:pt x="76744" y="35927"/>
                  </a:lnTo>
                  <a:lnTo>
                    <a:pt x="63107" y="49563"/>
                  </a:lnTo>
                  <a:lnTo>
                    <a:pt x="63077" y="49608"/>
                  </a:lnTo>
                  <a:lnTo>
                    <a:pt x="63077" y="56571"/>
                  </a:lnTo>
                  <a:lnTo>
                    <a:pt x="61005" y="58659"/>
                  </a:lnTo>
                  <a:lnTo>
                    <a:pt x="61005" y="62407"/>
                  </a:lnTo>
                  <a:lnTo>
                    <a:pt x="52473" y="70939"/>
                  </a:lnTo>
                  <a:lnTo>
                    <a:pt x="52412" y="70969"/>
                  </a:lnTo>
                  <a:lnTo>
                    <a:pt x="52412" y="78541"/>
                  </a:lnTo>
                  <a:lnTo>
                    <a:pt x="46912" y="84057"/>
                  </a:lnTo>
                  <a:lnTo>
                    <a:pt x="46912" y="89633"/>
                  </a:lnTo>
                  <a:lnTo>
                    <a:pt x="33123" y="103406"/>
                  </a:lnTo>
                  <a:lnTo>
                    <a:pt x="12174" y="103406"/>
                  </a:lnTo>
                  <a:lnTo>
                    <a:pt x="0" y="115565"/>
                  </a:lnTo>
                  <a:lnTo>
                    <a:pt x="229" y="115793"/>
                  </a:lnTo>
                  <a:lnTo>
                    <a:pt x="12280" y="103711"/>
                  </a:lnTo>
                  <a:lnTo>
                    <a:pt x="33245" y="103711"/>
                  </a:lnTo>
                  <a:lnTo>
                    <a:pt x="47155" y="89801"/>
                  </a:lnTo>
                  <a:lnTo>
                    <a:pt x="47216" y="89770"/>
                  </a:lnTo>
                  <a:lnTo>
                    <a:pt x="47216" y="84179"/>
                  </a:lnTo>
                  <a:lnTo>
                    <a:pt x="52732" y="78663"/>
                  </a:lnTo>
                  <a:lnTo>
                    <a:pt x="52732" y="71106"/>
                  </a:lnTo>
                  <a:lnTo>
                    <a:pt x="61264" y="62574"/>
                  </a:lnTo>
                  <a:lnTo>
                    <a:pt x="61310" y="62513"/>
                  </a:lnTo>
                  <a:lnTo>
                    <a:pt x="61310" y="58780"/>
                  </a:lnTo>
                  <a:lnTo>
                    <a:pt x="63382" y="56708"/>
                  </a:lnTo>
                  <a:lnTo>
                    <a:pt x="63382" y="49730"/>
                  </a:lnTo>
                  <a:lnTo>
                    <a:pt x="77018" y="36109"/>
                  </a:lnTo>
                  <a:lnTo>
                    <a:pt x="77048" y="36064"/>
                  </a:lnTo>
                  <a:lnTo>
                    <a:pt x="77048" y="20828"/>
                  </a:lnTo>
                  <a:lnTo>
                    <a:pt x="97678" y="198"/>
                  </a:lnTo>
                  <a:lnTo>
                    <a:pt x="97449"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48"/>
            <p:cNvSpPr/>
            <p:nvPr/>
          </p:nvSpPr>
          <p:spPr>
            <a:xfrm>
              <a:off x="7191305" y="-124437"/>
              <a:ext cx="2925190" cy="3057668"/>
            </a:xfrm>
            <a:custGeom>
              <a:rect b="b" l="l" r="r" t="t"/>
              <a:pathLst>
                <a:path extrusionOk="0" h="74550" w="71320">
                  <a:moveTo>
                    <a:pt x="71091" y="0"/>
                  </a:moveTo>
                  <a:lnTo>
                    <a:pt x="59679" y="11397"/>
                  </a:lnTo>
                  <a:lnTo>
                    <a:pt x="54895" y="11397"/>
                  </a:lnTo>
                  <a:lnTo>
                    <a:pt x="41015" y="25307"/>
                  </a:lnTo>
                  <a:lnTo>
                    <a:pt x="40954" y="25337"/>
                  </a:lnTo>
                  <a:lnTo>
                    <a:pt x="40954" y="42325"/>
                  </a:lnTo>
                  <a:lnTo>
                    <a:pt x="31767" y="51528"/>
                  </a:lnTo>
                  <a:lnTo>
                    <a:pt x="31721" y="51574"/>
                  </a:lnTo>
                  <a:lnTo>
                    <a:pt x="31721" y="59237"/>
                  </a:lnTo>
                  <a:lnTo>
                    <a:pt x="22824" y="68135"/>
                  </a:lnTo>
                  <a:lnTo>
                    <a:pt x="6186" y="68135"/>
                  </a:lnTo>
                  <a:lnTo>
                    <a:pt x="0" y="74321"/>
                  </a:lnTo>
                  <a:lnTo>
                    <a:pt x="229" y="74549"/>
                  </a:lnTo>
                  <a:lnTo>
                    <a:pt x="6323" y="68455"/>
                  </a:lnTo>
                  <a:lnTo>
                    <a:pt x="22945" y="68455"/>
                  </a:lnTo>
                  <a:lnTo>
                    <a:pt x="31980" y="59420"/>
                  </a:lnTo>
                  <a:lnTo>
                    <a:pt x="32026" y="59374"/>
                  </a:lnTo>
                  <a:lnTo>
                    <a:pt x="32026" y="51695"/>
                  </a:lnTo>
                  <a:lnTo>
                    <a:pt x="41229" y="42508"/>
                  </a:lnTo>
                  <a:lnTo>
                    <a:pt x="41259" y="42463"/>
                  </a:lnTo>
                  <a:lnTo>
                    <a:pt x="41259" y="25475"/>
                  </a:lnTo>
                  <a:lnTo>
                    <a:pt x="55032" y="11732"/>
                  </a:lnTo>
                  <a:lnTo>
                    <a:pt x="59786" y="11732"/>
                  </a:lnTo>
                  <a:lnTo>
                    <a:pt x="71320" y="213"/>
                  </a:lnTo>
                  <a:lnTo>
                    <a:pt x="71091" y="0"/>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5" name="Google Shape;1925;p48"/>
            <p:cNvSpPr/>
            <p:nvPr/>
          </p:nvSpPr>
          <p:spPr>
            <a:xfrm>
              <a:off x="7867013" y="750687"/>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6" name="Google Shape;1926;p48"/>
            <p:cNvSpPr/>
            <p:nvPr/>
          </p:nvSpPr>
          <p:spPr>
            <a:xfrm>
              <a:off x="7789451" y="-2619788"/>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27" name="Google Shape;1927;p48"/>
          <p:cNvGrpSpPr/>
          <p:nvPr/>
        </p:nvGrpSpPr>
        <p:grpSpPr>
          <a:xfrm rot="-5400000">
            <a:off x="8884618" y="480749"/>
            <a:ext cx="88142" cy="1137387"/>
            <a:chOff x="3054755" y="4367024"/>
            <a:chExt cx="88142" cy="1137387"/>
          </a:xfrm>
        </p:grpSpPr>
        <p:sp>
          <p:nvSpPr>
            <p:cNvPr id="1928" name="Google Shape;1928;p48"/>
            <p:cNvSpPr/>
            <p:nvPr/>
          </p:nvSpPr>
          <p:spPr>
            <a:xfrm>
              <a:off x="3054755" y="4367024"/>
              <a:ext cx="12551" cy="1137387"/>
            </a:xfrm>
            <a:custGeom>
              <a:rect b="b" l="l" r="r" t="t"/>
              <a:pathLst>
                <a:path extrusionOk="0" h="27731" w="306">
                  <a:moveTo>
                    <a:pt x="1" y="1"/>
                  </a:moveTo>
                  <a:lnTo>
                    <a:pt x="1"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9" name="Google Shape;1929;p48"/>
            <p:cNvSpPr/>
            <p:nvPr/>
          </p:nvSpPr>
          <p:spPr>
            <a:xfrm>
              <a:off x="3130388" y="4367024"/>
              <a:ext cx="12510" cy="1137387"/>
            </a:xfrm>
            <a:custGeom>
              <a:rect b="b" l="l" r="r" t="t"/>
              <a:pathLst>
                <a:path extrusionOk="0" h="27731" w="305">
                  <a:moveTo>
                    <a:pt x="0" y="1"/>
                  </a:moveTo>
                  <a:lnTo>
                    <a:pt x="0" y="27730"/>
                  </a:lnTo>
                  <a:lnTo>
                    <a:pt x="305" y="27730"/>
                  </a:lnTo>
                  <a:lnTo>
                    <a:pt x="305" y="1"/>
                  </a:lnTo>
                  <a:close/>
                </a:path>
              </a:pathLst>
            </a:custGeom>
            <a:gradFill>
              <a:gsLst>
                <a:gs pos="0">
                  <a:srgbClr val="9900FF">
                    <a:alpha val="46667"/>
                    <a:alpha val="46820"/>
                  </a:srgbClr>
                </a:gs>
                <a:gs pos="100000">
                  <a:srgbClr val="FFFFFF">
                    <a:alpha val="0"/>
                    <a:alpha val="4682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30" name="Google Shape;1930;p48"/>
          <p:cNvGrpSpPr/>
          <p:nvPr/>
        </p:nvGrpSpPr>
        <p:grpSpPr>
          <a:xfrm>
            <a:off x="-1402325" y="1246899"/>
            <a:ext cx="2992224" cy="3549051"/>
            <a:chOff x="-1325700" y="1246899"/>
            <a:chExt cx="2992224" cy="3549051"/>
          </a:xfrm>
        </p:grpSpPr>
        <p:pic>
          <p:nvPicPr>
            <p:cNvPr id="1931" name="Google Shape;1931;p48"/>
            <p:cNvPicPr preferRelativeResize="0"/>
            <p:nvPr/>
          </p:nvPicPr>
          <p:blipFill rotWithShape="1">
            <a:blip r:embed="rId3">
              <a:alphaModFix/>
            </a:blip>
            <a:srcRect b="26177" l="16960" r="7121" t="24719"/>
            <a:stretch/>
          </p:blipFill>
          <p:spPr>
            <a:xfrm rot="-5400000">
              <a:off x="-1604113" y="1525312"/>
              <a:ext cx="3549051" cy="2992224"/>
            </a:xfrm>
            <a:prstGeom prst="rect">
              <a:avLst/>
            </a:prstGeom>
            <a:noFill/>
            <a:ln>
              <a:noFill/>
            </a:ln>
          </p:spPr>
        </p:pic>
        <p:grpSp>
          <p:nvGrpSpPr>
            <p:cNvPr id="1932" name="Google Shape;1932;p48"/>
            <p:cNvGrpSpPr/>
            <p:nvPr/>
          </p:nvGrpSpPr>
          <p:grpSpPr>
            <a:xfrm>
              <a:off x="-369917" y="2704683"/>
              <a:ext cx="906953" cy="1517787"/>
              <a:chOff x="79748" y="2808602"/>
              <a:chExt cx="906953" cy="1517787"/>
            </a:xfrm>
          </p:grpSpPr>
          <p:sp>
            <p:nvSpPr>
              <p:cNvPr id="1933" name="Google Shape;1933;p48"/>
              <p:cNvSpPr/>
              <p:nvPr/>
            </p:nvSpPr>
            <p:spPr>
              <a:xfrm rot="5400000">
                <a:off x="357831" y="282094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4" name="Google Shape;1934;p48"/>
              <p:cNvSpPr/>
              <p:nvPr/>
            </p:nvSpPr>
            <p:spPr>
              <a:xfrm rot="5400000">
                <a:off x="537866" y="3393994"/>
                <a:ext cx="340329" cy="325895"/>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5" name="Google Shape;1935;p48"/>
              <p:cNvSpPr/>
              <p:nvPr/>
            </p:nvSpPr>
            <p:spPr>
              <a:xfrm rot="5400000">
                <a:off x="67406" y="3278257"/>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alpha val="31360"/>
                    </a:schemeClr>
                  </a:gs>
                  <a:gs pos="22000">
                    <a:schemeClr val="lt1">
                      <a:alpha val="31360"/>
                    </a:schemeClr>
                  </a:gs>
                  <a:gs pos="45000">
                    <a:srgbClr val="FFFFFF">
                      <a:alpha val="0"/>
                      <a:alpha val="31360"/>
                    </a:srgbClr>
                  </a:gs>
                  <a:gs pos="100000">
                    <a:srgbClr val="0C0A9E">
                      <a:alpha val="50196"/>
                      <a:alpha val="3136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6" name="Google Shape;1936;p48"/>
              <p:cNvSpPr/>
              <p:nvPr/>
            </p:nvSpPr>
            <p:spPr>
              <a:xfrm rot="5400000">
                <a:off x="417006" y="3756694"/>
                <a:ext cx="582037" cy="557353"/>
              </a:xfrm>
              <a:custGeom>
                <a:rect b="b" l="l" r="r" t="t"/>
                <a:pathLst>
                  <a:path extrusionOk="0" h="35337" w="36902">
                    <a:moveTo>
                      <a:pt x="18449" y="1"/>
                    </a:moveTo>
                    <a:cubicBezTo>
                      <a:pt x="16409" y="1"/>
                      <a:pt x="14368" y="778"/>
                      <a:pt x="12814" y="2332"/>
                    </a:cubicBezTo>
                    <a:lnTo>
                      <a:pt x="3108" y="12037"/>
                    </a:lnTo>
                    <a:cubicBezTo>
                      <a:pt x="0" y="15145"/>
                      <a:pt x="0" y="20189"/>
                      <a:pt x="3108" y="23297"/>
                    </a:cubicBezTo>
                    <a:lnTo>
                      <a:pt x="12814" y="33017"/>
                    </a:lnTo>
                    <a:cubicBezTo>
                      <a:pt x="14368" y="34564"/>
                      <a:pt x="16405" y="35337"/>
                      <a:pt x="18443" y="35337"/>
                    </a:cubicBezTo>
                    <a:cubicBezTo>
                      <a:pt x="20481" y="35337"/>
                      <a:pt x="22519" y="34564"/>
                      <a:pt x="24073" y="33017"/>
                    </a:cubicBezTo>
                    <a:lnTo>
                      <a:pt x="33794" y="23297"/>
                    </a:lnTo>
                    <a:cubicBezTo>
                      <a:pt x="36902" y="20189"/>
                      <a:pt x="36902" y="15145"/>
                      <a:pt x="33794" y="12037"/>
                    </a:cubicBezTo>
                    <a:lnTo>
                      <a:pt x="24073" y="2332"/>
                    </a:lnTo>
                    <a:cubicBezTo>
                      <a:pt x="22527" y="778"/>
                      <a:pt x="20489" y="1"/>
                      <a:pt x="18449" y="1"/>
                    </a:cubicBezTo>
                    <a:close/>
                  </a:path>
                </a:pathLst>
              </a:custGeom>
              <a:gradFill>
                <a:gsLst>
                  <a:gs pos="0">
                    <a:schemeClr val="lt1"/>
                  </a:gs>
                  <a:gs pos="22000">
                    <a:schemeClr val="lt1"/>
                  </a:gs>
                  <a:gs pos="45000">
                    <a:srgbClr val="FFFFFF">
                      <a:alpha val="0"/>
                    </a:srgbClr>
                  </a:gs>
                  <a:gs pos="100000">
                    <a:srgbClr val="0C0A9E">
                      <a:alpha val="50196"/>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grpSp>
        <p:nvGrpSpPr>
          <p:cNvPr id="1937" name="Google Shape;1937;p48"/>
          <p:cNvGrpSpPr/>
          <p:nvPr/>
        </p:nvGrpSpPr>
        <p:grpSpPr>
          <a:xfrm rot="10800000">
            <a:off x="-181052" y="1778576"/>
            <a:ext cx="1421047" cy="2833357"/>
            <a:chOff x="334358" y="2186737"/>
            <a:chExt cx="1421047" cy="2833357"/>
          </a:xfrm>
        </p:grpSpPr>
        <p:sp>
          <p:nvSpPr>
            <p:cNvPr id="1938" name="Google Shape;1938;p48"/>
            <p:cNvSpPr/>
            <p:nvPr/>
          </p:nvSpPr>
          <p:spPr>
            <a:xfrm rot="10800000">
              <a:off x="334358" y="2186737"/>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lt2"/>
                </a:gs>
                <a:gs pos="40000">
                  <a:srgbClr val="FF9900">
                    <a:alpha val="40784"/>
                  </a:srgbClr>
                </a:gs>
                <a:gs pos="100000">
                  <a:srgbClr val="FFFFFF">
                    <a:alpha val="0"/>
                  </a:srgbClr>
                </a:gs>
              </a:gsLst>
              <a:lin ang="2698631"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939" name="Google Shape;1939;p48"/>
            <p:cNvGrpSpPr/>
            <p:nvPr/>
          </p:nvGrpSpPr>
          <p:grpSpPr>
            <a:xfrm rot="5400000">
              <a:off x="1046250" y="3181856"/>
              <a:ext cx="161977" cy="161940"/>
              <a:chOff x="1101075" y="2142375"/>
              <a:chExt cx="439200" cy="439100"/>
            </a:xfrm>
          </p:grpSpPr>
          <p:sp>
            <p:nvSpPr>
              <p:cNvPr id="1940" name="Google Shape;1940;p4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1" name="Google Shape;1941;p4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42" name="Google Shape;1942;p48"/>
            <p:cNvGrpSpPr/>
            <p:nvPr/>
          </p:nvGrpSpPr>
          <p:grpSpPr>
            <a:xfrm rot="-5400000">
              <a:off x="628029" y="4564272"/>
              <a:ext cx="161977" cy="161940"/>
              <a:chOff x="1101075" y="2142375"/>
              <a:chExt cx="439200" cy="439100"/>
            </a:xfrm>
          </p:grpSpPr>
          <p:sp>
            <p:nvSpPr>
              <p:cNvPr id="1943" name="Google Shape;1943;p48"/>
              <p:cNvSpPr/>
              <p:nvPr/>
            </p:nvSpPr>
            <p:spPr>
              <a:xfrm>
                <a:off x="1101075" y="2142375"/>
                <a:ext cx="439200" cy="439100"/>
              </a:xfrm>
              <a:custGeom>
                <a:rect b="b" l="l" r="r" t="t"/>
                <a:pathLst>
                  <a:path extrusionOk="0" h="17564" w="17568">
                    <a:moveTo>
                      <a:pt x="8792" y="1291"/>
                    </a:moveTo>
                    <a:cubicBezTo>
                      <a:pt x="10711" y="1291"/>
                      <a:pt x="12631" y="2008"/>
                      <a:pt x="14094" y="3501"/>
                    </a:cubicBezTo>
                    <a:cubicBezTo>
                      <a:pt x="15526" y="4902"/>
                      <a:pt x="16303" y="6807"/>
                      <a:pt x="16303" y="8803"/>
                    </a:cubicBezTo>
                    <a:cubicBezTo>
                      <a:pt x="16303" y="10814"/>
                      <a:pt x="15526" y="12688"/>
                      <a:pt x="14094" y="14120"/>
                    </a:cubicBezTo>
                    <a:cubicBezTo>
                      <a:pt x="12692" y="15552"/>
                      <a:pt x="10788" y="16329"/>
                      <a:pt x="8792" y="16329"/>
                    </a:cubicBezTo>
                    <a:cubicBezTo>
                      <a:pt x="6780" y="16329"/>
                      <a:pt x="4906" y="15552"/>
                      <a:pt x="3474" y="14120"/>
                    </a:cubicBezTo>
                    <a:cubicBezTo>
                      <a:pt x="2042" y="12718"/>
                      <a:pt x="1265" y="10814"/>
                      <a:pt x="1265" y="8803"/>
                    </a:cubicBezTo>
                    <a:cubicBezTo>
                      <a:pt x="1265" y="6807"/>
                      <a:pt x="2042" y="4918"/>
                      <a:pt x="3474" y="3501"/>
                    </a:cubicBezTo>
                    <a:cubicBezTo>
                      <a:pt x="4937" y="2023"/>
                      <a:pt x="6857" y="1291"/>
                      <a:pt x="8792" y="1291"/>
                    </a:cubicBezTo>
                    <a:close/>
                    <a:moveTo>
                      <a:pt x="8784" y="0"/>
                    </a:moveTo>
                    <a:cubicBezTo>
                      <a:pt x="6537" y="0"/>
                      <a:pt x="4289" y="857"/>
                      <a:pt x="2575" y="2571"/>
                    </a:cubicBezTo>
                    <a:cubicBezTo>
                      <a:pt x="915" y="4232"/>
                      <a:pt x="1" y="6441"/>
                      <a:pt x="1" y="8788"/>
                    </a:cubicBezTo>
                    <a:cubicBezTo>
                      <a:pt x="1" y="11134"/>
                      <a:pt x="915" y="13343"/>
                      <a:pt x="2575" y="15004"/>
                    </a:cubicBezTo>
                    <a:cubicBezTo>
                      <a:pt x="4236" y="16649"/>
                      <a:pt x="6445" y="17563"/>
                      <a:pt x="8792" y="17563"/>
                    </a:cubicBezTo>
                    <a:cubicBezTo>
                      <a:pt x="11123" y="17563"/>
                      <a:pt x="13332" y="16649"/>
                      <a:pt x="14993" y="15004"/>
                    </a:cubicBezTo>
                    <a:cubicBezTo>
                      <a:pt x="16653" y="13343"/>
                      <a:pt x="17568" y="11134"/>
                      <a:pt x="17568" y="8788"/>
                    </a:cubicBezTo>
                    <a:cubicBezTo>
                      <a:pt x="17568" y="6441"/>
                      <a:pt x="16653" y="4232"/>
                      <a:pt x="14993" y="2571"/>
                    </a:cubicBezTo>
                    <a:cubicBezTo>
                      <a:pt x="13279" y="857"/>
                      <a:pt x="11031" y="0"/>
                      <a:pt x="8784" y="0"/>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4" name="Google Shape;1944;p48"/>
              <p:cNvSpPr/>
              <p:nvPr/>
            </p:nvSpPr>
            <p:spPr>
              <a:xfrm>
                <a:off x="1189450" y="2242350"/>
                <a:ext cx="262850" cy="239700"/>
              </a:xfrm>
              <a:custGeom>
                <a:rect b="b" l="l" r="r" t="t"/>
                <a:pathLst>
                  <a:path extrusionOk="0" h="9588" w="10514">
                    <a:moveTo>
                      <a:pt x="5257" y="1269"/>
                    </a:moveTo>
                    <a:cubicBezTo>
                      <a:pt x="6171" y="1269"/>
                      <a:pt x="7054" y="1604"/>
                      <a:pt x="7771" y="2290"/>
                    </a:cubicBezTo>
                    <a:cubicBezTo>
                      <a:pt x="9127" y="3692"/>
                      <a:pt x="9127" y="5931"/>
                      <a:pt x="7771" y="7302"/>
                    </a:cubicBezTo>
                    <a:cubicBezTo>
                      <a:pt x="7070" y="7988"/>
                      <a:pt x="6159" y="8331"/>
                      <a:pt x="5253" y="8331"/>
                    </a:cubicBezTo>
                    <a:cubicBezTo>
                      <a:pt x="4346" y="8331"/>
                      <a:pt x="3444" y="7988"/>
                      <a:pt x="2758" y="7302"/>
                    </a:cubicBezTo>
                    <a:cubicBezTo>
                      <a:pt x="1387" y="5916"/>
                      <a:pt x="1387" y="3661"/>
                      <a:pt x="2758" y="2290"/>
                    </a:cubicBezTo>
                    <a:cubicBezTo>
                      <a:pt x="3444" y="1604"/>
                      <a:pt x="4342" y="1269"/>
                      <a:pt x="5257" y="1269"/>
                    </a:cubicBezTo>
                    <a:close/>
                    <a:moveTo>
                      <a:pt x="5255" y="1"/>
                    </a:moveTo>
                    <a:cubicBezTo>
                      <a:pt x="4026" y="1"/>
                      <a:pt x="2796" y="469"/>
                      <a:pt x="1859" y="1406"/>
                    </a:cubicBezTo>
                    <a:cubicBezTo>
                      <a:pt x="0" y="3265"/>
                      <a:pt x="0" y="6312"/>
                      <a:pt x="1859" y="8186"/>
                    </a:cubicBezTo>
                    <a:cubicBezTo>
                      <a:pt x="2788" y="9116"/>
                      <a:pt x="4038" y="9588"/>
                      <a:pt x="5257" y="9588"/>
                    </a:cubicBezTo>
                    <a:cubicBezTo>
                      <a:pt x="6491" y="9588"/>
                      <a:pt x="7710" y="9131"/>
                      <a:pt x="8639" y="8186"/>
                    </a:cubicBezTo>
                    <a:cubicBezTo>
                      <a:pt x="10513" y="6312"/>
                      <a:pt x="10513" y="3265"/>
                      <a:pt x="8639" y="1406"/>
                    </a:cubicBezTo>
                    <a:cubicBezTo>
                      <a:pt x="7710" y="469"/>
                      <a:pt x="6483" y="1"/>
                      <a:pt x="5255" y="1"/>
                    </a:cubicBezTo>
                    <a:close/>
                  </a:path>
                </a:pathLst>
              </a:custGeom>
              <a:gradFill>
                <a:gsLst>
                  <a:gs pos="0">
                    <a:schemeClr val="lt2"/>
                  </a:gs>
                  <a:gs pos="78000">
                    <a:schemeClr val="lt1"/>
                  </a:gs>
                  <a:gs pos="100000">
                    <a:schemeClr val="lt1"/>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0" name="Shape 2300"/>
        <p:cNvGrpSpPr/>
        <p:nvPr/>
      </p:nvGrpSpPr>
      <p:grpSpPr>
        <a:xfrm>
          <a:off x="0" y="0"/>
          <a:ext cx="0" cy="0"/>
          <a:chOff x="0" y="0"/>
          <a:chExt cx="0" cy="0"/>
        </a:xfrm>
      </p:grpSpPr>
      <p:sp>
        <p:nvSpPr>
          <p:cNvPr id="2301" name="Google Shape;2301;p61"/>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Timely-delivery ratio</a:t>
            </a:r>
          </a:p>
        </p:txBody>
      </p:sp>
      <p:sp>
        <p:nvSpPr>
          <p:cNvPr id="2303" name="Google Shape;2303;p61"/>
          <p:cNvSpPr txBox="1"/>
          <p:nvPr/>
        </p:nvSpPr>
        <p:spPr>
          <a:xfrm>
            <a:off x="5973520" y="1213988"/>
            <a:ext cx="2280000" cy="4056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SBS: 0.559</a:t>
            </a:r>
          </a:p>
        </p:txBody>
      </p:sp>
      <p:sp>
        <p:nvSpPr>
          <p:cNvPr id="2304" name="Google Shape;2304;p61"/>
          <p:cNvSpPr txBox="1"/>
          <p:nvPr/>
        </p:nvSpPr>
        <p:spPr>
          <a:xfrm>
            <a:off x="5973513" y="1543438"/>
            <a:ext cx="2280000" cy="609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FixedTour 0.494, NoUAV 0.413 (Wide)</a:t>
            </a:r>
          </a:p>
        </p:txBody>
      </p:sp>
      <p:grpSp>
        <p:nvGrpSpPr>
          <p:cNvPr id="2305" name="Google Shape;2305;p61"/>
          <p:cNvGrpSpPr/>
          <p:nvPr/>
        </p:nvGrpSpPr>
        <p:grpSpPr>
          <a:xfrm>
            <a:off x="5568459" y="1213992"/>
            <a:ext cx="285579" cy="285597"/>
            <a:chOff x="5204821" y="1321454"/>
            <a:chExt cx="285579" cy="285597"/>
          </a:xfrm>
        </p:grpSpPr>
        <p:sp>
          <p:nvSpPr>
            <p:cNvPr id="2306" name="Google Shape;2306;p61"/>
            <p:cNvSpPr/>
            <p:nvPr/>
          </p:nvSpPr>
          <p:spPr>
            <a:xfrm>
              <a:off x="5204821" y="1321454"/>
              <a:ext cx="285579" cy="285597"/>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7" name="Google Shape;2307;p61"/>
            <p:cNvSpPr/>
            <p:nvPr/>
          </p:nvSpPr>
          <p:spPr>
            <a:xfrm>
              <a:off x="5261536" y="1378160"/>
              <a:ext cx="172110" cy="172121"/>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08" name="Google Shape;2308;p61"/>
          <p:cNvSpPr txBox="1"/>
          <p:nvPr/>
        </p:nvSpPr>
        <p:spPr>
          <a:xfrm>
            <a:off x="5973520" y="2441763"/>
            <a:ext cx="2280000" cy="4056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Backhaul hẹp</a:t>
            </a:r>
          </a:p>
        </p:txBody>
      </p:sp>
      <p:sp>
        <p:nvSpPr>
          <p:cNvPr id="2309" name="Google Shape;2309;p61"/>
          <p:cNvSpPr txBox="1"/>
          <p:nvPr/>
        </p:nvSpPr>
        <p:spPr>
          <a:xfrm>
            <a:off x="5973513" y="2771213"/>
            <a:ext cx="2280000" cy="609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Hơn FixedTour: +0.064 → +0.087</a:t>
            </a:r>
          </a:p>
        </p:txBody>
      </p:sp>
      <p:grpSp>
        <p:nvGrpSpPr>
          <p:cNvPr id="2310" name="Google Shape;2310;p61"/>
          <p:cNvGrpSpPr/>
          <p:nvPr/>
        </p:nvGrpSpPr>
        <p:grpSpPr>
          <a:xfrm>
            <a:off x="5568459" y="2441767"/>
            <a:ext cx="285579" cy="285597"/>
            <a:chOff x="5204821" y="2495492"/>
            <a:chExt cx="285579" cy="285597"/>
          </a:xfrm>
        </p:grpSpPr>
        <p:sp>
          <p:nvSpPr>
            <p:cNvPr id="2311" name="Google Shape;2311;p61"/>
            <p:cNvSpPr/>
            <p:nvPr/>
          </p:nvSpPr>
          <p:spPr>
            <a:xfrm>
              <a:off x="5204821" y="2495492"/>
              <a:ext cx="285579" cy="285597"/>
            </a:xfrm>
            <a:prstGeom prst="ellipse">
              <a:avLst/>
            </a:prstGeom>
            <a:no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2" name="Google Shape;2312;p61"/>
            <p:cNvSpPr/>
            <p:nvPr/>
          </p:nvSpPr>
          <p:spPr>
            <a:xfrm>
              <a:off x="5261536" y="2552197"/>
              <a:ext cx="172110" cy="172121"/>
            </a:xfrm>
            <a:prstGeom prst="ellipse">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313" name="Google Shape;2313;p61"/>
          <p:cNvSpPr txBox="1"/>
          <p:nvPr/>
        </p:nvSpPr>
        <p:spPr>
          <a:xfrm>
            <a:off x="5973520" y="3669513"/>
            <a:ext cx="2280000" cy="405600"/>
          </a:xfrm>
          <a:prstGeom prst="rect">
            <a:avLst/>
          </a:prstGeom>
          <a:noFill/>
          <a:ln>
            <a:noFill/>
          </a:ln>
        </p:spPr>
        <p:txBody>
          <a:bodyPr anchorCtr="0" anchor="b" bIns="91425" lIns="91425" spcFirstLastPara="1" rIns="91425" wrap="square" tIns="91425">
            <a:noAutofit/>
          </a:bodyPr>
          <a:lstStyle/>
          <a:p>
            <a:pPr indent="0" lvl="0" marL="0" rtl="0" algn="l">
              <a:lnSpc>
                <a:spcPct val="115000"/>
              </a:lnSpc>
              <a:spcBef>
                <a:spcPts val="0"/>
              </a:spcBef>
              <a:spcAft>
                <a:spcPts val="0"/>
              </a:spcAft>
              <a:buNone/>
            </a:pPr>
            <a:r>
              <a:rPr b="1" lang="vi-VN" sz="1300">
                <a:solidFill>
                  <a:schemeClr val="dk1"/>
                </a:solidFill>
                <a:latin typeface="IBM Plex Mono"/>
                <a:ea typeface="IBM Plex Mono"/>
                <a:cs typeface="IBM Plex Mono"/>
                <a:sym typeface="IBM Plex Mono"/>
              </a:rPr>
              <a:t>SBS-Lex: 0.369</a:t>
            </a:r>
          </a:p>
        </p:txBody>
      </p:sp>
      <p:sp>
        <p:nvSpPr>
          <p:cNvPr id="2314" name="Google Shape;2314;p61"/>
          <p:cNvSpPr txBox="1"/>
          <p:nvPr/>
        </p:nvSpPr>
        <p:spPr>
          <a:xfrm>
            <a:off x="5973513" y="3998963"/>
            <a:ext cx="2280000" cy="6096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a:solidFill>
                  <a:schemeClr val="dk1"/>
                </a:solidFill>
                <a:latin typeface="Be Vietnam Pro"/>
                <a:ea typeface="Be Vietnam Pro"/>
                <a:cs typeface="Be Vietnam Pro"/>
                <a:sym typeface="Be Vietnam Pro"/>
              </a:rPr>
              <a:t>Objective kiểu max-min không hợp với deadline</a:t>
            </a:r>
          </a:p>
        </p:txBody>
      </p:sp>
      <p:grpSp>
        <p:nvGrpSpPr>
          <p:cNvPr id="2315" name="Google Shape;2315;p61"/>
          <p:cNvGrpSpPr/>
          <p:nvPr/>
        </p:nvGrpSpPr>
        <p:grpSpPr>
          <a:xfrm>
            <a:off x="5568459" y="3669517"/>
            <a:ext cx="285579" cy="285597"/>
            <a:chOff x="5204821" y="3669529"/>
            <a:chExt cx="285579" cy="285597"/>
          </a:xfrm>
        </p:grpSpPr>
        <p:sp>
          <p:nvSpPr>
            <p:cNvPr id="2316" name="Google Shape;2316;p61"/>
            <p:cNvSpPr/>
            <p:nvPr/>
          </p:nvSpPr>
          <p:spPr>
            <a:xfrm>
              <a:off x="5204821" y="3669529"/>
              <a:ext cx="285579" cy="285597"/>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7" name="Google Shape;2317;p61"/>
            <p:cNvSpPr/>
            <p:nvPr/>
          </p:nvSpPr>
          <p:spPr>
            <a:xfrm>
              <a:off x="5261536" y="3726235"/>
              <a:ext cx="172110" cy="172121"/>
            </a:xfrm>
            <a:prstGeom prst="ellips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aphicFrame>
        <p:nvGraphicFramePr>
          <p:cNvPr id="2318" name="Chart 2317"/>
          <p:cNvGraphicFramePr>
            <a:graphicFrameLocks noGrp="1"/>
          </p:cNvGraphicFramePr>
          <p:nvPr/>
        </p:nvGraphicFramePr>
        <p:xfrm>
          <a:off x="640080" y="1143000"/>
          <a:ext cx="4754880" cy="3520440"/>
        </p:xfrm>
        <a:graphic>
          <a:graphicData uri="http://schemas.openxmlformats.org/drawingml/2006/chart">
            <c:chart r:id="rId6"/>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5" name="Shape 1855"/>
        <p:cNvGrpSpPr/>
        <p:nvPr/>
      </p:nvGrpSpPr>
      <p:grpSpPr>
        <a:xfrm>
          <a:off x="0" y="0"/>
          <a:ext cx="0" cy="0"/>
          <a:chOff x="0" y="0"/>
          <a:chExt cx="0" cy="0"/>
        </a:xfrm>
      </p:grpSpPr>
      <p:sp>
        <p:nvSpPr>
          <p:cNvPr id="1856" name="Google Shape;1856;p47"/>
          <p:cNvSpPr txBox="1"/>
          <p:nvPr>
            <p:ph type="title"/>
          </p:nvPr>
        </p:nvSpPr>
        <p:spPr>
          <a:xfrm>
            <a:off x="713225" y="1766475"/>
            <a:ext cx="6576000" cy="10362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+0.064</a:t>
            </a:r>
          </a:p>
        </p:txBody>
      </p:sp>
      <p:sp>
        <p:nvSpPr>
          <p:cNvPr id="1857" name="Google Shape;1857;p47"/>
          <p:cNvSpPr txBox="1"/>
          <p:nvPr>
            <p:ph idx="1" type="subTitle"/>
          </p:nvPr>
        </p:nvSpPr>
        <p:spPr>
          <a:xfrm>
            <a:off x="713225" y="3118375"/>
            <a:ext cx="6576000" cy="73152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SBS hơn FixedTour trên cả 10/10 topologies (p_Holm = 0.0156), và +0.087 khi backhaul hẹp</a:t>
            </a:r>
          </a:p>
        </p:txBody>
      </p:sp>
      <p:grpSp>
        <p:nvGrpSpPr>
          <p:cNvPr id="1858" name="Google Shape;1858;p47"/>
          <p:cNvGrpSpPr/>
          <p:nvPr/>
        </p:nvGrpSpPr>
        <p:grpSpPr>
          <a:xfrm>
            <a:off x="6527600" y="-628478"/>
            <a:ext cx="5128253" cy="6694378"/>
            <a:chOff x="6222800" y="-628478"/>
            <a:chExt cx="5128253" cy="6694378"/>
          </a:xfrm>
        </p:grpSpPr>
        <p:pic>
          <p:nvPicPr>
            <p:cNvPr id="1859" name="Google Shape;1859;p47"/>
            <p:cNvPicPr preferRelativeResize="0"/>
            <p:nvPr/>
          </p:nvPicPr>
          <p:blipFill rotWithShape="1">
            <a:blip r:embed="rId3">
              <a:alphaModFix/>
            </a:blip>
            <a:srcRect b="17664" l="0" r="0" t="17657"/>
            <a:stretch/>
          </p:blipFill>
          <p:spPr>
            <a:xfrm>
              <a:off x="7517168" y="-628478"/>
              <a:ext cx="3082266" cy="2352450"/>
            </a:xfrm>
            <a:prstGeom prst="rect">
              <a:avLst/>
            </a:prstGeom>
            <a:noFill/>
            <a:ln>
              <a:noFill/>
            </a:ln>
          </p:spPr>
        </p:pic>
        <p:pic>
          <p:nvPicPr>
            <p:cNvPr id="1860" name="Google Shape;1860;p47"/>
            <p:cNvPicPr preferRelativeResize="0"/>
            <p:nvPr/>
          </p:nvPicPr>
          <p:blipFill rotWithShape="1">
            <a:blip r:embed="rId4">
              <a:alphaModFix/>
            </a:blip>
            <a:srcRect b="26177" l="16960" r="7121" t="24719"/>
            <a:stretch/>
          </p:blipFill>
          <p:spPr>
            <a:xfrm>
              <a:off x="6714900" y="3028141"/>
              <a:ext cx="3980176" cy="3037760"/>
            </a:xfrm>
            <a:prstGeom prst="rect">
              <a:avLst/>
            </a:prstGeom>
            <a:noFill/>
            <a:ln>
              <a:noFill/>
            </a:ln>
          </p:spPr>
        </p:pic>
        <p:sp>
          <p:nvSpPr>
            <p:cNvPr id="1861" name="Google Shape;1861;p47"/>
            <p:cNvSpPr/>
            <p:nvPr/>
          </p:nvSpPr>
          <p:spPr>
            <a:xfrm rot="10800000">
              <a:off x="7698559" y="2460647"/>
              <a:ext cx="1239218" cy="2912943"/>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2" name="Google Shape;1862;p47"/>
            <p:cNvSpPr/>
            <p:nvPr/>
          </p:nvSpPr>
          <p:spPr>
            <a:xfrm rot="10800000">
              <a:off x="7899688" y="2461423"/>
              <a:ext cx="1239218" cy="2912943"/>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3" name="Google Shape;1863;p47"/>
            <p:cNvSpPr/>
            <p:nvPr/>
          </p:nvSpPr>
          <p:spPr>
            <a:xfrm>
              <a:off x="6222800" y="-628462"/>
              <a:ext cx="3980181" cy="6461569"/>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64" name="Google Shape;1864;p47"/>
            <p:cNvGrpSpPr/>
            <p:nvPr/>
          </p:nvGrpSpPr>
          <p:grpSpPr>
            <a:xfrm>
              <a:off x="6794737" y="4179460"/>
              <a:ext cx="734664" cy="735137"/>
              <a:chOff x="959750" y="3039275"/>
              <a:chExt cx="582050" cy="582425"/>
            </a:xfrm>
          </p:grpSpPr>
          <p:sp>
            <p:nvSpPr>
              <p:cNvPr id="1865" name="Google Shape;1865;p4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6" name="Google Shape;1866;p4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7" name="Google Shape;1867;p4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8" name="Google Shape;1868;p4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69" name="Google Shape;1869;p4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0" name="Google Shape;1870;p4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1" name="Google Shape;1871;p4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2" name="Google Shape;1872;p47"/>
            <p:cNvGrpSpPr/>
            <p:nvPr/>
          </p:nvGrpSpPr>
          <p:grpSpPr>
            <a:xfrm>
              <a:off x="8128313" y="1310040"/>
              <a:ext cx="169158" cy="169158"/>
              <a:chOff x="8356813" y="1074288"/>
              <a:chExt cx="351900" cy="351900"/>
            </a:xfrm>
          </p:grpSpPr>
          <p:sp>
            <p:nvSpPr>
              <p:cNvPr id="1873" name="Google Shape;1873;p47"/>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4" name="Google Shape;1874;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5" name="Google Shape;1875;p47"/>
            <p:cNvGrpSpPr/>
            <p:nvPr/>
          </p:nvGrpSpPr>
          <p:grpSpPr>
            <a:xfrm>
              <a:off x="7360240" y="2075006"/>
              <a:ext cx="169158" cy="169158"/>
              <a:chOff x="8356813" y="1074288"/>
              <a:chExt cx="351900" cy="351900"/>
            </a:xfrm>
          </p:grpSpPr>
          <p:sp>
            <p:nvSpPr>
              <p:cNvPr id="1876" name="Google Shape;1876;p47"/>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7" name="Google Shape;1877;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78" name="Google Shape;1878;p47"/>
            <p:cNvGrpSpPr/>
            <p:nvPr/>
          </p:nvGrpSpPr>
          <p:grpSpPr>
            <a:xfrm>
              <a:off x="8233587" y="3028150"/>
              <a:ext cx="169158" cy="169158"/>
              <a:chOff x="8356813" y="1074288"/>
              <a:chExt cx="351900" cy="351900"/>
            </a:xfrm>
          </p:grpSpPr>
          <p:sp>
            <p:nvSpPr>
              <p:cNvPr id="1879" name="Google Shape;1879;p47"/>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0" name="Google Shape;1880;p47"/>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81" name="Google Shape;1881;p47"/>
            <p:cNvSpPr/>
            <p:nvPr/>
          </p:nvSpPr>
          <p:spPr>
            <a:xfrm>
              <a:off x="8754821" y="2763320"/>
              <a:ext cx="606949" cy="600556"/>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82" name="Google Shape;1882;p47"/>
            <p:cNvGrpSpPr/>
            <p:nvPr/>
          </p:nvGrpSpPr>
          <p:grpSpPr>
            <a:xfrm>
              <a:off x="8782808" y="2723340"/>
              <a:ext cx="883449" cy="2083923"/>
              <a:chOff x="8337812" y="3492483"/>
              <a:chExt cx="699928" cy="1651024"/>
            </a:xfrm>
          </p:grpSpPr>
          <p:sp>
            <p:nvSpPr>
              <p:cNvPr id="1883" name="Google Shape;1883;p47"/>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4" name="Google Shape;1884;p47"/>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5" name="Google Shape;1885;p47"/>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86" name="Google Shape;1886;p47"/>
            <p:cNvGrpSpPr/>
            <p:nvPr/>
          </p:nvGrpSpPr>
          <p:grpSpPr>
            <a:xfrm>
              <a:off x="8215673" y="4178313"/>
              <a:ext cx="1141869" cy="916509"/>
              <a:chOff x="7945225" y="4302000"/>
              <a:chExt cx="904666" cy="726121"/>
            </a:xfrm>
          </p:grpSpPr>
          <p:sp>
            <p:nvSpPr>
              <p:cNvPr id="1887" name="Google Shape;1887;p47"/>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8" name="Google Shape;1888;p47"/>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9" name="Google Shape;1889;p47"/>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890" name="Google Shape;1890;p47"/>
            <p:cNvSpPr/>
            <p:nvPr/>
          </p:nvSpPr>
          <p:spPr>
            <a:xfrm rot="5400000">
              <a:off x="8491754" y="371428"/>
              <a:ext cx="1793675" cy="3576323"/>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891" name="Google Shape;1891;p47"/>
            <p:cNvGrpSpPr/>
            <p:nvPr/>
          </p:nvGrpSpPr>
          <p:grpSpPr>
            <a:xfrm>
              <a:off x="7774724" y="3187835"/>
              <a:ext cx="734664" cy="735137"/>
              <a:chOff x="959750" y="3039275"/>
              <a:chExt cx="582050" cy="582425"/>
            </a:xfrm>
          </p:grpSpPr>
          <p:sp>
            <p:nvSpPr>
              <p:cNvPr id="1892" name="Google Shape;1892;p4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4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4" name="Google Shape;1894;p4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5" name="Google Shape;1895;p4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6" name="Google Shape;1896;p4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7" name="Google Shape;1897;p4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8" name="Google Shape;1898;p4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99" name="Google Shape;1899;p47"/>
            <p:cNvGrpSpPr/>
            <p:nvPr/>
          </p:nvGrpSpPr>
          <p:grpSpPr>
            <a:xfrm>
              <a:off x="7625399" y="3691035"/>
              <a:ext cx="734664" cy="735137"/>
              <a:chOff x="959750" y="3039275"/>
              <a:chExt cx="582050" cy="582425"/>
            </a:xfrm>
          </p:grpSpPr>
          <p:sp>
            <p:nvSpPr>
              <p:cNvPr id="1900" name="Google Shape;1900;p47"/>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1" name="Google Shape;1901;p47"/>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2" name="Google Shape;1902;p47"/>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3" name="Google Shape;1903;p47"/>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4" name="Google Shape;1904;p47"/>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5" name="Google Shape;1905;p47"/>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6" name="Google Shape;1906;p47"/>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07" name="Google Shape;1907;p47"/>
            <p:cNvSpPr/>
            <p:nvPr/>
          </p:nvSpPr>
          <p:spPr>
            <a:xfrm rot="5400000">
              <a:off x="8666054" y="247478"/>
              <a:ext cx="1793675" cy="3576323"/>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908" name="Google Shape;1908;p47"/>
          <p:cNvGrpSpPr/>
          <p:nvPr/>
        </p:nvGrpSpPr>
        <p:grpSpPr>
          <a:xfrm>
            <a:off x="741975" y="2893476"/>
            <a:ext cx="5132617" cy="134100"/>
            <a:chOff x="741975" y="2893476"/>
            <a:chExt cx="5132617" cy="134100"/>
          </a:xfrm>
        </p:grpSpPr>
        <p:sp>
          <p:nvSpPr>
            <p:cNvPr id="1909" name="Google Shape;1909;p47"/>
            <p:cNvSpPr/>
            <p:nvPr/>
          </p:nvSpPr>
          <p:spPr>
            <a:xfrm>
              <a:off x="5740492" y="2893476"/>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910" name="Google Shape;1910;p47"/>
            <p:cNvCxnSpPr/>
            <p:nvPr/>
          </p:nvCxnSpPr>
          <p:spPr>
            <a:xfrm>
              <a:off x="741975" y="2960525"/>
              <a:ext cx="5036400" cy="0"/>
            </a:xfrm>
            <a:prstGeom prst="straightConnector1">
              <a:avLst/>
            </a:prstGeom>
            <a:noFill/>
            <a:ln cap="flat" cmpd="sng" w="9525">
              <a:solidFill>
                <a:schemeClr val="dk2"/>
              </a:solidFill>
              <a:prstDash val="solid"/>
              <a:round/>
              <a:headEnd len="med" w="med" type="none"/>
              <a:tailEnd len="med" w="med" type="none"/>
            </a:ln>
          </p:spPr>
        </p:cxnSp>
        <p:sp>
          <p:nvSpPr>
            <p:cNvPr id="1911" name="Google Shape;1911;p47"/>
            <p:cNvSpPr/>
            <p:nvPr/>
          </p:nvSpPr>
          <p:spPr>
            <a:xfrm>
              <a:off x="5770604" y="2923618"/>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1" name="Shape 2121"/>
        <p:cNvGrpSpPr/>
        <p:nvPr/>
      </p:nvGrpSpPr>
      <p:grpSpPr>
        <a:xfrm>
          <a:off x="0" y="0"/>
          <a:ext cx="0" cy="0"/>
          <a:chOff x="0" y="0"/>
          <a:chExt cx="0" cy="0"/>
        </a:xfrm>
      </p:grpSpPr>
      <p:sp>
        <p:nvSpPr>
          <p:cNvPr id="2122" name="Google Shape;2122;p54"/>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Ablation: gain đến từ đâu?</a:t>
            </a:r>
          </a:p>
        </p:txBody>
      </p:sp>
      <p:sp>
        <p:nvSpPr>
          <p:cNvPr id="2123" name="Google Shape;2123;p54"/>
          <p:cNvSpPr txBox="1"/>
          <p:nvPr/>
        </p:nvSpPr>
        <p:spPr>
          <a:xfrm>
            <a:off x="4020025" y="1365213"/>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Bỏ path block: </a:t>
            </a:r>
            <a:r>
              <a:rPr lang="vi-VN" b="1">
                <a:solidFill>
                  <a:schemeClr val="dk1"/>
                </a:solidFill>
                <a:latin typeface="Be Vietnam Pro"/>
                <a:ea typeface="Be Vietnam Pro"/>
                <a:cs typeface="Be Vietnam Pro"/>
                <a:sym typeface="Be Vietnam Pro"/>
              </a:rPr>
              <a:t>−0.045</a:t>
            </a:r>
            <a:r>
              <a:rPr lang="vi-VN" b="0">
                <a:solidFill>
                  <a:schemeClr val="dk1"/>
                </a:solidFill>
                <a:latin typeface="Be Vietnam Pro"/>
                <a:ea typeface="Be Vietnam Pro"/>
                <a:cs typeface="Be Vietnam Pro"/>
                <a:sym typeface="Be Vietnam Pro"/>
              </a:rPr>
              <a:t> (Wide), </a:t>
            </a:r>
            <a:r>
              <a:rPr lang="vi-VN" b="1">
                <a:solidFill>
                  <a:schemeClr val="dk1"/>
                </a:solidFill>
                <a:latin typeface="Be Vietnam Pro"/>
                <a:ea typeface="Be Vietnam Pro"/>
                <a:cs typeface="Be Vietnam Pro"/>
                <a:sym typeface="Be Vietnam Pro"/>
              </a:rPr>
              <a:t>−0.068</a:t>
            </a:r>
            <a:r>
              <a:rPr lang="vi-VN" b="0">
                <a:solidFill>
                  <a:schemeClr val="dk1"/>
                </a:solidFill>
                <a:latin typeface="Be Vietnam Pro"/>
                <a:ea typeface="Be Vietnam Pro"/>
                <a:cs typeface="Be Vietnam Pro"/>
                <a:sym typeface="Be Vietnam Pro"/>
              </a:rPr>
              <a:t> (Narrow)</a:t>
            </a:r>
          </a:p>
        </p:txBody>
      </p:sp>
      <p:sp>
        <p:nvSpPr>
          <p:cNvPr id="2124" name="Google Shape;2124;p54"/>
          <p:cNvSpPr txBox="1"/>
          <p:nvPr/>
        </p:nvSpPr>
        <p:spPr>
          <a:xfrm>
            <a:off x="2183175" y="1363563"/>
            <a:ext cx="13134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Path</a:t>
            </a:r>
          </a:p>
        </p:txBody>
      </p:sp>
      <p:sp>
        <p:nvSpPr>
          <p:cNvPr id="2125" name="Google Shape;2125;p54"/>
          <p:cNvSpPr txBox="1"/>
          <p:nvPr/>
        </p:nvSpPr>
        <p:spPr>
          <a:xfrm>
            <a:off x="782975" y="1363563"/>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01</a:t>
            </a:r>
            <a:endParaRPr b="1" sz="3000">
              <a:solidFill>
                <a:schemeClr val="dk2"/>
              </a:solidFill>
              <a:latin typeface="Be Vietnam Pro"/>
              <a:ea typeface="Be Vietnam Pro"/>
              <a:cs typeface="Be Vietnam Pro"/>
              <a:sym typeface="Be Vietnam Pro"/>
            </a:endParaRPr>
          </a:p>
        </p:txBody>
      </p:sp>
      <p:sp>
        <p:nvSpPr>
          <p:cNvPr id="2126" name="Google Shape;2126;p54"/>
          <p:cNvSpPr txBox="1"/>
          <p:nvPr/>
        </p:nvSpPr>
        <p:spPr>
          <a:xfrm>
            <a:off x="4020025" y="2264100"/>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Bỏ trajectory block: </a:t>
            </a:r>
            <a:r>
              <a:rPr lang="vi-VN" b="1">
                <a:solidFill>
                  <a:schemeClr val="dk1"/>
                </a:solidFill>
                <a:latin typeface="Be Vietnam Pro"/>
                <a:ea typeface="Be Vietnam Pro"/>
                <a:cs typeface="Be Vietnam Pro"/>
                <a:sym typeface="Be Vietnam Pro"/>
              </a:rPr>
              <a:t>−0.041</a:t>
            </a:r>
            <a:r>
              <a:rPr lang="vi-VN" b="0">
                <a:solidFill>
                  <a:schemeClr val="dk1"/>
                </a:solidFill>
                <a:latin typeface="Be Vietnam Pro"/>
                <a:ea typeface="Be Vietnam Pro"/>
                <a:cs typeface="Be Vietnam Pro"/>
                <a:sym typeface="Be Vietnam Pro"/>
              </a:rPr>
              <a:t> (Wide), −0.032 (Narrow)</a:t>
            </a:r>
          </a:p>
        </p:txBody>
      </p:sp>
      <p:sp>
        <p:nvSpPr>
          <p:cNvPr id="2127" name="Google Shape;2127;p54"/>
          <p:cNvSpPr txBox="1"/>
          <p:nvPr/>
        </p:nvSpPr>
        <p:spPr>
          <a:xfrm>
            <a:off x="2183175" y="2262450"/>
            <a:ext cx="10071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Trajectory</a:t>
            </a:r>
          </a:p>
        </p:txBody>
      </p:sp>
      <p:sp>
        <p:nvSpPr>
          <p:cNvPr id="2128" name="Google Shape;2128;p54"/>
          <p:cNvSpPr txBox="1"/>
          <p:nvPr/>
        </p:nvSpPr>
        <p:spPr>
          <a:xfrm>
            <a:off x="782975" y="2262450"/>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02</a:t>
            </a:r>
            <a:endParaRPr b="1" sz="3000">
              <a:solidFill>
                <a:schemeClr val="dk2"/>
              </a:solidFill>
              <a:latin typeface="Be Vietnam Pro"/>
              <a:ea typeface="Be Vietnam Pro"/>
              <a:cs typeface="Be Vietnam Pro"/>
              <a:sym typeface="Be Vietnam Pro"/>
            </a:endParaRPr>
          </a:p>
        </p:txBody>
      </p:sp>
      <p:sp>
        <p:nvSpPr>
          <p:cNvPr id="2129" name="Google Shape;2129;p54"/>
          <p:cNvSpPr txBox="1"/>
          <p:nvPr/>
        </p:nvSpPr>
        <p:spPr>
          <a:xfrm>
            <a:off x="4020025" y="3153150"/>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Thiết kế trên expected rate thay vì 5 realizations: </a:t>
            </a:r>
            <a:r>
              <a:rPr lang="vi-VN" b="1">
                <a:solidFill>
                  <a:schemeClr val="dk1"/>
                </a:solidFill>
                <a:latin typeface="Be Vietnam Pro"/>
                <a:ea typeface="Be Vietnam Pro"/>
                <a:cs typeface="Be Vietnam Pro"/>
                <a:sym typeface="Be Vietnam Pro"/>
              </a:rPr>
              <a:t>−0.038</a:t>
            </a:r>
            <a:r>
              <a:rPr lang="vi-VN" b="0">
                <a:solidFill>
                  <a:schemeClr val="dk1"/>
                </a:solidFill>
                <a:latin typeface="Be Vietnam Pro"/>
                <a:ea typeface="Be Vietnam Pro"/>
                <a:cs typeface="Be Vietnam Pro"/>
                <a:sym typeface="Be Vietnam Pro"/>
              </a:rPr>
              <a:t> / </a:t>
            </a:r>
            <a:r>
              <a:rPr lang="vi-VN" b="1">
                <a:solidFill>
                  <a:schemeClr val="dk1"/>
                </a:solidFill>
                <a:latin typeface="Be Vietnam Pro"/>
                <a:ea typeface="Be Vietnam Pro"/>
                <a:cs typeface="Be Vietnam Pro"/>
                <a:sym typeface="Be Vietnam Pro"/>
              </a:rPr>
              <a:t>−0.045</a:t>
            </a:r>
          </a:p>
        </p:txBody>
      </p:sp>
      <p:sp>
        <p:nvSpPr>
          <p:cNvPr id="2130" name="Google Shape;2130;p54"/>
          <p:cNvSpPr txBox="1"/>
          <p:nvPr/>
        </p:nvSpPr>
        <p:spPr>
          <a:xfrm>
            <a:off x="2183175" y="3151500"/>
            <a:ext cx="10071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Sampling</a:t>
            </a:r>
          </a:p>
        </p:txBody>
      </p:sp>
      <p:sp>
        <p:nvSpPr>
          <p:cNvPr id="2131" name="Google Shape;2131;p54"/>
          <p:cNvSpPr txBox="1"/>
          <p:nvPr/>
        </p:nvSpPr>
        <p:spPr>
          <a:xfrm>
            <a:off x="782975" y="3151500"/>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03</a:t>
            </a:r>
            <a:endParaRPr b="1" sz="3000">
              <a:solidFill>
                <a:schemeClr val="dk2"/>
              </a:solidFill>
              <a:latin typeface="Be Vietnam Pro"/>
              <a:ea typeface="Be Vietnam Pro"/>
              <a:cs typeface="Be Vietnam Pro"/>
              <a:sym typeface="Be Vietnam Pro"/>
            </a:endParaRPr>
          </a:p>
        </p:txBody>
      </p:sp>
      <p:sp>
        <p:nvSpPr>
          <p:cNvPr id="2132" name="Google Shape;2132;p54"/>
          <p:cNvSpPr txBox="1"/>
          <p:nvPr/>
        </p:nvSpPr>
        <p:spPr>
          <a:xfrm>
            <a:off x="4020025" y="4043850"/>
            <a:ext cx="4341000" cy="572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vi-VN" b="0">
                <a:solidFill>
                  <a:schemeClr val="dk1"/>
                </a:solidFill>
                <a:latin typeface="Be Vietnam Pro"/>
                <a:ea typeface="Be Vietnam Pro"/>
                <a:cs typeface="Be Vietnam Pro"/>
                <a:sym typeface="Be Vietnam Pro"/>
              </a:rPr>
              <a:t>Bỏ bandwidth block hoặc repair: </a:t>
            </a:r>
            <a:r>
              <a:rPr lang="vi-VN" b="1">
                <a:solidFill>
                  <a:schemeClr val="dk1"/>
                </a:solidFill>
                <a:latin typeface="Be Vietnam Pro"/>
                <a:ea typeface="Be Vietnam Pro"/>
                <a:cs typeface="Be Vietnam Pro"/>
                <a:sym typeface="Be Vietnam Pro"/>
              </a:rPr>
              <a:t>≈ 0</a:t>
            </a:r>
            <a:r>
              <a:rPr lang="vi-VN" b="0">
                <a:solidFill>
                  <a:schemeClr val="dk1"/>
                </a:solidFill>
                <a:latin typeface="Be Vietnam Pro"/>
                <a:ea typeface="Be Vietnam Pro"/>
                <a:cs typeface="Be Vietnam Pro"/>
                <a:sym typeface="Be Vietnam Pro"/>
              </a:rPr>
              <a:t> (±0.005); quét cả catalogue tour mỗi vòng: +0.006 (CI chứa 0)</a:t>
            </a:r>
          </a:p>
        </p:txBody>
      </p:sp>
      <p:sp>
        <p:nvSpPr>
          <p:cNvPr id="2133" name="Google Shape;2133;p54"/>
          <p:cNvSpPr txBox="1"/>
          <p:nvPr/>
        </p:nvSpPr>
        <p:spPr>
          <a:xfrm>
            <a:off x="2183175" y="4042200"/>
            <a:ext cx="1122300" cy="576000"/>
          </a:xfrm>
          <a:prstGeom prst="rect">
            <a:avLst/>
          </a:prstGeom>
          <a:noFill/>
          <a:ln>
            <a:noFill/>
          </a:ln>
        </p:spPr>
        <p:txBody>
          <a:bodyPr anchorCtr="0" anchor="ctr" bIns="91425" lIns="54864" spcFirstLastPara="1" rIns="0" wrap="square" tIns="91425">
            <a:noAutofit/>
          </a:bodyPr>
          <a:lstStyle/>
          <a:p>
            <a:pPr indent="0" lvl="0" marL="0" rtl="0" algn="l">
              <a:lnSpc>
                <a:spcPct val="115000"/>
              </a:lnSpc>
              <a:spcBef>
                <a:spcPts val="0"/>
              </a:spcBef>
              <a:spcAft>
                <a:spcPts val="0"/>
              </a:spcAft>
              <a:buNone/>
            </a:pPr>
            <a:r>
              <a:rPr b="1" lang="vi-VN" sz="1100">
                <a:solidFill>
                  <a:schemeClr val="dk1"/>
                </a:solidFill>
                <a:latin typeface="IBM Plex Mono"/>
                <a:ea typeface="IBM Plex Mono"/>
                <a:cs typeface="IBM Plex Mono"/>
                <a:sym typeface="IBM Plex Mono"/>
              </a:rPr>
              <a:t>BW, repair</a:t>
            </a:r>
          </a:p>
        </p:txBody>
      </p:sp>
      <p:sp>
        <p:nvSpPr>
          <p:cNvPr id="2134" name="Google Shape;2134;p54"/>
          <p:cNvSpPr txBox="1"/>
          <p:nvPr/>
        </p:nvSpPr>
        <p:spPr>
          <a:xfrm>
            <a:off x="782975" y="4042200"/>
            <a:ext cx="722400" cy="576000"/>
          </a:xfrm>
          <a:prstGeom prst="rect">
            <a:avLst/>
          </a:prstGeom>
          <a:noFill/>
          <a:ln>
            <a:noFill/>
          </a:ln>
        </p:spPr>
        <p:txBody>
          <a:bodyPr anchorCtr="0" anchor="ctr" bIns="91425" lIns="91425" spcFirstLastPara="1" rIns="91425" wrap="none" tIns="91425">
            <a:noAutofit/>
          </a:bodyPr>
          <a:lstStyle/>
          <a:p>
            <a:pPr indent="0" lvl="0" marL="0" rtl="0" algn="r">
              <a:lnSpc>
                <a:spcPct val="100000"/>
              </a:lnSpc>
              <a:spcBef>
                <a:spcPts val="0"/>
              </a:spcBef>
              <a:spcAft>
                <a:spcPts val="0"/>
              </a:spcAft>
              <a:buNone/>
            </a:pPr>
            <a:r>
              <a:rPr b="1" lang="en" sz="3000">
                <a:solidFill>
                  <a:schemeClr val="dk2"/>
                </a:solidFill>
                <a:latin typeface="Be Vietnam Pro"/>
                <a:ea typeface="Be Vietnam Pro"/>
                <a:cs typeface="Be Vietnam Pro"/>
                <a:sym typeface="Be Vietnam Pro"/>
              </a:rPr>
              <a:t>04</a:t>
            </a:r>
            <a:endParaRPr b="1" sz="3000">
              <a:solidFill>
                <a:schemeClr val="dk2"/>
              </a:solidFill>
              <a:latin typeface="Be Vietnam Pro"/>
              <a:ea typeface="Be Vietnam Pro"/>
              <a:cs typeface="Be Vietnam Pro"/>
              <a:sym typeface="Be Vietnam Pro"/>
            </a:endParaRPr>
          </a:p>
        </p:txBody>
      </p:sp>
      <p:cxnSp>
        <p:nvCxnSpPr>
          <p:cNvPr id="2135" name="Google Shape;2135;p54"/>
          <p:cNvCxnSpPr>
            <a:stCxn id="2125" idx="3"/>
            <a:endCxn id="2124" idx="1"/>
          </p:cNvCxnSpPr>
          <p:nvPr/>
        </p:nvCxnSpPr>
        <p:spPr>
          <a:xfrm>
            <a:off x="1505375" y="1651563"/>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cxnSp>
        <p:nvCxnSpPr>
          <p:cNvPr id="2136" name="Google Shape;2136;p54"/>
          <p:cNvCxnSpPr>
            <a:stCxn id="2124" idx="3"/>
            <a:endCxn id="2123" idx="1"/>
          </p:cNvCxnSpPr>
          <p:nvPr/>
        </p:nvCxnSpPr>
        <p:spPr>
          <a:xfrm>
            <a:off x="3496575" y="1651563"/>
            <a:ext cx="523500" cy="600"/>
          </a:xfrm>
          <a:prstGeom prst="bentConnector3">
            <a:avLst>
              <a:gd fmla="val 49995" name="adj1"/>
            </a:avLst>
          </a:prstGeom>
          <a:noFill/>
          <a:ln cap="flat" cmpd="sng" w="9525">
            <a:solidFill>
              <a:schemeClr val="lt2"/>
            </a:solidFill>
            <a:prstDash val="solid"/>
            <a:round/>
            <a:headEnd len="med" w="med" type="none"/>
            <a:tailEnd len="med" w="med" type="oval"/>
          </a:ln>
        </p:spPr>
      </p:cxnSp>
      <p:cxnSp>
        <p:nvCxnSpPr>
          <p:cNvPr id="2137" name="Google Shape;2137;p54"/>
          <p:cNvCxnSpPr>
            <a:stCxn id="2127" idx="3"/>
            <a:endCxn id="2126" idx="1"/>
          </p:cNvCxnSpPr>
          <p:nvPr/>
        </p:nvCxnSpPr>
        <p:spPr>
          <a:xfrm>
            <a:off x="3190275" y="2550450"/>
            <a:ext cx="829800" cy="600"/>
          </a:xfrm>
          <a:prstGeom prst="bentConnector3">
            <a:avLst>
              <a:gd fmla="val 49997" name="adj1"/>
            </a:avLst>
          </a:prstGeom>
          <a:noFill/>
          <a:ln cap="flat" cmpd="sng" w="9525">
            <a:solidFill>
              <a:schemeClr val="lt2"/>
            </a:solidFill>
            <a:prstDash val="solid"/>
            <a:round/>
            <a:headEnd len="med" w="med" type="none"/>
            <a:tailEnd len="med" w="med" type="oval"/>
          </a:ln>
        </p:spPr>
      </p:cxnSp>
      <p:cxnSp>
        <p:nvCxnSpPr>
          <p:cNvPr id="2138" name="Google Shape;2138;p54"/>
          <p:cNvCxnSpPr>
            <a:stCxn id="2130" idx="3"/>
            <a:endCxn id="2129" idx="1"/>
          </p:cNvCxnSpPr>
          <p:nvPr/>
        </p:nvCxnSpPr>
        <p:spPr>
          <a:xfrm>
            <a:off x="3190275" y="3439500"/>
            <a:ext cx="829800" cy="600"/>
          </a:xfrm>
          <a:prstGeom prst="bentConnector3">
            <a:avLst>
              <a:gd fmla="val 49997" name="adj1"/>
            </a:avLst>
          </a:prstGeom>
          <a:noFill/>
          <a:ln cap="flat" cmpd="sng" w="9525">
            <a:solidFill>
              <a:schemeClr val="lt2"/>
            </a:solidFill>
            <a:prstDash val="solid"/>
            <a:round/>
            <a:headEnd len="med" w="med" type="none"/>
            <a:tailEnd len="med" w="med" type="oval"/>
          </a:ln>
        </p:spPr>
      </p:cxnSp>
      <p:cxnSp>
        <p:nvCxnSpPr>
          <p:cNvPr id="2139" name="Google Shape;2139;p54"/>
          <p:cNvCxnSpPr>
            <a:endCxn id="2132" idx="1"/>
          </p:cNvCxnSpPr>
          <p:nvPr/>
        </p:nvCxnSpPr>
        <p:spPr>
          <a:xfrm>
            <a:off x="3305725" y="4329600"/>
            <a:ext cx="714300" cy="600"/>
          </a:xfrm>
          <a:prstGeom prst="bentConnector3">
            <a:avLst>
              <a:gd fmla="val 50000" name="adj1"/>
            </a:avLst>
          </a:prstGeom>
          <a:noFill/>
          <a:ln cap="flat" cmpd="sng" w="9525">
            <a:solidFill>
              <a:schemeClr val="lt2"/>
            </a:solidFill>
            <a:prstDash val="solid"/>
            <a:round/>
            <a:headEnd len="med" w="med" type="none"/>
            <a:tailEnd len="med" w="med" type="oval"/>
          </a:ln>
        </p:spPr>
      </p:cxnSp>
      <p:cxnSp>
        <p:nvCxnSpPr>
          <p:cNvPr id="2140" name="Google Shape;2140;p54"/>
          <p:cNvCxnSpPr>
            <a:stCxn id="2128" idx="3"/>
            <a:endCxn id="2127" idx="1"/>
          </p:cNvCxnSpPr>
          <p:nvPr/>
        </p:nvCxnSpPr>
        <p:spPr>
          <a:xfrm>
            <a:off x="1505375" y="2550450"/>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cxnSp>
        <p:nvCxnSpPr>
          <p:cNvPr id="2141" name="Google Shape;2141;p54"/>
          <p:cNvCxnSpPr>
            <a:stCxn id="2131" idx="3"/>
            <a:endCxn id="2130" idx="1"/>
          </p:cNvCxnSpPr>
          <p:nvPr/>
        </p:nvCxnSpPr>
        <p:spPr>
          <a:xfrm>
            <a:off x="1505375" y="3439500"/>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cxnSp>
        <p:nvCxnSpPr>
          <p:cNvPr id="2142" name="Google Shape;2142;p54"/>
          <p:cNvCxnSpPr>
            <a:stCxn id="2134" idx="3"/>
            <a:endCxn id="2133" idx="1"/>
          </p:cNvCxnSpPr>
          <p:nvPr/>
        </p:nvCxnSpPr>
        <p:spPr>
          <a:xfrm>
            <a:off x="1505375" y="4330200"/>
            <a:ext cx="677700" cy="600"/>
          </a:xfrm>
          <a:prstGeom prst="bentConnector3">
            <a:avLst>
              <a:gd fmla="val 50007" name="adj1"/>
            </a:avLst>
          </a:prstGeom>
          <a:noFill/>
          <a:ln cap="flat" cmpd="sng" w="9525">
            <a:solidFill>
              <a:schemeClr val="lt2"/>
            </a:solidFill>
            <a:prstDash val="solid"/>
            <a:round/>
            <a:headEnd len="med" w="med" type="none"/>
            <a:tailEnd len="med" w="med" type="none"/>
          </a:ln>
        </p:spPr>
      </p:cxn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9" name="Shape 1529"/>
        <p:cNvGrpSpPr/>
        <p:nvPr/>
      </p:nvGrpSpPr>
      <p:grpSpPr>
        <a:xfrm>
          <a:off x="0" y="0"/>
          <a:ext cx="0" cy="0"/>
          <a:chOff x="0" y="0"/>
          <a:chExt cx="0" cy="0"/>
        </a:xfrm>
      </p:grpSpPr>
      <p:sp>
        <p:nvSpPr>
          <p:cNvPr id="1530" name="Google Shape;1530;p39"/>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So với Tran-IA và case study</a:t>
            </a:r>
          </a:p>
        </p:txBody>
      </p:sp>
      <p:sp>
        <p:nvSpPr>
          <p:cNvPr id="1531" name="TextBox 1530"/>
          <p:cNvSpPr txBox="1"/>
          <p:nvPr/>
        </p:nvSpPr>
        <p:spPr>
          <a:xfrm>
            <a:off x="722376" y="1115568"/>
            <a:ext cx="4206240" cy="274320"/>
          </a:xfrm>
          <a:prstGeom prst="rect">
            <a:avLst/>
          </a:prstGeom>
          <a:noFill/>
        </p:spPr>
        <p:txBody>
          <a:bodyPr wrap="square" lIns="36576" rIns="36576" tIns="18288" bIns="18288" anchor="t">
            <a:spAutoFit/>
          </a:bodyPr>
          <a:lstStyle/>
          <a:p>
            <a:pPr algn="l">
              <a:spcAft>
                <a:spcPts val="400"/>
              </a:spcAft>
            </a:pPr>
            <a:r>
              <a:rPr sz="1100" b="1">
                <a:solidFill>
                  <a:srgbClr val="0C0A9E"/>
                </a:solidFill>
                <a:latin typeface="IBM Plex Mono"/>
              </a:rPr>
              <a:t>Benchmark: Tran-IA (adapted)</a:t>
            </a:r>
          </a:p>
        </p:txBody>
      </p:sp>
      <p:graphicFrame>
        <p:nvGraphicFramePr>
          <p:cNvPr id="1532" name="Table 1531"/>
          <p:cNvGraphicFramePr>
            <a:graphicFrameLocks noGrp="1"/>
          </p:cNvGraphicFramePr>
          <p:nvPr/>
        </p:nvGraphicFramePr>
        <p:xfrm>
          <a:off x="722376" y="1444752"/>
          <a:ext cx="4206240" cy="1645920"/>
        </p:xfrm>
        <a:graphic>
          <a:graphicData uri="http://schemas.openxmlformats.org/drawingml/2006/table">
            <a:tbl>
              <a:tblPr firstRow="0" bandRow="0">
                <a:tableStyleId>{5C22544A-7EE6-4342-B048-85BDC9FD1C3A}</a:tableStyleId>
              </a:tblPr>
              <a:tblGrid>
                <a:gridCol w="1143000"/>
                <a:gridCol w="914400"/>
                <a:gridCol w="914400"/>
                <a:gridCol w="1234440"/>
              </a:tblGrid>
              <a:tr h="329184">
                <a:tc>
                  <a:txBody>
                    <a:bodyPr wrap="square"/>
                    <a:lstStyle/>
                    <a:p>
                      <a:r>
                        <a:rPr sz="1000" b="1">
                          <a:solidFill>
                            <a:srgbClr val="FFFFFF"/>
                          </a:solidFill>
                          <a:latin typeface="IBM Plex Mono"/>
                        </a:rPr>
                        <a:t>Method</a:t>
                      </a:r>
                    </a:p>
                  </a:txBody>
                  <a:tcPr marL="64008" marR="64008" marT="27432" marB="27432" anchor="ctr">
                    <a:solidFill>
                      <a:srgbClr val="0C0A9E"/>
                    </a:solidFill>
                  </a:tcPr>
                </a:tc>
                <a:tc>
                  <a:txBody>
                    <a:bodyPr wrap="square"/>
                    <a:lstStyle/>
                    <a:p>
                      <a:r>
                        <a:rPr sz="1000" b="1">
                          <a:solidFill>
                            <a:srgbClr val="FFFFFF"/>
                          </a:solidFill>
                          <a:latin typeface="IBM Plex Mono"/>
                        </a:rPr>
                        <a:t>Wide</a:t>
                      </a:r>
                    </a:p>
                  </a:txBody>
                  <a:tcPr marL="64008" marR="64008" marT="27432" marB="27432" anchor="ctr">
                    <a:solidFill>
                      <a:srgbClr val="0C0A9E"/>
                    </a:solidFill>
                  </a:tcPr>
                </a:tc>
                <a:tc>
                  <a:txBody>
                    <a:bodyPr wrap="square"/>
                    <a:lstStyle/>
                    <a:p>
                      <a:r>
                        <a:rPr sz="1000" b="1">
                          <a:solidFill>
                            <a:srgbClr val="FFFFFF"/>
                          </a:solidFill>
                          <a:latin typeface="IBM Plex Mono"/>
                        </a:rPr>
                        <a:t>Narrow</a:t>
                      </a:r>
                    </a:p>
                  </a:txBody>
                  <a:tcPr marL="64008" marR="64008" marT="27432" marB="27432" anchor="ctr">
                    <a:solidFill>
                      <a:srgbClr val="0C0A9E"/>
                    </a:solidFill>
                  </a:tcPr>
                </a:tc>
                <a:tc>
                  <a:txBody>
                    <a:bodyPr wrap="square"/>
                    <a:lstStyle/>
                    <a:p>
                      <a:r>
                        <a:rPr sz="1000" b="1">
                          <a:solidFill>
                            <a:srgbClr val="FFFFFF"/>
                          </a:solidFill>
                          <a:latin typeface="IBM Plex Mono"/>
                        </a:rPr>
                        <a:t>Planning (s)</a:t>
                      </a:r>
                    </a:p>
                  </a:txBody>
                  <a:tcPr marL="64008" marR="64008" marT="27432" marB="27432" anchor="ctr">
                    <a:solidFill>
                      <a:srgbClr val="0C0A9E"/>
                    </a:solidFill>
                  </a:tcPr>
                </a:tc>
              </a:tr>
              <a:tr h="329184">
                <a:tc>
                  <a:txBody>
                    <a:bodyPr wrap="square"/>
                    <a:lstStyle/>
                    <a:p>
                      <a:r>
                        <a:rPr sz="1000" b="1">
                          <a:solidFill>
                            <a:srgbClr val="0C0A9E"/>
                          </a:solidFill>
                          <a:latin typeface="IBM Plex Mono"/>
                        </a:rPr>
                        <a:t>FixedTour</a:t>
                      </a:r>
                    </a:p>
                  </a:txBody>
                  <a:tcPr marL="64008" marR="64008" marT="27432" marB="27432" anchor="ctr">
                    <a:solidFill>
                      <a:srgbClr val="FFFFFF"/>
                    </a:solidFill>
                  </a:tcPr>
                </a:tc>
                <a:tc>
                  <a:txBody>
                    <a:bodyPr wrap="square"/>
                    <a:lstStyle/>
                    <a:p>
                      <a:r>
                        <a:rPr sz="1000" b="0">
                          <a:solidFill>
                            <a:srgbClr val="1D1D1D"/>
                          </a:solidFill>
                          <a:latin typeface="Be Vietnam Pro"/>
                        </a:rPr>
                        <a:t>0.494</a:t>
                      </a:r>
                    </a:p>
                  </a:txBody>
                  <a:tcPr marL="64008" marR="64008" marT="27432" marB="27432" anchor="ctr">
                    <a:solidFill>
                      <a:srgbClr val="FFFFFF"/>
                    </a:solidFill>
                  </a:tcPr>
                </a:tc>
                <a:tc>
                  <a:txBody>
                    <a:bodyPr wrap="square"/>
                    <a:lstStyle/>
                    <a:p>
                      <a:r>
                        <a:rPr sz="1000" b="0">
                          <a:solidFill>
                            <a:srgbClr val="1D1D1D"/>
                          </a:solidFill>
                          <a:latin typeface="Be Vietnam Pro"/>
                        </a:rPr>
                        <a:t>0.430</a:t>
                      </a:r>
                    </a:p>
                  </a:txBody>
                  <a:tcPr marL="64008" marR="64008" marT="27432" marB="27432" anchor="ctr">
                    <a:solidFill>
                      <a:srgbClr val="FFFFFF"/>
                    </a:solidFill>
                  </a:tcPr>
                </a:tc>
                <a:tc>
                  <a:txBody>
                    <a:bodyPr wrap="square"/>
                    <a:lstStyle/>
                    <a:p>
                      <a:r>
                        <a:rPr sz="1000" b="0">
                          <a:solidFill>
                            <a:srgbClr val="1D1D1D"/>
                          </a:solidFill>
                          <a:latin typeface="Be Vietnam Pro"/>
                        </a:rPr>
                        <a:t>0.2</a:t>
                      </a:r>
                    </a:p>
                  </a:txBody>
                  <a:tcPr marL="64008" marR="64008" marT="27432" marB="27432" anchor="ctr">
                    <a:solidFill>
                      <a:srgbClr val="FFFFFF"/>
                    </a:solidFill>
                  </a:tcPr>
                </a:tc>
              </a:tr>
              <a:tr h="329184">
                <a:tc>
                  <a:txBody>
                    <a:bodyPr wrap="square"/>
                    <a:lstStyle/>
                    <a:p>
                      <a:r>
                        <a:rPr sz="1000" b="1">
                          <a:solidFill>
                            <a:srgbClr val="0C0A9E"/>
                          </a:solidFill>
                          <a:latin typeface="IBM Plex Mono"/>
                        </a:rPr>
                        <a:t>Tran-IA</a:t>
                      </a:r>
                    </a:p>
                  </a:txBody>
                  <a:tcPr marL="64008" marR="64008" marT="27432" marB="27432" anchor="ctr">
                    <a:solidFill>
                      <a:srgbClr val="FFFFFF"/>
                    </a:solidFill>
                  </a:tcPr>
                </a:tc>
                <a:tc>
                  <a:txBody>
                    <a:bodyPr wrap="square"/>
                    <a:lstStyle/>
                    <a:p>
                      <a:r>
                        <a:rPr sz="1000" b="0">
                          <a:solidFill>
                            <a:srgbClr val="1D1D1D"/>
                          </a:solidFill>
                          <a:latin typeface="Be Vietnam Pro"/>
                        </a:rPr>
                        <a:t>0.530</a:t>
                      </a:r>
                    </a:p>
                  </a:txBody>
                  <a:tcPr marL="64008" marR="64008" marT="27432" marB="27432" anchor="ctr">
                    <a:solidFill>
                      <a:srgbClr val="FFFFFF"/>
                    </a:solidFill>
                  </a:tcPr>
                </a:tc>
                <a:tc>
                  <a:txBody>
                    <a:bodyPr wrap="square"/>
                    <a:lstStyle/>
                    <a:p>
                      <a:r>
                        <a:rPr sz="1000" b="0">
                          <a:solidFill>
                            <a:srgbClr val="1D1D1D"/>
                          </a:solidFill>
                          <a:latin typeface="Be Vietnam Pro"/>
                        </a:rPr>
                        <a:t>0.438</a:t>
                      </a:r>
                    </a:p>
                  </a:txBody>
                  <a:tcPr marL="64008" marR="64008" marT="27432" marB="27432" anchor="ctr">
                    <a:solidFill>
                      <a:srgbClr val="FFFFFF"/>
                    </a:solidFill>
                  </a:tcPr>
                </a:tc>
                <a:tc>
                  <a:txBody>
                    <a:bodyPr wrap="square"/>
                    <a:lstStyle/>
                    <a:p>
                      <a:r>
                        <a:rPr sz="1000" b="0">
                          <a:solidFill>
                            <a:srgbClr val="1D1D1D"/>
                          </a:solidFill>
                          <a:latin typeface="Be Vietnam Pro"/>
                        </a:rPr>
                        <a:t>234.2</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a:t>
                      </a:r>
                    </a:p>
                  </a:txBody>
                  <a:tcPr marL="64008" marR="64008" marT="27432" marB="27432" anchor="ctr">
                    <a:solidFill>
                      <a:srgbClr val="FFFFFF"/>
                    </a:solidFill>
                  </a:tcPr>
                </a:tc>
                <a:tc>
                  <a:txBody>
                    <a:bodyPr wrap="square"/>
                    <a:lstStyle/>
                    <a:p>
                      <a:r>
                        <a:rPr sz="1000" b="1">
                          <a:solidFill>
                            <a:srgbClr val="1D1D1D"/>
                          </a:solidFill>
                          <a:latin typeface="Be Vietnam Pro"/>
                        </a:rPr>
                        <a:t>0.559</a:t>
                      </a:r>
                    </a:p>
                  </a:txBody>
                  <a:tcPr marL="64008" marR="64008" marT="27432" marB="27432" anchor="ctr">
                    <a:solidFill>
                      <a:srgbClr val="FFFFFF"/>
                    </a:solidFill>
                  </a:tcPr>
                </a:tc>
                <a:tc>
                  <a:txBody>
                    <a:bodyPr wrap="square"/>
                    <a:lstStyle/>
                    <a:p>
                      <a:r>
                        <a:rPr sz="1000" b="1">
                          <a:solidFill>
                            <a:srgbClr val="1D1D1D"/>
                          </a:solidFill>
                          <a:latin typeface="Be Vietnam Pro"/>
                        </a:rPr>
                        <a:t>0.517</a:t>
                      </a:r>
                    </a:p>
                  </a:txBody>
                  <a:tcPr marL="64008" marR="64008" marT="27432" marB="27432" anchor="ctr">
                    <a:solidFill>
                      <a:srgbClr val="FFFFFF"/>
                    </a:solidFill>
                  </a:tcPr>
                </a:tc>
                <a:tc>
                  <a:txBody>
                    <a:bodyPr wrap="square"/>
                    <a:lstStyle/>
                    <a:p>
                      <a:r>
                        <a:rPr sz="1000" b="0">
                          <a:solidFill>
                            <a:srgbClr val="1D1D1D"/>
                          </a:solidFill>
                          <a:latin typeface="Be Vietnam Pro"/>
                        </a:rPr>
                        <a:t>172.3</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SBS-R</a:t>
                      </a:r>
                    </a:p>
                  </a:txBody>
                  <a:tcPr marL="64008" marR="64008" marT="27432" marB="27432" anchor="ctr">
                    <a:solidFill>
                      <a:srgbClr val="FFFFFF"/>
                    </a:solidFill>
                  </a:tcPr>
                </a:tc>
                <a:tc>
                  <a:txBody>
                    <a:bodyPr wrap="square"/>
                    <a:lstStyle/>
                    <a:p>
                      <a:r>
                        <a:rPr sz="1000" b="1">
                          <a:solidFill>
                            <a:srgbClr val="1D1D1D"/>
                          </a:solidFill>
                          <a:latin typeface="Be Vietnam Pro"/>
                        </a:rPr>
                        <a:t>0.560</a:t>
                      </a:r>
                    </a:p>
                  </a:txBody>
                  <a:tcPr marL="64008" marR="64008" marT="27432" marB="27432" anchor="ctr">
                    <a:solidFill>
                      <a:srgbClr val="FFFFFF"/>
                    </a:solidFill>
                  </a:tcPr>
                </a:tc>
                <a:tc>
                  <a:txBody>
                    <a:bodyPr wrap="square"/>
                    <a:lstStyle/>
                    <a:p>
                      <a:r>
                        <a:rPr sz="1000" b="1">
                          <a:solidFill>
                            <a:srgbClr val="1D1D1D"/>
                          </a:solidFill>
                          <a:latin typeface="Be Vietnam Pro"/>
                        </a:rPr>
                        <a:t>0.521</a:t>
                      </a:r>
                    </a:p>
                  </a:txBody>
                  <a:tcPr marL="64008" marR="64008" marT="27432" marB="27432" anchor="ctr">
                    <a:solidFill>
                      <a:srgbClr val="FFFFFF"/>
                    </a:solidFill>
                  </a:tcPr>
                </a:tc>
                <a:tc>
                  <a:txBody>
                    <a:bodyPr wrap="square"/>
                    <a:lstStyle/>
                    <a:p>
                      <a:r>
                        <a:rPr sz="1000" b="0">
                          <a:solidFill>
                            <a:srgbClr val="1D1D1D"/>
                          </a:solidFill>
                          <a:latin typeface="Be Vietnam Pro"/>
                        </a:rPr>
                        <a:t>181.1</a:t>
                      </a:r>
                    </a:p>
                  </a:txBody>
                  <a:tcPr marL="64008" marR="64008" marT="27432" marB="27432" anchor="ctr">
                    <a:solidFill>
                      <a:srgbClr val="FFFFFF"/>
                    </a:solidFill>
                  </a:tcPr>
                </a:tc>
              </a:tr>
            </a:tbl>
          </a:graphicData>
        </a:graphic>
      </p:graphicFrame>
      <p:sp>
        <p:nvSpPr>
          <p:cNvPr id="1533" name="TextBox 1532"/>
          <p:cNvSpPr txBox="1"/>
          <p:nvPr/>
        </p:nvSpPr>
        <p:spPr>
          <a:xfrm>
            <a:off x="722376" y="3200400"/>
            <a:ext cx="4206240" cy="109728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SBS hơn Tran-IA +0.028 (Wide), +0.079 (Narrow)</a:t>
            </a:r>
          </a:p>
          <a:p>
            <a:pPr algn="l" marL="171450" indent="-171450">
              <a:spcAft>
                <a:spcPts val="200"/>
              </a:spcAft>
              <a:buClr>
                <a:srgbClr val="EB9109"/>
              </a:buClr>
              <a:buFont typeface="Arial"/>
              <a:buChar char="•"/>
            </a:pPr>
            <a:r>
              <a:rPr sz="950" b="0">
                <a:solidFill>
                  <a:srgbClr val="1D1D1D"/>
                </a:solidFill>
                <a:latin typeface="Be Vietnam Pro"/>
              </a:rPr>
              <a:t>Chưa significant sau Holm (p = 0.46 / 0.11)</a:t>
            </a:r>
          </a:p>
          <a:p>
            <a:pPr algn="l" marL="171450" indent="-171450">
              <a:spcAft>
                <a:spcPts val="200"/>
              </a:spcAft>
              <a:buClr>
                <a:srgbClr val="EB9109"/>
              </a:buClr>
              <a:buFont typeface="Arial"/>
              <a:buChar char="•"/>
            </a:pPr>
            <a:r>
              <a:rPr sz="950" b="0">
                <a:solidFill>
                  <a:srgbClr val="1D1D1D"/>
                </a:solidFill>
                <a:latin typeface="Be Vietnam Pro"/>
              </a:rPr>
              <a:t>Tran-IA dùng deterministic channel, không biết backhaul</a:t>
            </a:r>
          </a:p>
        </p:txBody>
      </p:sp>
      <p:sp>
        <p:nvSpPr>
          <p:cNvPr id="1534" name="TextBox 1533"/>
          <p:cNvSpPr txBox="1"/>
          <p:nvPr/>
        </p:nvSpPr>
        <p:spPr>
          <a:xfrm>
            <a:off x="5257800" y="1115568"/>
            <a:ext cx="3163824" cy="274320"/>
          </a:xfrm>
          <a:prstGeom prst="rect">
            <a:avLst/>
          </a:prstGeom>
          <a:noFill/>
        </p:spPr>
        <p:txBody>
          <a:bodyPr wrap="square" lIns="36576" rIns="36576" tIns="18288" bIns="18288" anchor="t">
            <a:spAutoFit/>
          </a:bodyPr>
          <a:lstStyle/>
          <a:p>
            <a:pPr algn="l">
              <a:spcAft>
                <a:spcPts val="400"/>
              </a:spcAft>
            </a:pPr>
            <a:r>
              <a:rPr sz="1100" b="1">
                <a:solidFill>
                  <a:srgbClr val="8208D5"/>
                </a:solidFill>
                <a:latin typeface="IBM Plex Mono"/>
              </a:rPr>
              <a:t>RescueNet, 63 targets</a:t>
            </a:r>
          </a:p>
        </p:txBody>
      </p:sp>
      <p:graphicFrame>
        <p:nvGraphicFramePr>
          <p:cNvPr id="1535" name="Table 1534"/>
          <p:cNvGraphicFramePr>
            <a:graphicFrameLocks noGrp="1"/>
          </p:cNvGraphicFramePr>
          <p:nvPr/>
        </p:nvGraphicFramePr>
        <p:xfrm>
          <a:off x="5257800" y="1444752"/>
          <a:ext cx="3163824" cy="1975104"/>
        </p:xfrm>
        <a:graphic>
          <a:graphicData uri="http://schemas.openxmlformats.org/drawingml/2006/table">
            <a:tbl>
              <a:tblPr firstRow="0" bandRow="0">
                <a:tableStyleId>{5C22544A-7EE6-4342-B048-85BDC9FD1C3A}</a:tableStyleId>
              </a:tblPr>
              <a:tblGrid>
                <a:gridCol w="1463040"/>
                <a:gridCol w="1700784"/>
              </a:tblGrid>
              <a:tr h="329184">
                <a:tc>
                  <a:txBody>
                    <a:bodyPr wrap="square"/>
                    <a:lstStyle/>
                    <a:p>
                      <a:r>
                        <a:rPr sz="1000" b="1">
                          <a:solidFill>
                            <a:srgbClr val="FFFFFF"/>
                          </a:solidFill>
                          <a:latin typeface="IBM Plex Mono"/>
                        </a:rPr>
                        <a:t>Method</a:t>
                      </a:r>
                    </a:p>
                  </a:txBody>
                  <a:tcPr marL="64008" marR="64008" marT="27432" marB="27432" anchor="ctr">
                    <a:solidFill>
                      <a:srgbClr val="0C0A9E"/>
                    </a:solidFill>
                  </a:tcPr>
                </a:tc>
                <a:tc>
                  <a:txBody>
                    <a:bodyPr wrap="square"/>
                    <a:lstStyle/>
                    <a:p>
                      <a:r>
                        <a:rPr sz="1000" b="1">
                          <a:solidFill>
                            <a:srgbClr val="FFFFFF"/>
                          </a:solidFill>
                          <a:latin typeface="IBM Plex Mono"/>
                        </a:rPr>
                        <a:t>Timely ratio</a:t>
                      </a:r>
                    </a:p>
                  </a:txBody>
                  <a:tcPr marL="64008" marR="64008" marT="27432" marB="27432" anchor="ctr">
                    <a:solidFill>
                      <a:srgbClr val="0C0A9E"/>
                    </a:solidFill>
                  </a:tcPr>
                </a:tc>
              </a:tr>
              <a:tr h="329184">
                <a:tc>
                  <a:txBody>
                    <a:bodyPr wrap="square"/>
                    <a:lstStyle/>
                    <a:p>
                      <a:r>
                        <a:rPr sz="1000" b="1">
                          <a:solidFill>
                            <a:srgbClr val="0C0A9E"/>
                          </a:solidFill>
                          <a:latin typeface="IBM Plex Mono"/>
                        </a:rPr>
                        <a:t>NoUAV</a:t>
                      </a:r>
                    </a:p>
                  </a:txBody>
                  <a:tcPr marL="64008" marR="64008" marT="27432" marB="27432" anchor="ctr">
                    <a:solidFill>
                      <a:srgbClr val="FFFFFF"/>
                    </a:solidFill>
                  </a:tcPr>
                </a:tc>
                <a:tc>
                  <a:txBody>
                    <a:bodyPr wrap="square"/>
                    <a:lstStyle/>
                    <a:p>
                      <a:r>
                        <a:rPr sz="1000" b="0">
                          <a:solidFill>
                            <a:srgbClr val="1D1D1D"/>
                          </a:solidFill>
                          <a:latin typeface="Be Vietnam Pro"/>
                        </a:rPr>
                        <a:t>0.312</a:t>
                      </a:r>
                    </a:p>
                  </a:txBody>
                  <a:tcPr marL="64008" marR="64008" marT="27432" marB="27432" anchor="ctr">
                    <a:solidFill>
                      <a:srgbClr val="FFFFFF"/>
                    </a:solidFill>
                  </a:tcPr>
                </a:tc>
              </a:tr>
              <a:tr h="329184">
                <a:tc>
                  <a:txBody>
                    <a:bodyPr wrap="square"/>
                    <a:lstStyle/>
                    <a:p>
                      <a:r>
                        <a:rPr sz="1000" b="1">
                          <a:solidFill>
                            <a:srgbClr val="0C0A9E"/>
                          </a:solidFill>
                          <a:latin typeface="IBM Plex Mono"/>
                        </a:rPr>
                        <a:t>FixedTour</a:t>
                      </a:r>
                    </a:p>
                  </a:txBody>
                  <a:tcPr marL="64008" marR="64008" marT="27432" marB="27432" anchor="ctr">
                    <a:solidFill>
                      <a:srgbClr val="FFFFFF"/>
                    </a:solidFill>
                  </a:tcPr>
                </a:tc>
                <a:tc>
                  <a:txBody>
                    <a:bodyPr wrap="square"/>
                    <a:lstStyle/>
                    <a:p>
                      <a:r>
                        <a:rPr sz="1000" b="0">
                          <a:solidFill>
                            <a:srgbClr val="1D1D1D"/>
                          </a:solidFill>
                          <a:latin typeface="Be Vietnam Pro"/>
                        </a:rPr>
                        <a:t>0.395</a:t>
                      </a:r>
                    </a:p>
                  </a:txBody>
                  <a:tcPr marL="64008" marR="64008" marT="27432" marB="27432" anchor="ctr">
                    <a:solidFill>
                      <a:srgbClr val="FFFFFF"/>
                    </a:solidFill>
                  </a:tcPr>
                </a:tc>
              </a:tr>
              <a:tr h="329184">
                <a:tc>
                  <a:txBody>
                    <a:bodyPr wrap="square"/>
                    <a:lstStyle/>
                    <a:p>
                      <a:r>
                        <a:rPr sz="1000" b="1">
                          <a:solidFill>
                            <a:srgbClr val="0C0A9E"/>
                          </a:solidFill>
                          <a:latin typeface="IBM Plex Mono"/>
                        </a:rPr>
                        <a:t>Tran-IA</a:t>
                      </a:r>
                    </a:p>
                  </a:txBody>
                  <a:tcPr marL="64008" marR="64008" marT="27432" marB="27432" anchor="ctr">
                    <a:solidFill>
                      <a:srgbClr val="FFFFFF"/>
                    </a:solidFill>
                  </a:tcPr>
                </a:tc>
                <a:tc>
                  <a:txBody>
                    <a:bodyPr wrap="square"/>
                    <a:lstStyle/>
                    <a:p>
                      <a:r>
                        <a:rPr sz="1000" b="0">
                          <a:solidFill>
                            <a:srgbClr val="1D1D1D"/>
                          </a:solidFill>
                          <a:latin typeface="Be Vietnam Pro"/>
                        </a:rPr>
                        <a:t>0.450</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a:t>
                      </a:r>
                    </a:p>
                  </a:txBody>
                  <a:tcPr marL="64008" marR="64008" marT="27432" marB="27432" anchor="ctr">
                    <a:solidFill>
                      <a:srgbClr val="FFFFFF"/>
                    </a:solidFill>
                  </a:tcPr>
                </a:tc>
                <a:tc>
                  <a:txBody>
                    <a:bodyPr wrap="square"/>
                    <a:lstStyle/>
                    <a:p>
                      <a:r>
                        <a:rPr sz="1000" b="1">
                          <a:solidFill>
                            <a:srgbClr val="1D1D1D"/>
                          </a:solidFill>
                          <a:latin typeface="Be Vietnam Pro"/>
                        </a:rPr>
                        <a:t>0.468</a:t>
                      </a:r>
                    </a:p>
                  </a:txBody>
                  <a:tcPr marL="64008" marR="64008" marT="27432" marB="27432" anchor="ctr">
                    <a:solidFill>
                      <a:srgbClr val="FFFFFF"/>
                    </a:solidFill>
                  </a:tcPr>
                </a:tc>
              </a:tr>
              <a:tr h="329184">
                <a:tc>
                  <a:txBody>
                    <a:bodyPr wrap="square"/>
                    <a:lstStyle/>
                    <a:p>
                      <a:r>
                        <a:rPr sz="1000" b="1">
                          <a:solidFill>
                            <a:srgbClr val="0C0A9E"/>
                          </a:solidFill>
                          <a:latin typeface="IBM Plex Mono"/>
                        </a:rPr>
                        <a:t>SBS-R</a:t>
                      </a:r>
                    </a:p>
                  </a:txBody>
                  <a:tcPr marL="64008" marR="64008" marT="27432" marB="27432" anchor="ctr">
                    <a:solidFill>
                      <a:srgbClr val="FFFFFF"/>
                    </a:solidFill>
                  </a:tcPr>
                </a:tc>
                <a:tc>
                  <a:txBody>
                    <a:bodyPr wrap="square"/>
                    <a:lstStyle/>
                    <a:p>
                      <a:r>
                        <a:rPr sz="1000" b="1">
                          <a:solidFill>
                            <a:srgbClr val="1D1D1D"/>
                          </a:solidFill>
                          <a:latin typeface="Be Vietnam Pro"/>
                        </a:rPr>
                        <a:t>0.471</a:t>
                      </a:r>
                    </a:p>
                  </a:txBody>
                  <a:tcPr marL="64008" marR="64008" marT="27432" marB="27432" anchor="ctr">
                    <a:solidFill>
                      <a:srgbClr val="FFFFFF"/>
                    </a:solidFill>
                  </a:tcPr>
                </a:tc>
              </a:tr>
            </a:tbl>
          </a:graphicData>
        </a:graphic>
      </p:graphicFrame>
      <p:sp>
        <p:nvSpPr>
          <p:cNvPr id="1536" name="TextBox 1535"/>
          <p:cNvSpPr txBox="1"/>
          <p:nvPr/>
        </p:nvSpPr>
        <p:spPr>
          <a:xfrm>
            <a:off x="5257800" y="3520440"/>
            <a:ext cx="3163824" cy="731520"/>
          </a:xfrm>
          <a:prstGeom prst="rect">
            <a:avLst/>
          </a:prstGeom>
          <a:noFill/>
        </p:spPr>
        <p:txBody>
          <a:bodyPr wrap="square" lIns="36576" rIns="36576" tIns="18288" bIns="18288" anchor="t">
            <a:spAutoFit/>
          </a:bodyPr>
          <a:lstStyle/>
          <a:p>
            <a:pPr algn="l" marL="171450" indent="-171450">
              <a:spcAft>
                <a:spcPts val="200"/>
              </a:spcAft>
              <a:buClr>
                <a:srgbClr val="EB9109"/>
              </a:buClr>
              <a:buFont typeface="Arial"/>
              <a:buChar char="•"/>
            </a:pPr>
            <a:r>
              <a:rPr sz="950" b="0">
                <a:solidFill>
                  <a:srgbClr val="1D1D1D"/>
                </a:solidFill>
                <a:latin typeface="Be Vietnam Pro"/>
              </a:rPr>
              <a:t>Thứ hạng các method được giữ nguyên trên layout thật</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6" name="Shape 2216"/>
        <p:cNvGrpSpPr/>
        <p:nvPr/>
      </p:nvGrpSpPr>
      <p:grpSpPr>
        <a:xfrm>
          <a:off x="0" y="0"/>
          <a:ext cx="0" cy="0"/>
          <a:chOff x="0" y="0"/>
          <a:chExt cx="0" cy="0"/>
        </a:xfrm>
      </p:grpSpPr>
      <p:sp>
        <p:nvSpPr>
          <p:cNvPr id="2217" name="Google Shape;2217;p58"/>
          <p:cNvSpPr txBox="1"/>
          <p:nvPr>
            <p:ph type="title"/>
          </p:nvPr>
        </p:nvSpPr>
        <p:spPr>
          <a:xfrm>
            <a:off x="720000" y="445025"/>
            <a:ext cx="77040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Kết luận</a:t>
            </a:r>
          </a:p>
        </p:txBody>
      </p:sp>
      <p:sp>
        <p:nvSpPr>
          <p:cNvPr id="2218" name="Google Shape;2218;p58"/>
          <p:cNvSpPr txBox="1"/>
          <p:nvPr>
            <p:ph idx="1" type="subTitle"/>
          </p:nvPr>
        </p:nvSpPr>
        <p:spPr>
          <a:xfrm>
            <a:off x="713225" y="2041525"/>
            <a:ext cx="5578500" cy="86868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Bài toán thực tế hơn: alert có deadline qua ground network có backhaul hữu hạn. NP-hard, có LP upper bound; SBS với local search tăng timely-delivery ratio trên mọi topology.</a:t>
            </a:r>
          </a:p>
        </p:txBody>
      </p:sp>
      <p:sp>
        <p:nvSpPr>
          <p:cNvPr id="2219" name="Google Shape;2219;p58"/>
          <p:cNvSpPr txBox="1"/>
          <p:nvPr>
            <p:ph idx="2" type="subTitle"/>
          </p:nvPr>
        </p:nvSpPr>
        <p:spPr>
          <a:xfrm>
            <a:off x="713225" y="3630168"/>
            <a:ext cx="5578500" cy="86868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SBS là heuristic, gap tới envelope bound còn khoảng 0.20 (bound chỉ trên tập ứng viên). Hướng tiếp: bound trên mọi route, trộn bước nhảy lớn và bước cục bộ cho trajectory, repair đổi nhiều alert, dữ liệu đo thật.</a:t>
            </a:r>
          </a:p>
        </p:txBody>
      </p:sp>
      <p:sp>
        <p:nvSpPr>
          <p:cNvPr id="2220" name="Google Shape;2220;p58"/>
          <p:cNvSpPr txBox="1"/>
          <p:nvPr>
            <p:ph idx="3" type="subTitle"/>
          </p:nvPr>
        </p:nvSpPr>
        <p:spPr>
          <a:xfrm>
            <a:off x="713225" y="1679400"/>
            <a:ext cx="55785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Đóng góp</a:t>
            </a:r>
          </a:p>
        </p:txBody>
      </p:sp>
      <p:sp>
        <p:nvSpPr>
          <p:cNvPr id="2221" name="Google Shape;2221;p58"/>
          <p:cNvSpPr txBox="1"/>
          <p:nvPr>
            <p:ph idx="4" type="subTitle"/>
          </p:nvPr>
        </p:nvSpPr>
        <p:spPr>
          <a:xfrm>
            <a:off x="713225" y="3291840"/>
            <a:ext cx="5578500" cy="4023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vi-VN"/>
              <a:t>Hạn chế và hướng phát triển</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0" name="Shape 2410"/>
        <p:cNvGrpSpPr/>
        <p:nvPr/>
      </p:nvGrpSpPr>
      <p:grpSpPr>
        <a:xfrm>
          <a:off x="0" y="0"/>
          <a:ext cx="0" cy="0"/>
          <a:chOff x="0" y="0"/>
          <a:chExt cx="0" cy="0"/>
        </a:xfrm>
      </p:grpSpPr>
      <p:sp>
        <p:nvSpPr>
          <p:cNvPr id="2411" name="Google Shape;2411;p64"/>
          <p:cNvSpPr txBox="1"/>
          <p:nvPr>
            <p:ph idx="1" type="subTitle"/>
          </p:nvPr>
        </p:nvSpPr>
        <p:spPr>
          <a:xfrm>
            <a:off x="1157250" y="1609575"/>
            <a:ext cx="4448100" cy="1239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Câu hỏi và thảo luận?</a:t>
            </a:r>
          </a:p>
        </p:txBody>
      </p:sp>
      <p:sp>
        <p:nvSpPr>
          <p:cNvPr id="2412" name="Google Shape;2412;p64"/>
          <p:cNvSpPr txBox="1"/>
          <p:nvPr>
            <p:ph type="title"/>
          </p:nvPr>
        </p:nvSpPr>
        <p:spPr>
          <a:xfrm>
            <a:off x="1157302" y="494775"/>
            <a:ext cx="5126700" cy="1058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vi-VN"/>
              <a:t>Cảm ơn!</a:t>
            </a:r>
          </a:p>
        </p:txBody>
      </p:sp>
      <p:grpSp>
        <p:nvGrpSpPr>
          <p:cNvPr id="2431" name="Google Shape;2431;p64"/>
          <p:cNvGrpSpPr/>
          <p:nvPr/>
        </p:nvGrpSpPr>
        <p:grpSpPr>
          <a:xfrm flipH="1" rot="10800000">
            <a:off x="6773992" y="-1205456"/>
            <a:ext cx="4151819" cy="5527900"/>
            <a:chOff x="6309526" y="836950"/>
            <a:chExt cx="3920509" cy="5219925"/>
          </a:xfrm>
        </p:grpSpPr>
        <p:pic>
          <p:nvPicPr>
            <p:cNvPr id="2432" name="Google Shape;2432;p64"/>
            <p:cNvPicPr preferRelativeResize="0"/>
            <p:nvPr/>
          </p:nvPicPr>
          <p:blipFill rotWithShape="1">
            <a:blip r:embed="rId3">
              <a:alphaModFix/>
            </a:blip>
            <a:srcRect b="26177" l="16960" r="7121" t="24719"/>
            <a:stretch/>
          </p:blipFill>
          <p:spPr>
            <a:xfrm>
              <a:off x="6309535" y="3064650"/>
              <a:ext cx="3920501" cy="2992224"/>
            </a:xfrm>
            <a:prstGeom prst="rect">
              <a:avLst/>
            </a:prstGeom>
            <a:noFill/>
            <a:ln>
              <a:noFill/>
            </a:ln>
          </p:spPr>
        </p:pic>
        <p:sp>
          <p:nvSpPr>
            <p:cNvPr id="2433" name="Google Shape;2433;p64"/>
            <p:cNvSpPr/>
            <p:nvPr/>
          </p:nvSpPr>
          <p:spPr>
            <a:xfrm rot="10800000">
              <a:off x="7535449" y="2941132"/>
              <a:ext cx="981776" cy="2307791"/>
            </a:xfrm>
            <a:custGeom>
              <a:rect b="b" l="l" r="r" t="t"/>
              <a:pathLst>
                <a:path extrusionOk="0" h="56267" w="23937">
                  <a:moveTo>
                    <a:pt x="12997" y="1"/>
                  </a:moveTo>
                  <a:lnTo>
                    <a:pt x="12784" y="214"/>
                  </a:lnTo>
                  <a:lnTo>
                    <a:pt x="23098" y="10513"/>
                  </a:lnTo>
                  <a:cubicBezTo>
                    <a:pt x="23434" y="10864"/>
                    <a:pt x="23632" y="11321"/>
                    <a:pt x="23632" y="11808"/>
                  </a:cubicBezTo>
                  <a:cubicBezTo>
                    <a:pt x="23632" y="12311"/>
                    <a:pt x="23434" y="12768"/>
                    <a:pt x="23098" y="13104"/>
                  </a:cubicBezTo>
                  <a:lnTo>
                    <a:pt x="21925" y="14261"/>
                  </a:lnTo>
                  <a:cubicBezTo>
                    <a:pt x="21575" y="14627"/>
                    <a:pt x="21110" y="14810"/>
                    <a:pt x="20642" y="14810"/>
                  </a:cubicBezTo>
                  <a:cubicBezTo>
                    <a:pt x="20173" y="14810"/>
                    <a:pt x="19701" y="14627"/>
                    <a:pt x="19335" y="14261"/>
                  </a:cubicBezTo>
                  <a:lnTo>
                    <a:pt x="16958" y="11885"/>
                  </a:lnTo>
                  <a:cubicBezTo>
                    <a:pt x="16547" y="11489"/>
                    <a:pt x="16029" y="11260"/>
                    <a:pt x="15435" y="11260"/>
                  </a:cubicBezTo>
                  <a:cubicBezTo>
                    <a:pt x="14841" y="11260"/>
                    <a:pt x="14307" y="11489"/>
                    <a:pt x="13911" y="11885"/>
                  </a:cubicBezTo>
                  <a:lnTo>
                    <a:pt x="12525" y="13271"/>
                  </a:lnTo>
                  <a:cubicBezTo>
                    <a:pt x="12129" y="13698"/>
                    <a:pt x="11900" y="14231"/>
                    <a:pt x="11900" y="14795"/>
                  </a:cubicBezTo>
                  <a:cubicBezTo>
                    <a:pt x="11900" y="15374"/>
                    <a:pt x="12129" y="15922"/>
                    <a:pt x="12525" y="16318"/>
                  </a:cubicBezTo>
                  <a:cubicBezTo>
                    <a:pt x="12860" y="16669"/>
                    <a:pt x="13058" y="17126"/>
                    <a:pt x="13058" y="17629"/>
                  </a:cubicBezTo>
                  <a:cubicBezTo>
                    <a:pt x="13058" y="18116"/>
                    <a:pt x="12860" y="18573"/>
                    <a:pt x="12525" y="18924"/>
                  </a:cubicBezTo>
                  <a:lnTo>
                    <a:pt x="11489" y="19944"/>
                  </a:lnTo>
                  <a:cubicBezTo>
                    <a:pt x="11154" y="20295"/>
                    <a:pt x="10696" y="20478"/>
                    <a:pt x="10209" y="20478"/>
                  </a:cubicBezTo>
                  <a:lnTo>
                    <a:pt x="9569" y="20478"/>
                  </a:lnTo>
                  <a:cubicBezTo>
                    <a:pt x="8990" y="20478"/>
                    <a:pt x="8457" y="20706"/>
                    <a:pt x="8045" y="21102"/>
                  </a:cubicBezTo>
                  <a:lnTo>
                    <a:pt x="3353" y="25810"/>
                  </a:lnTo>
                  <a:cubicBezTo>
                    <a:pt x="2515" y="26648"/>
                    <a:pt x="2515" y="28004"/>
                    <a:pt x="3353" y="28842"/>
                  </a:cubicBezTo>
                  <a:lnTo>
                    <a:pt x="10529" y="36018"/>
                  </a:lnTo>
                  <a:cubicBezTo>
                    <a:pt x="10864" y="36369"/>
                    <a:pt x="11062" y="36826"/>
                    <a:pt x="11062" y="37313"/>
                  </a:cubicBezTo>
                  <a:cubicBezTo>
                    <a:pt x="11062" y="37801"/>
                    <a:pt x="10864" y="38273"/>
                    <a:pt x="10529" y="38608"/>
                  </a:cubicBezTo>
                  <a:lnTo>
                    <a:pt x="8198" y="40940"/>
                  </a:lnTo>
                  <a:cubicBezTo>
                    <a:pt x="7802" y="41351"/>
                    <a:pt x="7573" y="41884"/>
                    <a:pt x="7573" y="42463"/>
                  </a:cubicBezTo>
                  <a:lnTo>
                    <a:pt x="7573" y="47720"/>
                  </a:lnTo>
                  <a:cubicBezTo>
                    <a:pt x="7573" y="48207"/>
                    <a:pt x="7390" y="48664"/>
                    <a:pt x="7040" y="49015"/>
                  </a:cubicBezTo>
                  <a:lnTo>
                    <a:pt x="1" y="56054"/>
                  </a:lnTo>
                  <a:lnTo>
                    <a:pt x="199" y="56267"/>
                  </a:lnTo>
                  <a:lnTo>
                    <a:pt x="7268" y="49274"/>
                  </a:lnTo>
                  <a:cubicBezTo>
                    <a:pt x="7664" y="48862"/>
                    <a:pt x="7893" y="48329"/>
                    <a:pt x="7893" y="47750"/>
                  </a:cubicBezTo>
                  <a:lnTo>
                    <a:pt x="7893" y="42494"/>
                  </a:lnTo>
                  <a:cubicBezTo>
                    <a:pt x="7893" y="42006"/>
                    <a:pt x="8091" y="41549"/>
                    <a:pt x="8426" y="41199"/>
                  </a:cubicBezTo>
                  <a:lnTo>
                    <a:pt x="10757" y="38883"/>
                  </a:lnTo>
                  <a:cubicBezTo>
                    <a:pt x="11154" y="38456"/>
                    <a:pt x="11382" y="37923"/>
                    <a:pt x="11382" y="37359"/>
                  </a:cubicBezTo>
                  <a:cubicBezTo>
                    <a:pt x="11382" y="36765"/>
                    <a:pt x="11154" y="36232"/>
                    <a:pt x="10757" y="35835"/>
                  </a:cubicBezTo>
                  <a:lnTo>
                    <a:pt x="3581" y="28644"/>
                  </a:lnTo>
                  <a:cubicBezTo>
                    <a:pt x="2850" y="27943"/>
                    <a:pt x="2850" y="26785"/>
                    <a:pt x="3581" y="26054"/>
                  </a:cubicBezTo>
                  <a:lnTo>
                    <a:pt x="8274" y="21346"/>
                  </a:lnTo>
                  <a:cubicBezTo>
                    <a:pt x="8624" y="21011"/>
                    <a:pt x="9081" y="20813"/>
                    <a:pt x="9569" y="20813"/>
                  </a:cubicBezTo>
                  <a:lnTo>
                    <a:pt x="10209" y="20813"/>
                  </a:lnTo>
                  <a:cubicBezTo>
                    <a:pt x="10788" y="20813"/>
                    <a:pt x="11321" y="20584"/>
                    <a:pt x="11732" y="20188"/>
                  </a:cubicBezTo>
                  <a:lnTo>
                    <a:pt x="12753" y="19167"/>
                  </a:lnTo>
                  <a:cubicBezTo>
                    <a:pt x="13149" y="18741"/>
                    <a:pt x="13378" y="18208"/>
                    <a:pt x="13378" y="17644"/>
                  </a:cubicBezTo>
                  <a:cubicBezTo>
                    <a:pt x="13378" y="17050"/>
                    <a:pt x="13149" y="16516"/>
                    <a:pt x="12753" y="16120"/>
                  </a:cubicBezTo>
                  <a:cubicBezTo>
                    <a:pt x="12418" y="15770"/>
                    <a:pt x="12220" y="15313"/>
                    <a:pt x="12220" y="14825"/>
                  </a:cubicBezTo>
                  <a:cubicBezTo>
                    <a:pt x="12220" y="14322"/>
                    <a:pt x="12418" y="13865"/>
                    <a:pt x="12753" y="13530"/>
                  </a:cubicBezTo>
                  <a:lnTo>
                    <a:pt x="14140" y="12128"/>
                  </a:lnTo>
                  <a:cubicBezTo>
                    <a:pt x="14490" y="11793"/>
                    <a:pt x="14947" y="11595"/>
                    <a:pt x="15435" y="11595"/>
                  </a:cubicBezTo>
                  <a:cubicBezTo>
                    <a:pt x="15938" y="11595"/>
                    <a:pt x="16395" y="11793"/>
                    <a:pt x="16730" y="12128"/>
                  </a:cubicBezTo>
                  <a:lnTo>
                    <a:pt x="19107" y="14520"/>
                  </a:lnTo>
                  <a:cubicBezTo>
                    <a:pt x="19526" y="14939"/>
                    <a:pt x="20074" y="15149"/>
                    <a:pt x="20623" y="15149"/>
                  </a:cubicBezTo>
                  <a:cubicBezTo>
                    <a:pt x="21171" y="15149"/>
                    <a:pt x="21720" y="14939"/>
                    <a:pt x="22139" y="14520"/>
                  </a:cubicBezTo>
                  <a:lnTo>
                    <a:pt x="23297" y="13347"/>
                  </a:lnTo>
                  <a:cubicBezTo>
                    <a:pt x="23708" y="12936"/>
                    <a:pt x="23936" y="12403"/>
                    <a:pt x="23936" y="11824"/>
                  </a:cubicBezTo>
                  <a:cubicBezTo>
                    <a:pt x="23936" y="11260"/>
                    <a:pt x="23708" y="10711"/>
                    <a:pt x="23297" y="10300"/>
                  </a:cubicBezTo>
                  <a:lnTo>
                    <a:pt x="12997" y="1"/>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4" name="Google Shape;2434;p64"/>
            <p:cNvSpPr/>
            <p:nvPr/>
          </p:nvSpPr>
          <p:spPr>
            <a:xfrm rot="10800000">
              <a:off x="7694795" y="2941747"/>
              <a:ext cx="981776" cy="2307791"/>
            </a:xfrm>
            <a:custGeom>
              <a:rect b="b" l="l" r="r" t="t"/>
              <a:pathLst>
                <a:path extrusionOk="0" h="56267" w="23937">
                  <a:moveTo>
                    <a:pt x="12997" y="0"/>
                  </a:moveTo>
                  <a:lnTo>
                    <a:pt x="12784" y="214"/>
                  </a:lnTo>
                  <a:lnTo>
                    <a:pt x="23098" y="10513"/>
                  </a:lnTo>
                  <a:cubicBezTo>
                    <a:pt x="23434" y="10848"/>
                    <a:pt x="23632" y="11305"/>
                    <a:pt x="23632" y="11808"/>
                  </a:cubicBezTo>
                  <a:cubicBezTo>
                    <a:pt x="23632" y="12296"/>
                    <a:pt x="23434" y="12753"/>
                    <a:pt x="23098" y="13103"/>
                  </a:cubicBezTo>
                  <a:lnTo>
                    <a:pt x="21925" y="14261"/>
                  </a:lnTo>
                  <a:cubicBezTo>
                    <a:pt x="21575" y="14627"/>
                    <a:pt x="21110" y="14810"/>
                    <a:pt x="20642" y="14810"/>
                  </a:cubicBezTo>
                  <a:cubicBezTo>
                    <a:pt x="20173" y="14810"/>
                    <a:pt x="19701" y="14627"/>
                    <a:pt x="19335" y="14261"/>
                  </a:cubicBezTo>
                  <a:lnTo>
                    <a:pt x="16958" y="11884"/>
                  </a:lnTo>
                  <a:cubicBezTo>
                    <a:pt x="16547" y="11488"/>
                    <a:pt x="16029" y="11260"/>
                    <a:pt x="15435" y="11260"/>
                  </a:cubicBezTo>
                  <a:cubicBezTo>
                    <a:pt x="14840" y="11260"/>
                    <a:pt x="14307" y="11488"/>
                    <a:pt x="13911" y="11884"/>
                  </a:cubicBezTo>
                  <a:lnTo>
                    <a:pt x="12525" y="13271"/>
                  </a:lnTo>
                  <a:cubicBezTo>
                    <a:pt x="11687" y="14109"/>
                    <a:pt x="11687" y="15465"/>
                    <a:pt x="12525" y="16303"/>
                  </a:cubicBezTo>
                  <a:cubicBezTo>
                    <a:pt x="12860" y="16638"/>
                    <a:pt x="13058" y="17095"/>
                    <a:pt x="13058" y="17598"/>
                  </a:cubicBezTo>
                  <a:cubicBezTo>
                    <a:pt x="13058" y="18085"/>
                    <a:pt x="12860" y="18543"/>
                    <a:pt x="12525" y="18893"/>
                  </a:cubicBezTo>
                  <a:lnTo>
                    <a:pt x="11489" y="19914"/>
                  </a:lnTo>
                  <a:cubicBezTo>
                    <a:pt x="11153" y="20264"/>
                    <a:pt x="10696" y="20447"/>
                    <a:pt x="10193" y="20447"/>
                  </a:cubicBezTo>
                  <a:lnTo>
                    <a:pt x="9569" y="20447"/>
                  </a:lnTo>
                  <a:cubicBezTo>
                    <a:pt x="8975" y="20447"/>
                    <a:pt x="8441" y="20676"/>
                    <a:pt x="8045" y="21087"/>
                  </a:cubicBezTo>
                  <a:lnTo>
                    <a:pt x="3337" y="25780"/>
                  </a:lnTo>
                  <a:cubicBezTo>
                    <a:pt x="2941" y="26206"/>
                    <a:pt x="2713" y="26739"/>
                    <a:pt x="2713" y="27303"/>
                  </a:cubicBezTo>
                  <a:cubicBezTo>
                    <a:pt x="2713" y="27897"/>
                    <a:pt x="2941" y="28431"/>
                    <a:pt x="3337" y="28827"/>
                  </a:cubicBezTo>
                  <a:lnTo>
                    <a:pt x="10529" y="36018"/>
                  </a:lnTo>
                  <a:cubicBezTo>
                    <a:pt x="11245" y="36719"/>
                    <a:pt x="11245" y="37877"/>
                    <a:pt x="10529" y="38608"/>
                  </a:cubicBezTo>
                  <a:lnTo>
                    <a:pt x="8198" y="40924"/>
                  </a:lnTo>
                  <a:cubicBezTo>
                    <a:pt x="7801" y="41351"/>
                    <a:pt x="7573" y="41884"/>
                    <a:pt x="7573" y="42448"/>
                  </a:cubicBezTo>
                  <a:lnTo>
                    <a:pt x="7573" y="47704"/>
                  </a:lnTo>
                  <a:cubicBezTo>
                    <a:pt x="7573" y="48207"/>
                    <a:pt x="7375" y="48664"/>
                    <a:pt x="7040" y="48999"/>
                  </a:cubicBezTo>
                  <a:lnTo>
                    <a:pt x="1" y="56053"/>
                  </a:lnTo>
                  <a:lnTo>
                    <a:pt x="199" y="56267"/>
                  </a:lnTo>
                  <a:lnTo>
                    <a:pt x="7268" y="49212"/>
                  </a:lnTo>
                  <a:cubicBezTo>
                    <a:pt x="7664" y="48801"/>
                    <a:pt x="7893" y="48268"/>
                    <a:pt x="7893" y="47689"/>
                  </a:cubicBezTo>
                  <a:lnTo>
                    <a:pt x="7893" y="42432"/>
                  </a:lnTo>
                  <a:cubicBezTo>
                    <a:pt x="7893" y="41945"/>
                    <a:pt x="8091" y="41473"/>
                    <a:pt x="8426" y="41137"/>
                  </a:cubicBezTo>
                  <a:lnTo>
                    <a:pt x="10757" y="38806"/>
                  </a:lnTo>
                  <a:cubicBezTo>
                    <a:pt x="11595" y="37984"/>
                    <a:pt x="11595" y="36628"/>
                    <a:pt x="10757" y="35790"/>
                  </a:cubicBezTo>
                  <a:lnTo>
                    <a:pt x="3581" y="28598"/>
                  </a:lnTo>
                  <a:cubicBezTo>
                    <a:pt x="3231" y="28263"/>
                    <a:pt x="3048" y="27806"/>
                    <a:pt x="3048" y="27318"/>
                  </a:cubicBezTo>
                  <a:cubicBezTo>
                    <a:pt x="3048" y="26816"/>
                    <a:pt x="3231" y="26359"/>
                    <a:pt x="3581" y="26023"/>
                  </a:cubicBezTo>
                  <a:lnTo>
                    <a:pt x="8274" y="21346"/>
                  </a:lnTo>
                  <a:cubicBezTo>
                    <a:pt x="8624" y="21011"/>
                    <a:pt x="9081" y="20813"/>
                    <a:pt x="9569" y="20813"/>
                  </a:cubicBezTo>
                  <a:lnTo>
                    <a:pt x="10209" y="20813"/>
                  </a:lnTo>
                  <a:cubicBezTo>
                    <a:pt x="10788" y="20813"/>
                    <a:pt x="11321" y="20584"/>
                    <a:pt x="11732" y="20188"/>
                  </a:cubicBezTo>
                  <a:lnTo>
                    <a:pt x="12753" y="19152"/>
                  </a:lnTo>
                  <a:cubicBezTo>
                    <a:pt x="13149" y="18741"/>
                    <a:pt x="13378" y="18207"/>
                    <a:pt x="13378" y="17628"/>
                  </a:cubicBezTo>
                  <a:cubicBezTo>
                    <a:pt x="13378" y="17049"/>
                    <a:pt x="13149" y="16516"/>
                    <a:pt x="12753" y="16105"/>
                  </a:cubicBezTo>
                  <a:cubicBezTo>
                    <a:pt x="12037" y="15404"/>
                    <a:pt x="12037" y="14246"/>
                    <a:pt x="12753" y="13515"/>
                  </a:cubicBezTo>
                  <a:lnTo>
                    <a:pt x="14140" y="12128"/>
                  </a:lnTo>
                  <a:cubicBezTo>
                    <a:pt x="14490" y="11793"/>
                    <a:pt x="14947" y="11595"/>
                    <a:pt x="15435" y="11595"/>
                  </a:cubicBezTo>
                  <a:cubicBezTo>
                    <a:pt x="15937" y="11595"/>
                    <a:pt x="16395" y="11793"/>
                    <a:pt x="16730" y="12128"/>
                  </a:cubicBezTo>
                  <a:lnTo>
                    <a:pt x="19106" y="14505"/>
                  </a:lnTo>
                  <a:cubicBezTo>
                    <a:pt x="19525" y="14924"/>
                    <a:pt x="20074" y="15133"/>
                    <a:pt x="20622" y="15133"/>
                  </a:cubicBezTo>
                  <a:cubicBezTo>
                    <a:pt x="21171" y="15133"/>
                    <a:pt x="21719" y="14924"/>
                    <a:pt x="22138" y="14505"/>
                  </a:cubicBezTo>
                  <a:lnTo>
                    <a:pt x="23296" y="13347"/>
                  </a:lnTo>
                  <a:cubicBezTo>
                    <a:pt x="23708" y="12936"/>
                    <a:pt x="23936" y="12402"/>
                    <a:pt x="23936" y="11823"/>
                  </a:cubicBezTo>
                  <a:cubicBezTo>
                    <a:pt x="23936" y="11229"/>
                    <a:pt x="23708" y="10696"/>
                    <a:pt x="23296" y="10300"/>
                  </a:cubicBezTo>
                  <a:lnTo>
                    <a:pt x="12997" y="0"/>
                  </a:lnTo>
                  <a:close/>
                </a:path>
              </a:pathLst>
            </a:custGeom>
            <a:gradFill>
              <a:gsLst>
                <a:gs pos="0">
                  <a:schemeClr val="lt2"/>
                </a:gs>
                <a:gs pos="40000">
                  <a:srgbClr val="FF9900">
                    <a:alpha val="40784"/>
                  </a:srgbClr>
                </a:gs>
                <a:gs pos="100000">
                  <a:srgbClr val="FFFFFF">
                    <a:alpha val="0"/>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5" name="Google Shape;2435;p64"/>
            <p:cNvSpPr/>
            <p:nvPr/>
          </p:nvSpPr>
          <p:spPr>
            <a:xfrm>
              <a:off x="6309526" y="836950"/>
              <a:ext cx="3153315" cy="5119205"/>
            </a:xfrm>
            <a:custGeom>
              <a:rect b="b" l="l" r="r" t="t"/>
              <a:pathLst>
                <a:path extrusionOk="0" h="124813" w="76882">
                  <a:moveTo>
                    <a:pt x="76668" y="0"/>
                  </a:moveTo>
                  <a:lnTo>
                    <a:pt x="63260" y="13408"/>
                  </a:lnTo>
                  <a:cubicBezTo>
                    <a:pt x="62879" y="13789"/>
                    <a:pt x="62879" y="14398"/>
                    <a:pt x="63260" y="14779"/>
                  </a:cubicBezTo>
                  <a:lnTo>
                    <a:pt x="69857" y="21376"/>
                  </a:lnTo>
                  <a:cubicBezTo>
                    <a:pt x="70116" y="21620"/>
                    <a:pt x="70116" y="22046"/>
                    <a:pt x="69857" y="22305"/>
                  </a:cubicBezTo>
                  <a:lnTo>
                    <a:pt x="46546" y="45616"/>
                  </a:lnTo>
                  <a:cubicBezTo>
                    <a:pt x="46417" y="45738"/>
                    <a:pt x="46245" y="45799"/>
                    <a:pt x="46074" y="45799"/>
                  </a:cubicBezTo>
                  <a:cubicBezTo>
                    <a:pt x="45903" y="45799"/>
                    <a:pt x="45731" y="45738"/>
                    <a:pt x="45602" y="45616"/>
                  </a:cubicBezTo>
                  <a:lnTo>
                    <a:pt x="39020" y="39019"/>
                  </a:lnTo>
                  <a:cubicBezTo>
                    <a:pt x="38822" y="38836"/>
                    <a:pt x="38593" y="38745"/>
                    <a:pt x="38334" y="38745"/>
                  </a:cubicBezTo>
                  <a:cubicBezTo>
                    <a:pt x="38060" y="38745"/>
                    <a:pt x="37831" y="38836"/>
                    <a:pt x="37649" y="39019"/>
                  </a:cubicBezTo>
                  <a:lnTo>
                    <a:pt x="23357" y="53311"/>
                  </a:lnTo>
                  <a:cubicBezTo>
                    <a:pt x="22976" y="53691"/>
                    <a:pt x="22976" y="54301"/>
                    <a:pt x="23357" y="54682"/>
                  </a:cubicBezTo>
                  <a:lnTo>
                    <a:pt x="40833" y="72142"/>
                  </a:lnTo>
                  <a:cubicBezTo>
                    <a:pt x="40939" y="72279"/>
                    <a:pt x="41016" y="72432"/>
                    <a:pt x="41016" y="72614"/>
                  </a:cubicBezTo>
                  <a:cubicBezTo>
                    <a:pt x="41016" y="72812"/>
                    <a:pt x="40955" y="72965"/>
                    <a:pt x="40833" y="73102"/>
                  </a:cubicBezTo>
                  <a:lnTo>
                    <a:pt x="27090" y="86830"/>
                  </a:lnTo>
                  <a:cubicBezTo>
                    <a:pt x="26907" y="87028"/>
                    <a:pt x="26816" y="87256"/>
                    <a:pt x="26816" y="87515"/>
                  </a:cubicBezTo>
                  <a:lnTo>
                    <a:pt x="26816" y="96276"/>
                  </a:lnTo>
                  <a:cubicBezTo>
                    <a:pt x="26816" y="96459"/>
                    <a:pt x="26755" y="96611"/>
                    <a:pt x="26618" y="96748"/>
                  </a:cubicBezTo>
                  <a:lnTo>
                    <a:pt x="13225" y="110140"/>
                  </a:lnTo>
                  <a:cubicBezTo>
                    <a:pt x="13103" y="110270"/>
                    <a:pt x="12940" y="110335"/>
                    <a:pt x="12772" y="110335"/>
                  </a:cubicBezTo>
                  <a:cubicBezTo>
                    <a:pt x="12604" y="110335"/>
                    <a:pt x="12433" y="110270"/>
                    <a:pt x="12296" y="110140"/>
                  </a:cubicBezTo>
                  <a:lnTo>
                    <a:pt x="7618" y="105448"/>
                  </a:lnTo>
                  <a:cubicBezTo>
                    <a:pt x="7428" y="105257"/>
                    <a:pt x="7180" y="105162"/>
                    <a:pt x="6933" y="105162"/>
                  </a:cubicBezTo>
                  <a:cubicBezTo>
                    <a:pt x="6685" y="105162"/>
                    <a:pt x="6438" y="105257"/>
                    <a:pt x="6247" y="105448"/>
                  </a:cubicBezTo>
                  <a:lnTo>
                    <a:pt x="381" y="111314"/>
                  </a:lnTo>
                  <a:cubicBezTo>
                    <a:pt x="1" y="111695"/>
                    <a:pt x="1" y="112304"/>
                    <a:pt x="381" y="112685"/>
                  </a:cubicBezTo>
                  <a:lnTo>
                    <a:pt x="5059" y="117378"/>
                  </a:lnTo>
                  <a:cubicBezTo>
                    <a:pt x="5181" y="117515"/>
                    <a:pt x="5257" y="117667"/>
                    <a:pt x="5257" y="117850"/>
                  </a:cubicBezTo>
                  <a:cubicBezTo>
                    <a:pt x="5257" y="118048"/>
                    <a:pt x="5196" y="118200"/>
                    <a:pt x="5059" y="118322"/>
                  </a:cubicBezTo>
                  <a:lnTo>
                    <a:pt x="3231" y="120150"/>
                  </a:lnTo>
                  <a:cubicBezTo>
                    <a:pt x="2850" y="120531"/>
                    <a:pt x="2850" y="121141"/>
                    <a:pt x="3231" y="121522"/>
                  </a:cubicBezTo>
                  <a:lnTo>
                    <a:pt x="5059" y="123365"/>
                  </a:lnTo>
                  <a:cubicBezTo>
                    <a:pt x="5333" y="123609"/>
                    <a:pt x="5333" y="124020"/>
                    <a:pt x="5059" y="124295"/>
                  </a:cubicBezTo>
                  <a:cubicBezTo>
                    <a:pt x="4914" y="124432"/>
                    <a:pt x="4754" y="124489"/>
                    <a:pt x="4602" y="124489"/>
                  </a:cubicBezTo>
                  <a:cubicBezTo>
                    <a:pt x="4449" y="124489"/>
                    <a:pt x="4305" y="124432"/>
                    <a:pt x="4190" y="124340"/>
                  </a:cubicBezTo>
                  <a:cubicBezTo>
                    <a:pt x="3962" y="124173"/>
                    <a:pt x="3825" y="123838"/>
                    <a:pt x="4038" y="123487"/>
                  </a:cubicBezTo>
                  <a:lnTo>
                    <a:pt x="3764" y="123335"/>
                  </a:lnTo>
                  <a:lnTo>
                    <a:pt x="3764" y="123335"/>
                  </a:lnTo>
                  <a:cubicBezTo>
                    <a:pt x="3459" y="123838"/>
                    <a:pt x="3672" y="124356"/>
                    <a:pt x="3992" y="124599"/>
                  </a:cubicBezTo>
                  <a:cubicBezTo>
                    <a:pt x="4175" y="124736"/>
                    <a:pt x="4373" y="124813"/>
                    <a:pt x="4602" y="124813"/>
                  </a:cubicBezTo>
                  <a:cubicBezTo>
                    <a:pt x="4830" y="124813"/>
                    <a:pt x="5059" y="124736"/>
                    <a:pt x="5272" y="124477"/>
                  </a:cubicBezTo>
                  <a:cubicBezTo>
                    <a:pt x="5455" y="124295"/>
                    <a:pt x="5562" y="124066"/>
                    <a:pt x="5562" y="123792"/>
                  </a:cubicBezTo>
                  <a:cubicBezTo>
                    <a:pt x="5562" y="123533"/>
                    <a:pt x="5455" y="123304"/>
                    <a:pt x="5272" y="123106"/>
                  </a:cubicBezTo>
                  <a:lnTo>
                    <a:pt x="3444" y="121278"/>
                  </a:lnTo>
                  <a:cubicBezTo>
                    <a:pt x="3170" y="121034"/>
                    <a:pt x="3170" y="120623"/>
                    <a:pt x="3444" y="120349"/>
                  </a:cubicBezTo>
                  <a:lnTo>
                    <a:pt x="5272" y="118520"/>
                  </a:lnTo>
                  <a:cubicBezTo>
                    <a:pt x="5455" y="118337"/>
                    <a:pt x="5562" y="118094"/>
                    <a:pt x="5562" y="117835"/>
                  </a:cubicBezTo>
                  <a:cubicBezTo>
                    <a:pt x="5562" y="117576"/>
                    <a:pt x="5455" y="117332"/>
                    <a:pt x="5272" y="117149"/>
                  </a:cubicBezTo>
                  <a:lnTo>
                    <a:pt x="579" y="112456"/>
                  </a:lnTo>
                  <a:cubicBezTo>
                    <a:pt x="320" y="112213"/>
                    <a:pt x="320" y="111801"/>
                    <a:pt x="579" y="111527"/>
                  </a:cubicBezTo>
                  <a:lnTo>
                    <a:pt x="6445" y="105661"/>
                  </a:lnTo>
                  <a:cubicBezTo>
                    <a:pt x="6575" y="105532"/>
                    <a:pt x="6742" y="105467"/>
                    <a:pt x="6912" y="105467"/>
                  </a:cubicBezTo>
                  <a:cubicBezTo>
                    <a:pt x="7081" y="105467"/>
                    <a:pt x="7253" y="105532"/>
                    <a:pt x="7390" y="105661"/>
                  </a:cubicBezTo>
                  <a:lnTo>
                    <a:pt x="12067" y="110354"/>
                  </a:lnTo>
                  <a:cubicBezTo>
                    <a:pt x="12265" y="110537"/>
                    <a:pt x="12494" y="110643"/>
                    <a:pt x="12753" y="110643"/>
                  </a:cubicBezTo>
                  <a:cubicBezTo>
                    <a:pt x="13027" y="110643"/>
                    <a:pt x="13256" y="110537"/>
                    <a:pt x="13439" y="110354"/>
                  </a:cubicBezTo>
                  <a:lnTo>
                    <a:pt x="26831" y="96961"/>
                  </a:lnTo>
                  <a:cubicBezTo>
                    <a:pt x="27014" y="96779"/>
                    <a:pt x="27120" y="96550"/>
                    <a:pt x="27120" y="96276"/>
                  </a:cubicBezTo>
                  <a:lnTo>
                    <a:pt x="27120" y="87469"/>
                  </a:lnTo>
                  <a:cubicBezTo>
                    <a:pt x="27120" y="87287"/>
                    <a:pt x="27166" y="87134"/>
                    <a:pt x="27303" y="86997"/>
                  </a:cubicBezTo>
                  <a:lnTo>
                    <a:pt x="41031" y="73270"/>
                  </a:lnTo>
                  <a:cubicBezTo>
                    <a:pt x="41412" y="72889"/>
                    <a:pt x="41412" y="72279"/>
                    <a:pt x="41031" y="71898"/>
                  </a:cubicBezTo>
                  <a:lnTo>
                    <a:pt x="23571" y="54438"/>
                  </a:lnTo>
                  <a:cubicBezTo>
                    <a:pt x="23312" y="54194"/>
                    <a:pt x="23312" y="53768"/>
                    <a:pt x="23571" y="53509"/>
                  </a:cubicBezTo>
                  <a:lnTo>
                    <a:pt x="37862" y="39217"/>
                  </a:lnTo>
                  <a:cubicBezTo>
                    <a:pt x="37984" y="39095"/>
                    <a:pt x="38155" y="39035"/>
                    <a:pt x="38327" y="39035"/>
                  </a:cubicBezTo>
                  <a:cubicBezTo>
                    <a:pt x="38498" y="39035"/>
                    <a:pt x="38669" y="39095"/>
                    <a:pt x="38791" y="39217"/>
                  </a:cubicBezTo>
                  <a:lnTo>
                    <a:pt x="45373" y="45830"/>
                  </a:lnTo>
                  <a:cubicBezTo>
                    <a:pt x="45571" y="46013"/>
                    <a:pt x="45800" y="46119"/>
                    <a:pt x="46059" y="46119"/>
                  </a:cubicBezTo>
                  <a:cubicBezTo>
                    <a:pt x="46333" y="46119"/>
                    <a:pt x="46562" y="46013"/>
                    <a:pt x="46744" y="45830"/>
                  </a:cubicBezTo>
                  <a:lnTo>
                    <a:pt x="70055" y="22519"/>
                  </a:lnTo>
                  <a:cubicBezTo>
                    <a:pt x="70436" y="22138"/>
                    <a:pt x="70436" y="21528"/>
                    <a:pt x="70055" y="21148"/>
                  </a:cubicBezTo>
                  <a:lnTo>
                    <a:pt x="63473" y="14550"/>
                  </a:lnTo>
                  <a:cubicBezTo>
                    <a:pt x="63199" y="14307"/>
                    <a:pt x="63199" y="13895"/>
                    <a:pt x="63473" y="13621"/>
                  </a:cubicBezTo>
                  <a:lnTo>
                    <a:pt x="76881" y="213"/>
                  </a:lnTo>
                  <a:lnTo>
                    <a:pt x="76668" y="0"/>
                  </a:lnTo>
                  <a:close/>
                </a:path>
              </a:pathLst>
            </a:cu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36" name="Google Shape;2436;p64"/>
            <p:cNvGrpSpPr/>
            <p:nvPr/>
          </p:nvGrpSpPr>
          <p:grpSpPr>
            <a:xfrm>
              <a:off x="7280400" y="3719575"/>
              <a:ext cx="582050" cy="582425"/>
              <a:chOff x="959750" y="3039275"/>
              <a:chExt cx="582050" cy="582425"/>
            </a:xfrm>
          </p:grpSpPr>
          <p:sp>
            <p:nvSpPr>
              <p:cNvPr id="2437" name="Google Shape;2437;p64"/>
              <p:cNvSpPr/>
              <p:nvPr/>
            </p:nvSpPr>
            <p:spPr>
              <a:xfrm>
                <a:off x="959750" y="3498275"/>
                <a:ext cx="123450" cy="123425"/>
              </a:xfrm>
              <a:custGeom>
                <a:rect b="b" l="l" r="r" t="t"/>
                <a:pathLst>
                  <a:path extrusionOk="0" h="4937" w="4938">
                    <a:moveTo>
                      <a:pt x="1403" y="0"/>
                    </a:moveTo>
                    <a:lnTo>
                      <a:pt x="1" y="1402"/>
                    </a:lnTo>
                    <a:lnTo>
                      <a:pt x="3536" y="4937"/>
                    </a:lnTo>
                    <a:lnTo>
                      <a:pt x="4937" y="3535"/>
                    </a:lnTo>
                    <a:lnTo>
                      <a:pt x="1403"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8" name="Google Shape;2438;p64"/>
              <p:cNvSpPr/>
              <p:nvPr/>
            </p:nvSpPr>
            <p:spPr>
              <a:xfrm>
                <a:off x="1035950" y="3421700"/>
                <a:ext cx="123425" cy="123825"/>
              </a:xfrm>
              <a:custGeom>
                <a:rect b="b" l="l" r="r" t="t"/>
                <a:pathLst>
                  <a:path extrusionOk="0" h="4953" w="4937">
                    <a:moveTo>
                      <a:pt x="1402" y="1"/>
                    </a:moveTo>
                    <a:lnTo>
                      <a:pt x="0" y="1403"/>
                    </a:lnTo>
                    <a:lnTo>
                      <a:pt x="3535" y="4952"/>
                    </a:lnTo>
                    <a:lnTo>
                      <a:pt x="4937" y="3551"/>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9" name="Google Shape;2439;p64"/>
              <p:cNvSpPr/>
              <p:nvPr/>
            </p:nvSpPr>
            <p:spPr>
              <a:xfrm>
                <a:off x="1112500" y="3345525"/>
                <a:ext cx="123825" cy="123450"/>
              </a:xfrm>
              <a:custGeom>
                <a:rect b="b" l="l" r="r" t="t"/>
                <a:pathLst>
                  <a:path extrusionOk="0" h="4938" w="4953">
                    <a:moveTo>
                      <a:pt x="1402" y="1"/>
                    </a:moveTo>
                    <a:lnTo>
                      <a:pt x="1" y="1402"/>
                    </a:lnTo>
                    <a:lnTo>
                      <a:pt x="3551" y="4937"/>
                    </a:lnTo>
                    <a:lnTo>
                      <a:pt x="4952"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0" name="Google Shape;2440;p64"/>
              <p:cNvSpPr/>
              <p:nvPr/>
            </p:nvSpPr>
            <p:spPr>
              <a:xfrm>
                <a:off x="1188675" y="3268975"/>
                <a:ext cx="123825" cy="123425"/>
              </a:xfrm>
              <a:custGeom>
                <a:rect b="b" l="l" r="r" t="t"/>
                <a:pathLst>
                  <a:path extrusionOk="0" h="4937" w="4953">
                    <a:moveTo>
                      <a:pt x="1402" y="0"/>
                    </a:moveTo>
                    <a:lnTo>
                      <a:pt x="1" y="1402"/>
                    </a:lnTo>
                    <a:lnTo>
                      <a:pt x="3551" y="4937"/>
                    </a:lnTo>
                    <a:lnTo>
                      <a:pt x="4952" y="3550"/>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1" name="Google Shape;2441;p64"/>
              <p:cNvSpPr/>
              <p:nvPr/>
            </p:nvSpPr>
            <p:spPr>
              <a:xfrm>
                <a:off x="1265625" y="3192800"/>
                <a:ext cx="123425" cy="123425"/>
              </a:xfrm>
              <a:custGeom>
                <a:rect b="b" l="l" r="r" t="t"/>
                <a:pathLst>
                  <a:path extrusionOk="0" h="4937" w="4937">
                    <a:moveTo>
                      <a:pt x="1402" y="0"/>
                    </a:moveTo>
                    <a:lnTo>
                      <a:pt x="0" y="1386"/>
                    </a:lnTo>
                    <a:lnTo>
                      <a:pt x="3535" y="4936"/>
                    </a:lnTo>
                    <a:lnTo>
                      <a:pt x="4937" y="3535"/>
                    </a:lnTo>
                    <a:lnTo>
                      <a:pt x="1402" y="0"/>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2" name="Google Shape;2442;p64"/>
              <p:cNvSpPr/>
              <p:nvPr/>
            </p:nvSpPr>
            <p:spPr>
              <a:xfrm>
                <a:off x="1341800" y="3116225"/>
                <a:ext cx="123450" cy="123450"/>
              </a:xfrm>
              <a:custGeom>
                <a:rect b="b" l="l" r="r" t="t"/>
                <a:pathLst>
                  <a:path extrusionOk="0" h="4938" w="4938">
                    <a:moveTo>
                      <a:pt x="1402" y="1"/>
                    </a:moveTo>
                    <a:lnTo>
                      <a:pt x="1" y="1402"/>
                    </a:lnTo>
                    <a:lnTo>
                      <a:pt x="3535" y="4937"/>
                    </a:lnTo>
                    <a:lnTo>
                      <a:pt x="4937" y="3535"/>
                    </a:lnTo>
                    <a:lnTo>
                      <a:pt x="1402"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3" name="Google Shape;2443;p64"/>
              <p:cNvSpPr/>
              <p:nvPr/>
            </p:nvSpPr>
            <p:spPr>
              <a:xfrm>
                <a:off x="1418375" y="3039275"/>
                <a:ext cx="123425" cy="123825"/>
              </a:xfrm>
              <a:custGeom>
                <a:rect b="b" l="l" r="r" t="t"/>
                <a:pathLst>
                  <a:path extrusionOk="0" h="4953" w="4937">
                    <a:moveTo>
                      <a:pt x="1387" y="1"/>
                    </a:moveTo>
                    <a:lnTo>
                      <a:pt x="0" y="1403"/>
                    </a:lnTo>
                    <a:lnTo>
                      <a:pt x="3535" y="4953"/>
                    </a:lnTo>
                    <a:lnTo>
                      <a:pt x="4936" y="3551"/>
                    </a:lnTo>
                    <a:lnTo>
                      <a:pt x="1387" y="1"/>
                    </a:lnTo>
                    <a:close/>
                  </a:path>
                </a:pathLst>
              </a:custGeom>
              <a:gradFill>
                <a:gsLst>
                  <a:gs pos="0">
                    <a:srgbClr val="0C0A9E">
                      <a:alpha val="20000"/>
                      <a:alpha val="37270"/>
                    </a:srgbClr>
                  </a:gs>
                  <a:gs pos="100000">
                    <a:srgbClr val="FFFFFF">
                      <a:alpha val="0"/>
                      <a:alpha val="3727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4" name="Google Shape;2444;p64"/>
            <p:cNvGrpSpPr/>
            <p:nvPr/>
          </p:nvGrpSpPr>
          <p:grpSpPr>
            <a:xfrm>
              <a:off x="7728436" y="3524084"/>
              <a:ext cx="134004" cy="134004"/>
              <a:chOff x="8356813" y="1074288"/>
              <a:chExt cx="351900" cy="351900"/>
            </a:xfrm>
          </p:grpSpPr>
          <p:sp>
            <p:nvSpPr>
              <p:cNvPr id="2445" name="Google Shape;2445;p6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6" name="Google Shape;2446;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47" name="Google Shape;2447;p64"/>
            <p:cNvGrpSpPr/>
            <p:nvPr/>
          </p:nvGrpSpPr>
          <p:grpSpPr>
            <a:xfrm>
              <a:off x="7344361" y="3150259"/>
              <a:ext cx="134004" cy="134004"/>
              <a:chOff x="8356813" y="1074288"/>
              <a:chExt cx="351900" cy="351900"/>
            </a:xfrm>
          </p:grpSpPr>
          <p:sp>
            <p:nvSpPr>
              <p:cNvPr id="2448" name="Google Shape;2448;p6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9" name="Google Shape;2449;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0" name="Google Shape;2450;p64"/>
            <p:cNvGrpSpPr/>
            <p:nvPr/>
          </p:nvGrpSpPr>
          <p:grpSpPr>
            <a:xfrm>
              <a:off x="8337811" y="2464059"/>
              <a:ext cx="134004" cy="134004"/>
              <a:chOff x="8356813" y="1074288"/>
              <a:chExt cx="351900" cy="351900"/>
            </a:xfrm>
          </p:grpSpPr>
          <p:sp>
            <p:nvSpPr>
              <p:cNvPr id="2451" name="Google Shape;2451;p64"/>
              <p:cNvSpPr/>
              <p:nvPr/>
            </p:nvSpPr>
            <p:spPr>
              <a:xfrm>
                <a:off x="8356813" y="1074288"/>
                <a:ext cx="351900" cy="351900"/>
              </a:xfrm>
              <a:prstGeom prst="ellipse">
                <a:avLst/>
              </a:prstGeom>
              <a:no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2" name="Google Shape;2452;p64"/>
              <p:cNvSpPr/>
              <p:nvPr/>
            </p:nvSpPr>
            <p:spPr>
              <a:xfrm>
                <a:off x="8406497" y="1123972"/>
                <a:ext cx="252600" cy="252600"/>
              </a:xfrm>
              <a:prstGeom prst="ellipse">
                <a:avLst/>
              </a:prstGeom>
              <a:gradFill>
                <a:gsLst>
                  <a:gs pos="0">
                    <a:srgbClr val="9900FF">
                      <a:alpha val="46667"/>
                    </a:srgbClr>
                  </a:gs>
                  <a:gs pos="100000">
                    <a:srgbClr val="FFFFFF">
                      <a:alpha val="0"/>
                    </a:srgbClr>
                  </a:gs>
                </a:gsLst>
                <a:path path="circle">
                  <a:fillToRect b="50%" l="50%" r="50%" t="50%"/>
                </a:path>
                <a:tileRect/>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53" name="Google Shape;2453;p64"/>
            <p:cNvSpPr/>
            <p:nvPr/>
          </p:nvSpPr>
          <p:spPr>
            <a:xfrm>
              <a:off x="8430775" y="2842975"/>
              <a:ext cx="480893" cy="475828"/>
            </a:xfrm>
            <a:custGeom>
              <a:rect b="b" l="l" r="r" t="t"/>
              <a:pathLst>
                <a:path extrusionOk="0" h="35790" w="36171">
                  <a:moveTo>
                    <a:pt x="34030" y="1"/>
                  </a:moveTo>
                  <a:cubicBezTo>
                    <a:pt x="33531" y="1"/>
                    <a:pt x="33032" y="191"/>
                    <a:pt x="32651" y="572"/>
                  </a:cubicBezTo>
                  <a:cubicBezTo>
                    <a:pt x="31890" y="1334"/>
                    <a:pt x="31890" y="2568"/>
                    <a:pt x="32651" y="3330"/>
                  </a:cubicBezTo>
                  <a:cubicBezTo>
                    <a:pt x="33032" y="3711"/>
                    <a:pt x="33531" y="3901"/>
                    <a:pt x="34030" y="3901"/>
                  </a:cubicBezTo>
                  <a:cubicBezTo>
                    <a:pt x="34529" y="3901"/>
                    <a:pt x="35028" y="3711"/>
                    <a:pt x="35409" y="3330"/>
                  </a:cubicBezTo>
                  <a:cubicBezTo>
                    <a:pt x="36171" y="2568"/>
                    <a:pt x="36171" y="1334"/>
                    <a:pt x="35409" y="572"/>
                  </a:cubicBezTo>
                  <a:cubicBezTo>
                    <a:pt x="35028" y="191"/>
                    <a:pt x="34529" y="1"/>
                    <a:pt x="34030" y="1"/>
                  </a:cubicBezTo>
                  <a:close/>
                  <a:moveTo>
                    <a:pt x="27662" y="6385"/>
                  </a:moveTo>
                  <a:cubicBezTo>
                    <a:pt x="27163" y="6385"/>
                    <a:pt x="26664" y="6575"/>
                    <a:pt x="26283" y="6956"/>
                  </a:cubicBezTo>
                  <a:cubicBezTo>
                    <a:pt x="25521" y="7718"/>
                    <a:pt x="25521" y="8952"/>
                    <a:pt x="26283" y="9714"/>
                  </a:cubicBezTo>
                  <a:cubicBezTo>
                    <a:pt x="26664" y="10095"/>
                    <a:pt x="27163" y="10285"/>
                    <a:pt x="27662" y="10285"/>
                  </a:cubicBezTo>
                  <a:cubicBezTo>
                    <a:pt x="28161" y="10285"/>
                    <a:pt x="28660" y="10095"/>
                    <a:pt x="29040" y="9714"/>
                  </a:cubicBezTo>
                  <a:cubicBezTo>
                    <a:pt x="29802" y="8952"/>
                    <a:pt x="29802" y="7718"/>
                    <a:pt x="29040" y="6956"/>
                  </a:cubicBezTo>
                  <a:cubicBezTo>
                    <a:pt x="28660" y="6575"/>
                    <a:pt x="28161" y="6385"/>
                    <a:pt x="27662" y="6385"/>
                  </a:cubicBezTo>
                  <a:close/>
                  <a:moveTo>
                    <a:pt x="21285" y="12753"/>
                  </a:moveTo>
                  <a:cubicBezTo>
                    <a:pt x="20783" y="12753"/>
                    <a:pt x="20280" y="12944"/>
                    <a:pt x="19899" y="13325"/>
                  </a:cubicBezTo>
                  <a:cubicBezTo>
                    <a:pt x="19137" y="14086"/>
                    <a:pt x="19137" y="15336"/>
                    <a:pt x="19899" y="16097"/>
                  </a:cubicBezTo>
                  <a:cubicBezTo>
                    <a:pt x="20280" y="16478"/>
                    <a:pt x="20783" y="16669"/>
                    <a:pt x="21285" y="16669"/>
                  </a:cubicBezTo>
                  <a:cubicBezTo>
                    <a:pt x="21788" y="16669"/>
                    <a:pt x="22291" y="16478"/>
                    <a:pt x="22672" y="16097"/>
                  </a:cubicBezTo>
                  <a:cubicBezTo>
                    <a:pt x="23434" y="15336"/>
                    <a:pt x="23434" y="14086"/>
                    <a:pt x="22672" y="13325"/>
                  </a:cubicBezTo>
                  <a:cubicBezTo>
                    <a:pt x="22291" y="12944"/>
                    <a:pt x="21788" y="12753"/>
                    <a:pt x="21285" y="12753"/>
                  </a:cubicBezTo>
                  <a:close/>
                  <a:moveTo>
                    <a:pt x="14917" y="19128"/>
                  </a:moveTo>
                  <a:cubicBezTo>
                    <a:pt x="14415" y="19128"/>
                    <a:pt x="13913" y="19318"/>
                    <a:pt x="13530" y="19693"/>
                  </a:cubicBezTo>
                  <a:cubicBezTo>
                    <a:pt x="12768" y="20455"/>
                    <a:pt x="12768" y="21689"/>
                    <a:pt x="13530" y="22451"/>
                  </a:cubicBezTo>
                  <a:cubicBezTo>
                    <a:pt x="13911" y="22832"/>
                    <a:pt x="14410" y="23022"/>
                    <a:pt x="14909" y="23022"/>
                  </a:cubicBezTo>
                  <a:cubicBezTo>
                    <a:pt x="15408" y="23022"/>
                    <a:pt x="15907" y="22832"/>
                    <a:pt x="16288" y="22451"/>
                  </a:cubicBezTo>
                  <a:cubicBezTo>
                    <a:pt x="17050" y="21689"/>
                    <a:pt x="17050" y="20455"/>
                    <a:pt x="16288" y="19693"/>
                  </a:cubicBezTo>
                  <a:cubicBezTo>
                    <a:pt x="15909" y="19314"/>
                    <a:pt x="15413" y="19128"/>
                    <a:pt x="14917" y="19128"/>
                  </a:cubicBezTo>
                  <a:close/>
                  <a:moveTo>
                    <a:pt x="8525" y="25506"/>
                  </a:moveTo>
                  <a:cubicBezTo>
                    <a:pt x="8026" y="25506"/>
                    <a:pt x="7527" y="25696"/>
                    <a:pt x="7146" y="26077"/>
                  </a:cubicBezTo>
                  <a:cubicBezTo>
                    <a:pt x="6385" y="26839"/>
                    <a:pt x="6385" y="28073"/>
                    <a:pt x="7146" y="28835"/>
                  </a:cubicBezTo>
                  <a:cubicBezTo>
                    <a:pt x="7527" y="29216"/>
                    <a:pt x="8026" y="29406"/>
                    <a:pt x="8525" y="29406"/>
                  </a:cubicBezTo>
                  <a:cubicBezTo>
                    <a:pt x="9024" y="29406"/>
                    <a:pt x="9523" y="29216"/>
                    <a:pt x="9904" y="28835"/>
                  </a:cubicBezTo>
                  <a:cubicBezTo>
                    <a:pt x="10666" y="28073"/>
                    <a:pt x="10666" y="26839"/>
                    <a:pt x="9904" y="26077"/>
                  </a:cubicBezTo>
                  <a:cubicBezTo>
                    <a:pt x="9523" y="25696"/>
                    <a:pt x="9024" y="25506"/>
                    <a:pt x="8525" y="25506"/>
                  </a:cubicBezTo>
                  <a:close/>
                  <a:moveTo>
                    <a:pt x="2141" y="31874"/>
                  </a:moveTo>
                  <a:cubicBezTo>
                    <a:pt x="1642" y="31874"/>
                    <a:pt x="1143" y="32065"/>
                    <a:pt x="763" y="32446"/>
                  </a:cubicBezTo>
                  <a:cubicBezTo>
                    <a:pt x="1" y="33207"/>
                    <a:pt x="1" y="34457"/>
                    <a:pt x="763" y="35219"/>
                  </a:cubicBezTo>
                  <a:cubicBezTo>
                    <a:pt x="1143" y="35599"/>
                    <a:pt x="1642" y="35790"/>
                    <a:pt x="2141" y="35790"/>
                  </a:cubicBezTo>
                  <a:cubicBezTo>
                    <a:pt x="2640" y="35790"/>
                    <a:pt x="3139" y="35599"/>
                    <a:pt x="3520" y="35219"/>
                  </a:cubicBezTo>
                  <a:cubicBezTo>
                    <a:pt x="4282" y="34457"/>
                    <a:pt x="4282" y="33207"/>
                    <a:pt x="3520" y="32446"/>
                  </a:cubicBezTo>
                  <a:cubicBezTo>
                    <a:pt x="3139" y="32065"/>
                    <a:pt x="2640" y="31874"/>
                    <a:pt x="2141" y="31874"/>
                  </a:cubicBezTo>
                  <a:close/>
                </a:path>
              </a:pathLst>
            </a:custGeom>
            <a:gradFill>
              <a:gsLst>
                <a:gs pos="0">
                  <a:schemeClr val="lt2">
                    <a:alpha val="46820"/>
                  </a:schemeClr>
                </a:gs>
                <a:gs pos="78000">
                  <a:schemeClr val="lt1">
                    <a:alpha val="46820"/>
                  </a:schemeClr>
                </a:gs>
                <a:gs pos="100000">
                  <a:schemeClr val="lt1">
                    <a:alpha val="46820"/>
                  </a:schemeClr>
                </a:gs>
              </a:gsLst>
              <a:lin ang="0"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2454" name="Google Shape;2454;p64"/>
            <p:cNvGrpSpPr/>
            <p:nvPr/>
          </p:nvGrpSpPr>
          <p:grpSpPr>
            <a:xfrm>
              <a:off x="8337812" y="3492483"/>
              <a:ext cx="699928" cy="1651024"/>
              <a:chOff x="8337812" y="3492483"/>
              <a:chExt cx="699928" cy="1651024"/>
            </a:xfrm>
          </p:grpSpPr>
          <p:sp>
            <p:nvSpPr>
              <p:cNvPr id="2455" name="Google Shape;2455;p64"/>
              <p:cNvSpPr/>
              <p:nvPr/>
            </p:nvSpPr>
            <p:spPr>
              <a:xfrm>
                <a:off x="8337812" y="3492483"/>
                <a:ext cx="483116" cy="1013645"/>
              </a:xfrm>
              <a:custGeom>
                <a:rect b="b" l="l" r="r" t="t"/>
                <a:pathLst>
                  <a:path extrusionOk="0" h="24714" w="11779">
                    <a:moveTo>
                      <a:pt x="6735" y="1"/>
                    </a:moveTo>
                    <a:lnTo>
                      <a:pt x="1" y="6750"/>
                    </a:lnTo>
                    <a:lnTo>
                      <a:pt x="229" y="6964"/>
                    </a:lnTo>
                    <a:lnTo>
                      <a:pt x="6415" y="763"/>
                    </a:lnTo>
                    <a:lnTo>
                      <a:pt x="6415" y="13165"/>
                    </a:lnTo>
                    <a:lnTo>
                      <a:pt x="11458" y="13165"/>
                    </a:lnTo>
                    <a:lnTo>
                      <a:pt x="11458" y="24713"/>
                    </a:lnTo>
                    <a:lnTo>
                      <a:pt x="11778" y="24713"/>
                    </a:lnTo>
                    <a:lnTo>
                      <a:pt x="11778" y="12860"/>
                    </a:lnTo>
                    <a:lnTo>
                      <a:pt x="6735" y="12860"/>
                    </a:lnTo>
                    <a:lnTo>
                      <a:pt x="6735"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6" name="Google Shape;2456;p64"/>
              <p:cNvSpPr/>
              <p:nvPr/>
            </p:nvSpPr>
            <p:spPr>
              <a:xfrm>
                <a:off x="8698380" y="3916789"/>
                <a:ext cx="246869" cy="1226718"/>
              </a:xfrm>
              <a:custGeom>
                <a:rect b="b" l="l" r="r" t="t"/>
                <a:pathLst>
                  <a:path extrusionOk="0" h="29909" w="6019">
                    <a:moveTo>
                      <a:pt x="1" y="1"/>
                    </a:moveTo>
                    <a:lnTo>
                      <a:pt x="1" y="306"/>
                    </a:lnTo>
                    <a:lnTo>
                      <a:pt x="5699" y="306"/>
                    </a:lnTo>
                    <a:lnTo>
                      <a:pt x="5699"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7" name="Google Shape;2457;p64"/>
              <p:cNvSpPr/>
              <p:nvPr/>
            </p:nvSpPr>
            <p:spPr>
              <a:xfrm>
                <a:off x="8790871" y="3823684"/>
                <a:ext cx="246869" cy="1226718"/>
              </a:xfrm>
              <a:custGeom>
                <a:rect b="b" l="l" r="r" t="t"/>
                <a:pathLst>
                  <a:path extrusionOk="0" h="29909" w="6019">
                    <a:moveTo>
                      <a:pt x="1" y="1"/>
                    </a:moveTo>
                    <a:lnTo>
                      <a:pt x="1" y="305"/>
                    </a:lnTo>
                    <a:lnTo>
                      <a:pt x="5714" y="305"/>
                    </a:lnTo>
                    <a:lnTo>
                      <a:pt x="5714" y="29909"/>
                    </a:lnTo>
                    <a:lnTo>
                      <a:pt x="6019" y="29909"/>
                    </a:lnTo>
                    <a:lnTo>
                      <a:pt x="6019" y="1"/>
                    </a:lnTo>
                    <a:close/>
                  </a:path>
                </a:pathLst>
              </a:custGeom>
              <a:gradFill>
                <a:gsLst>
                  <a:gs pos="0">
                    <a:srgbClr val="0C0A9E">
                      <a:alpha val="37255"/>
                    </a:srgbClr>
                  </a:gs>
                  <a:gs pos="100000">
                    <a:srgbClr val="FFFFFF">
                      <a:alpha val="0"/>
                    </a:srgbClr>
                  </a:gs>
                </a:gsLst>
                <a:lin ang="1350003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58" name="Google Shape;2458;p64"/>
            <p:cNvGrpSpPr/>
            <p:nvPr/>
          </p:nvGrpSpPr>
          <p:grpSpPr>
            <a:xfrm>
              <a:off x="7945225" y="4302000"/>
              <a:ext cx="904666" cy="726121"/>
              <a:chOff x="7945225" y="4302000"/>
              <a:chExt cx="904666" cy="726121"/>
            </a:xfrm>
          </p:grpSpPr>
          <p:sp>
            <p:nvSpPr>
              <p:cNvPr id="2459" name="Google Shape;2459;p64"/>
              <p:cNvSpPr/>
              <p:nvPr/>
            </p:nvSpPr>
            <p:spPr>
              <a:xfrm>
                <a:off x="8176775" y="4445200"/>
                <a:ext cx="673116" cy="582921"/>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0" name="Google Shape;2460;p64"/>
              <p:cNvSpPr/>
              <p:nvPr/>
            </p:nvSpPr>
            <p:spPr>
              <a:xfrm>
                <a:off x="8164350" y="43020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1" name="Google Shape;2461;p64"/>
              <p:cNvSpPr/>
              <p:nvPr/>
            </p:nvSpPr>
            <p:spPr>
              <a:xfrm>
                <a:off x="7945225" y="4445200"/>
                <a:ext cx="480925" cy="416483"/>
              </a:xfrm>
              <a:custGeom>
                <a:rect b="b" l="l" r="r" t="t"/>
                <a:pathLst>
                  <a:path extrusionOk="0" h="44413" w="51285">
                    <a:moveTo>
                      <a:pt x="12814" y="0"/>
                    </a:moveTo>
                    <a:lnTo>
                      <a:pt x="0" y="22199"/>
                    </a:lnTo>
                    <a:lnTo>
                      <a:pt x="12814" y="44413"/>
                    </a:lnTo>
                    <a:lnTo>
                      <a:pt x="38471" y="44413"/>
                    </a:lnTo>
                    <a:lnTo>
                      <a:pt x="51285" y="22199"/>
                    </a:lnTo>
                    <a:lnTo>
                      <a:pt x="38471" y="0"/>
                    </a:lnTo>
                    <a:close/>
                  </a:path>
                </a:pathLst>
              </a:custGeom>
              <a:gradFill>
                <a:gsLst>
                  <a:gs pos="0">
                    <a:schemeClr val="lt1"/>
                  </a:gs>
                  <a:gs pos="22000">
                    <a:schemeClr val="lt1"/>
                  </a:gs>
                  <a:gs pos="45000">
                    <a:srgbClr val="FFFFFF">
                      <a:alpha val="0"/>
                    </a:srgbClr>
                  </a:gs>
                  <a:gs pos="100000">
                    <a:srgbClr val="0C0A9E">
                      <a:alpha val="50196"/>
                    </a:srgbClr>
                  </a:gs>
                </a:gsLst>
                <a:lin ang="2700006"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2462" name="Google Shape;2462;p64"/>
            <p:cNvSpPr/>
            <p:nvPr/>
          </p:nvSpPr>
          <p:spPr>
            <a:xfrm rot="5400000">
              <a:off x="7687039" y="1023058"/>
              <a:ext cx="1421047" cy="2833357"/>
            </a:xfrm>
            <a:custGeom>
              <a:rect b="b" l="l" r="r" t="t"/>
              <a:pathLst>
                <a:path extrusionOk="0" h="69081" w="34647">
                  <a:moveTo>
                    <a:pt x="34434" y="1"/>
                  </a:moveTo>
                  <a:lnTo>
                    <a:pt x="25429" y="8990"/>
                  </a:lnTo>
                  <a:lnTo>
                    <a:pt x="25383" y="9051"/>
                  </a:lnTo>
                  <a:lnTo>
                    <a:pt x="25383" y="32651"/>
                  </a:lnTo>
                  <a:lnTo>
                    <a:pt x="15130" y="42920"/>
                  </a:lnTo>
                  <a:lnTo>
                    <a:pt x="15084" y="42951"/>
                  </a:lnTo>
                  <a:lnTo>
                    <a:pt x="15084" y="60472"/>
                  </a:lnTo>
                  <a:lnTo>
                    <a:pt x="9614" y="65957"/>
                  </a:lnTo>
                  <a:lnTo>
                    <a:pt x="0" y="65957"/>
                  </a:lnTo>
                  <a:lnTo>
                    <a:pt x="0" y="69080"/>
                  </a:lnTo>
                  <a:lnTo>
                    <a:pt x="320" y="69080"/>
                  </a:lnTo>
                  <a:lnTo>
                    <a:pt x="320" y="66262"/>
                  </a:lnTo>
                  <a:lnTo>
                    <a:pt x="9751" y="66262"/>
                  </a:lnTo>
                  <a:lnTo>
                    <a:pt x="15389" y="60609"/>
                  </a:lnTo>
                  <a:lnTo>
                    <a:pt x="15389" y="43088"/>
                  </a:lnTo>
                  <a:lnTo>
                    <a:pt x="25658" y="32819"/>
                  </a:lnTo>
                  <a:lnTo>
                    <a:pt x="25688" y="32788"/>
                  </a:lnTo>
                  <a:lnTo>
                    <a:pt x="25688" y="9188"/>
                  </a:lnTo>
                  <a:lnTo>
                    <a:pt x="34647" y="214"/>
                  </a:lnTo>
                  <a:lnTo>
                    <a:pt x="34434" y="1"/>
                  </a:lnTo>
                  <a:close/>
                </a:path>
              </a:pathLst>
            </a:custGeom>
            <a:gradFill>
              <a:gsLst>
                <a:gs pos="0">
                  <a:schemeClr val="dk2"/>
                </a:gs>
                <a:gs pos="100000">
                  <a:srgbClr val="FFFFFF">
                    <a:alpha val="0"/>
                  </a:srgbClr>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463" name="Google Shape;2463;p64"/>
          <p:cNvGrpSpPr/>
          <p:nvPr/>
        </p:nvGrpSpPr>
        <p:grpSpPr>
          <a:xfrm>
            <a:off x="1234025" y="2240280"/>
            <a:ext cx="4558967" cy="134100"/>
            <a:chOff x="796100" y="3019701"/>
            <a:chExt cx="4558967" cy="134100"/>
          </a:xfrm>
        </p:grpSpPr>
        <p:sp>
          <p:nvSpPr>
            <p:cNvPr id="2464" name="Google Shape;2464;p64"/>
            <p:cNvSpPr/>
            <p:nvPr/>
          </p:nvSpPr>
          <p:spPr>
            <a:xfrm>
              <a:off x="5220967" y="3019701"/>
              <a:ext cx="134100" cy="1341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2465" name="Google Shape;2465;p64"/>
            <p:cNvCxnSpPr/>
            <p:nvPr/>
          </p:nvCxnSpPr>
          <p:spPr>
            <a:xfrm>
              <a:off x="796100" y="3086750"/>
              <a:ext cx="4462800" cy="0"/>
            </a:xfrm>
            <a:prstGeom prst="straightConnector1">
              <a:avLst/>
            </a:prstGeom>
            <a:noFill/>
            <a:ln cap="flat" cmpd="sng" w="9525">
              <a:solidFill>
                <a:schemeClr val="dk2"/>
              </a:solidFill>
              <a:prstDash val="solid"/>
              <a:round/>
              <a:headEnd len="med" w="med" type="none"/>
              <a:tailEnd len="med" w="med" type="none"/>
            </a:ln>
          </p:spPr>
        </p:cxnSp>
        <p:sp>
          <p:nvSpPr>
            <p:cNvPr id="2466" name="Google Shape;2466;p64"/>
            <p:cNvSpPr/>
            <p:nvPr/>
          </p:nvSpPr>
          <p:spPr>
            <a:xfrm>
              <a:off x="5251079" y="3049843"/>
              <a:ext cx="73800" cy="73800"/>
            </a:xfrm>
            <a:prstGeom prst="ellipse">
              <a:avLst/>
            </a:prstGeom>
            <a:solidFill>
              <a:schemeClr val="dk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Tree>
  </p:cSld>
  <p:clrMapOvr>
    <a:masterClrMapping/>
  </p:clrMapOvr>
</p:sld>
</file>

<file path=ppt/theme/theme1.xml><?xml version="1.0" encoding="utf-8"?>
<a:theme xmlns:a="http://schemas.openxmlformats.org/drawingml/2006/main" xmlns:r="http://schemas.openxmlformats.org/officeDocument/2006/relationships"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Introduction to Coding Workshop by Slidesgo">
  <a:themeElements>
    <a:clrScheme name="Simple Light">
      <a:dk1>
        <a:srgbClr val="1D1D1D"/>
      </a:dk1>
      <a:lt1>
        <a:srgbClr val="F5F8FF"/>
      </a:lt1>
      <a:dk2>
        <a:srgbClr val="0C0A9E"/>
      </a:dk2>
      <a:lt2>
        <a:srgbClr val="EB9109"/>
      </a:lt2>
      <a:accent1>
        <a:srgbClr val="8208D5"/>
      </a:accent1>
      <a:accent2>
        <a:srgbClr val="BFBEF7"/>
      </a:accent2>
      <a:accent3>
        <a:srgbClr val="FFFFFF"/>
      </a:accent3>
      <a:accent4>
        <a:srgbClr val="FFFFFF"/>
      </a:accent4>
      <a:accent5>
        <a:srgbClr val="FFFFFF"/>
      </a:accent5>
      <a:accent6>
        <a:srgbClr val="FFFFFF"/>
      </a:accent6>
      <a:hlink>
        <a:srgbClr val="1D1D1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