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embeddedFont>
      <p:font typeface="IBM Plex Mono Medium"/>
      <p:regular r:id="rId58"/>
      <p:bold r:id="rId59"/>
      <p:italic r:id="rId60"/>
      <p:boldItalic r:id="rId61"/>
    </p:embeddedFont>
    <p:embeddedFont>
      <p:font typeface="Roboto Medium"/>
      <p:regular r:id="rId66"/>
      <p:bold r:id="rId67"/>
      <p:italic r:id="rId68"/>
      <p:boldItalic r:id="rId69"/>
    </p:embeddedFont>
    <p:embeddedFont>
      <p:font typeface="Amatic SC"/>
      <p:regular r:id="rId70"/>
      <p:bold r:id="rId71"/>
    </p:embeddedFont>
    <p:embeddedFont>
      <p:font typeface="Source Code Pro"/>
      <p:regular r:id="rId76"/>
      <p:bold r:id="rId77"/>
      <p:italic r:id="rId78"/>
      <p:boldItalic r:id="rId79"/>
    </p:embeddedFont>
    <p:embeddedFont>
      <p:font typeface="IBM Plex Mono"/>
      <p:regular r:id="rId84"/>
      <p:bold r:id="rId85"/>
      <p:italic r:id="rId86"/>
      <p:boldItalic r:id="rId8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D878CF6-9ED4-40B7-9E80-8D88FA82EDE6}">
  <a:tblStyle styleId="{7D878CF6-9ED4-40B7-9E80-8D88FA82EDE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IBMPlexMono-regular.fntdata"/><Relationship Id="rId42" Type="http://schemas.openxmlformats.org/officeDocument/2006/relationships/slide" Target="slides/slide36.xml"/><Relationship Id="rId86" Type="http://schemas.openxmlformats.org/officeDocument/2006/relationships/font" Target="fonts/IBMPlexMono-italic.fntdata"/><Relationship Id="rId41" Type="http://schemas.openxmlformats.org/officeDocument/2006/relationships/slide" Target="slides/slide35.xml"/><Relationship Id="rId85" Type="http://schemas.openxmlformats.org/officeDocument/2006/relationships/font" Target="fonts/IBMPlexMono-bold.fntdata"/><Relationship Id="rId44" Type="http://schemas.openxmlformats.org/officeDocument/2006/relationships/slide" Target="slides/slide38.xml"/><Relationship Id="rId43" Type="http://schemas.openxmlformats.org/officeDocument/2006/relationships/slide" Target="slides/slide37.xml"/><Relationship Id="rId87" Type="http://schemas.openxmlformats.org/officeDocument/2006/relationships/font" Target="fonts/IBMPlexMono-boldItalic.fntdata"/><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77" Type="http://schemas.openxmlformats.org/officeDocument/2006/relationships/font" Target="fonts/SourceCodePro-bold.fntdata"/><Relationship Id="rId32" Type="http://schemas.openxmlformats.org/officeDocument/2006/relationships/slide" Target="slides/slide26.xml"/><Relationship Id="rId76" Type="http://schemas.openxmlformats.org/officeDocument/2006/relationships/font" Target="fonts/SourceCodePro-regular.fntdata"/><Relationship Id="rId35" Type="http://schemas.openxmlformats.org/officeDocument/2006/relationships/slide" Target="slides/slide29.xml"/><Relationship Id="rId79" Type="http://schemas.openxmlformats.org/officeDocument/2006/relationships/font" Target="fonts/SourceCodePro-boldItalic.fntdata"/><Relationship Id="rId34" Type="http://schemas.openxmlformats.org/officeDocument/2006/relationships/slide" Target="slides/slide28.xml"/><Relationship Id="rId78" Type="http://schemas.openxmlformats.org/officeDocument/2006/relationships/font" Target="fonts/SourceCodePro-italic.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1" Type="http://schemas.openxmlformats.org/officeDocument/2006/relationships/font" Target="fonts/IBMPlexMonoMedium-boldItalic.fntdata"/><Relationship Id="rId20" Type="http://schemas.openxmlformats.org/officeDocument/2006/relationships/slide" Target="slides/slide14.xml"/><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font" Target="fonts/IBMPlexMonoMedium-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IBMPlexMonoMedium-bold.fntdata"/><Relationship Id="rId14" Type="http://schemas.openxmlformats.org/officeDocument/2006/relationships/slide" Target="slides/slide8.xml"/><Relationship Id="rId58" Type="http://schemas.openxmlformats.org/officeDocument/2006/relationships/font" Target="fonts/IBMPlexMonoMedium-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 name="Shape 1426"/>
        <p:cNvGrpSpPr/>
        <p:nvPr/>
      </p:nvGrpSpPr>
      <p:grpSpPr>
        <a:xfrm>
          <a:off x="0" y="0"/>
          <a:ext cx="0" cy="0"/>
          <a:chOff x="0" y="0"/>
          <a:chExt cx="0" cy="0"/>
        </a:xfrm>
      </p:grpSpPr>
      <p:sp>
        <p:nvSpPr>
          <p:cNvPr id="1427" name="Google Shape;1427;gd1bf8d60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 name="Google Shape;1428;gd1bf8d60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24ed99bf1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24ed99bf1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2" name="Shape 1462"/>
        <p:cNvGrpSpPr/>
        <p:nvPr/>
      </p:nvGrpSpPr>
      <p:grpSpPr>
        <a:xfrm>
          <a:off x="0" y="0"/>
          <a:ext cx="0" cy="0"/>
          <a:chOff x="0" y="0"/>
          <a:chExt cx="0" cy="0"/>
        </a:xfrm>
      </p:grpSpPr>
      <p:sp>
        <p:nvSpPr>
          <p:cNvPr id="1463" name="Google Shape;1463;g24e5c2c9e45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4" name="Google Shape;1464;g24e5c2c9e45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 name="Shape 1479"/>
        <p:cNvGrpSpPr/>
        <p:nvPr/>
      </p:nvGrpSpPr>
      <p:grpSpPr>
        <a:xfrm>
          <a:off x="0" y="0"/>
          <a:ext cx="0" cy="0"/>
          <a:chOff x="0" y="0"/>
          <a:chExt cx="0" cy="0"/>
        </a:xfrm>
      </p:grpSpPr>
      <p:sp>
        <p:nvSpPr>
          <p:cNvPr id="1480" name="Google Shape;1480;g24e6b4d5c3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1" name="Google Shape;1481;g24e6b4d5c3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 name="Shape 1526"/>
        <p:cNvGrpSpPr/>
        <p:nvPr/>
      </p:nvGrpSpPr>
      <p:grpSpPr>
        <a:xfrm>
          <a:off x="0" y="0"/>
          <a:ext cx="0" cy="0"/>
          <a:chOff x="0" y="0"/>
          <a:chExt cx="0" cy="0"/>
        </a:xfrm>
      </p:grpSpPr>
      <p:sp>
        <p:nvSpPr>
          <p:cNvPr id="1527" name="Google Shape;1527;g24ed99bf1a4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 name="Google Shape;1528;g24ed99bf1a4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1" name="Shape 1541"/>
        <p:cNvGrpSpPr/>
        <p:nvPr/>
      </p:nvGrpSpPr>
      <p:grpSpPr>
        <a:xfrm>
          <a:off x="0" y="0"/>
          <a:ext cx="0" cy="0"/>
          <a:chOff x="0" y="0"/>
          <a:chExt cx="0" cy="0"/>
        </a:xfrm>
      </p:grpSpPr>
      <p:sp>
        <p:nvSpPr>
          <p:cNvPr id="1542" name="Google Shape;1542;g24ed99bf1a4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 name="Google Shape;1543;g24ed99bf1a4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0" name="Shape 1630"/>
        <p:cNvGrpSpPr/>
        <p:nvPr/>
      </p:nvGrpSpPr>
      <p:grpSpPr>
        <a:xfrm>
          <a:off x="0" y="0"/>
          <a:ext cx="0" cy="0"/>
          <a:chOff x="0" y="0"/>
          <a:chExt cx="0" cy="0"/>
        </a:xfrm>
      </p:grpSpPr>
      <p:sp>
        <p:nvSpPr>
          <p:cNvPr id="1631" name="Google Shape;1631;g24ed99bf1a4_0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 name="Google Shape;1632;g24ed99bf1a4_0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2" name="Shape 1662"/>
        <p:cNvGrpSpPr/>
        <p:nvPr/>
      </p:nvGrpSpPr>
      <p:grpSpPr>
        <a:xfrm>
          <a:off x="0" y="0"/>
          <a:ext cx="0" cy="0"/>
          <a:chOff x="0" y="0"/>
          <a:chExt cx="0" cy="0"/>
        </a:xfrm>
      </p:grpSpPr>
      <p:sp>
        <p:nvSpPr>
          <p:cNvPr id="1663" name="Google Shape;1663;g24e6b4d5c31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4" name="Google Shape;1664;g24e6b4d5c31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8" name="Shape 1728"/>
        <p:cNvGrpSpPr/>
        <p:nvPr/>
      </p:nvGrpSpPr>
      <p:grpSpPr>
        <a:xfrm>
          <a:off x="0" y="0"/>
          <a:ext cx="0" cy="0"/>
          <a:chOff x="0" y="0"/>
          <a:chExt cx="0" cy="0"/>
        </a:xfrm>
      </p:grpSpPr>
      <p:sp>
        <p:nvSpPr>
          <p:cNvPr id="1729" name="Google Shape;1729;g24ed99bf1a4_0_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0" name="Google Shape;1730;g24ed99bf1a4_0_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 name="Shape 1741"/>
        <p:cNvGrpSpPr/>
        <p:nvPr/>
      </p:nvGrpSpPr>
      <p:grpSpPr>
        <a:xfrm>
          <a:off x="0" y="0"/>
          <a:ext cx="0" cy="0"/>
          <a:chOff x="0" y="0"/>
          <a:chExt cx="0" cy="0"/>
        </a:xfrm>
      </p:grpSpPr>
      <p:sp>
        <p:nvSpPr>
          <p:cNvPr id="1742" name="Google Shape;1742;g24ed99bf1a4_0_5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3" name="Google Shape;1743;g24ed99bf1a4_0_5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5" name="Shape 1755"/>
        <p:cNvGrpSpPr/>
        <p:nvPr/>
      </p:nvGrpSpPr>
      <p:grpSpPr>
        <a:xfrm>
          <a:off x="0" y="0"/>
          <a:ext cx="0" cy="0"/>
          <a:chOff x="0" y="0"/>
          <a:chExt cx="0" cy="0"/>
        </a:xfrm>
      </p:grpSpPr>
      <p:sp>
        <p:nvSpPr>
          <p:cNvPr id="1756" name="Google Shape;1756;g24ed99bf1a4_0_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 name="Google Shape;1757;g24ed99bf1a4_0_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7" name="Shape 1837"/>
        <p:cNvGrpSpPr/>
        <p:nvPr/>
      </p:nvGrpSpPr>
      <p:grpSpPr>
        <a:xfrm>
          <a:off x="0" y="0"/>
          <a:ext cx="0" cy="0"/>
          <a:chOff x="0" y="0"/>
          <a:chExt cx="0" cy="0"/>
        </a:xfrm>
      </p:grpSpPr>
      <p:sp>
        <p:nvSpPr>
          <p:cNvPr id="1838" name="Google Shape;1838;g24ed99bf1a4_0_9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9" name="Google Shape;1839;g24ed99bf1a4_0_9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2" name="Shape 1852"/>
        <p:cNvGrpSpPr/>
        <p:nvPr/>
      </p:nvGrpSpPr>
      <p:grpSpPr>
        <a:xfrm>
          <a:off x="0" y="0"/>
          <a:ext cx="0" cy="0"/>
          <a:chOff x="0" y="0"/>
          <a:chExt cx="0" cy="0"/>
        </a:xfrm>
      </p:grpSpPr>
      <p:sp>
        <p:nvSpPr>
          <p:cNvPr id="1853" name="Google Shape;1853;g24ed99bf1a4_0_1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4" name="Google Shape;1854;g24ed99bf1a4_0_1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24ed99bf1a4_0_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24ed99bf1a4_0_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5" name="Shape 1945"/>
        <p:cNvGrpSpPr/>
        <p:nvPr/>
      </p:nvGrpSpPr>
      <p:grpSpPr>
        <a:xfrm>
          <a:off x="0" y="0"/>
          <a:ext cx="0" cy="0"/>
          <a:chOff x="0" y="0"/>
          <a:chExt cx="0" cy="0"/>
        </a:xfrm>
      </p:grpSpPr>
      <p:sp>
        <p:nvSpPr>
          <p:cNvPr id="1946" name="Google Shape;1946;g24ed99bf1a4_0_1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7" name="Google Shape;1947;g24ed99bf1a4_0_1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1" name="Shape 2021"/>
        <p:cNvGrpSpPr/>
        <p:nvPr/>
      </p:nvGrpSpPr>
      <p:grpSpPr>
        <a:xfrm>
          <a:off x="0" y="0"/>
          <a:ext cx="0" cy="0"/>
          <a:chOff x="0" y="0"/>
          <a:chExt cx="0" cy="0"/>
        </a:xfrm>
      </p:grpSpPr>
      <p:sp>
        <p:nvSpPr>
          <p:cNvPr id="2022" name="Google Shape;2022;g24e6b4d5c31_0_1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3" name="Google Shape;2023;g24e6b4d5c31_0_1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9" name="Shape 2069"/>
        <p:cNvGrpSpPr/>
        <p:nvPr/>
      </p:nvGrpSpPr>
      <p:grpSpPr>
        <a:xfrm>
          <a:off x="0" y="0"/>
          <a:ext cx="0" cy="0"/>
          <a:chOff x="0" y="0"/>
          <a:chExt cx="0" cy="0"/>
        </a:xfrm>
      </p:grpSpPr>
      <p:sp>
        <p:nvSpPr>
          <p:cNvPr id="2070" name="Google Shape;2070;g24f622bbca3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1" name="Google Shape;2071;g24f622bbca3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5" name="Shape 2075"/>
        <p:cNvGrpSpPr/>
        <p:nvPr/>
      </p:nvGrpSpPr>
      <p:grpSpPr>
        <a:xfrm>
          <a:off x="0" y="0"/>
          <a:ext cx="0" cy="0"/>
          <a:chOff x="0" y="0"/>
          <a:chExt cx="0" cy="0"/>
        </a:xfrm>
      </p:grpSpPr>
      <p:sp>
        <p:nvSpPr>
          <p:cNvPr id="2076" name="Google Shape;2076;g24e6b4d5c31_0_1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7" name="Google Shape;2077;g24e6b4d5c31_0_1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7" name="Shape 2097"/>
        <p:cNvGrpSpPr/>
        <p:nvPr/>
      </p:nvGrpSpPr>
      <p:grpSpPr>
        <a:xfrm>
          <a:off x="0" y="0"/>
          <a:ext cx="0" cy="0"/>
          <a:chOff x="0" y="0"/>
          <a:chExt cx="0" cy="0"/>
        </a:xfrm>
      </p:grpSpPr>
      <p:sp>
        <p:nvSpPr>
          <p:cNvPr id="2098" name="Google Shape;2098;g24ef22aa1ac_0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9" name="Google Shape;2099;g24ef22aa1ac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8" name="Shape 2118"/>
        <p:cNvGrpSpPr/>
        <p:nvPr/>
      </p:nvGrpSpPr>
      <p:grpSpPr>
        <a:xfrm>
          <a:off x="0" y="0"/>
          <a:ext cx="0" cy="0"/>
          <a:chOff x="0" y="0"/>
          <a:chExt cx="0" cy="0"/>
        </a:xfrm>
      </p:grpSpPr>
      <p:sp>
        <p:nvSpPr>
          <p:cNvPr id="2119" name="Google Shape;2119;g24ef22aa1ac_0_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0" name="Google Shape;2120;g24ef22aa1ac_0_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3" name="Shape 2143"/>
        <p:cNvGrpSpPr/>
        <p:nvPr/>
      </p:nvGrpSpPr>
      <p:grpSpPr>
        <a:xfrm>
          <a:off x="0" y="0"/>
          <a:ext cx="0" cy="0"/>
          <a:chOff x="0" y="0"/>
          <a:chExt cx="0" cy="0"/>
        </a:xfrm>
      </p:grpSpPr>
      <p:sp>
        <p:nvSpPr>
          <p:cNvPr id="2144" name="Google Shape;2144;g24ef22aa1ac_0_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5" name="Google Shape;2145;g24ef22aa1ac_0_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9" name="Shape 2189"/>
        <p:cNvGrpSpPr/>
        <p:nvPr/>
      </p:nvGrpSpPr>
      <p:grpSpPr>
        <a:xfrm>
          <a:off x="0" y="0"/>
          <a:ext cx="0" cy="0"/>
          <a:chOff x="0" y="0"/>
          <a:chExt cx="0" cy="0"/>
        </a:xfrm>
      </p:grpSpPr>
      <p:sp>
        <p:nvSpPr>
          <p:cNvPr id="2190" name="Google Shape;2190;g24ef22aa1ac_0_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1" name="Google Shape;2191;g24ef22aa1ac_0_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5" name="Shape 2195"/>
        <p:cNvGrpSpPr/>
        <p:nvPr/>
      </p:nvGrpSpPr>
      <p:grpSpPr>
        <a:xfrm>
          <a:off x="0" y="0"/>
          <a:ext cx="0" cy="0"/>
          <a:chOff x="0" y="0"/>
          <a:chExt cx="0" cy="0"/>
        </a:xfrm>
      </p:grpSpPr>
      <p:sp>
        <p:nvSpPr>
          <p:cNvPr id="2196" name="Google Shape;2196;g24ef22aa1ac_0_10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7" name="Google Shape;2197;g24ef22aa1ac_0_10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3" name="Shape 2213"/>
        <p:cNvGrpSpPr/>
        <p:nvPr/>
      </p:nvGrpSpPr>
      <p:grpSpPr>
        <a:xfrm>
          <a:off x="0" y="0"/>
          <a:ext cx="0" cy="0"/>
          <a:chOff x="0" y="0"/>
          <a:chExt cx="0" cy="0"/>
        </a:xfrm>
      </p:grpSpPr>
      <p:sp>
        <p:nvSpPr>
          <p:cNvPr id="2214" name="Google Shape;2214;g24ef22aa1ac_0_1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5" name="Google Shape;2215;g24ef22aa1ac_0_1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 name="Shape 2222"/>
        <p:cNvGrpSpPr/>
        <p:nvPr/>
      </p:nvGrpSpPr>
      <p:grpSpPr>
        <a:xfrm>
          <a:off x="0" y="0"/>
          <a:ext cx="0" cy="0"/>
          <a:chOff x="0" y="0"/>
          <a:chExt cx="0" cy="0"/>
        </a:xfrm>
      </p:grpSpPr>
      <p:sp>
        <p:nvSpPr>
          <p:cNvPr id="2223" name="Google Shape;2223;g24ef22aa1ac_0_1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 name="Google Shape;2224;g24ef22aa1ac_0_1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1" name="Shape 2281"/>
        <p:cNvGrpSpPr/>
        <p:nvPr/>
      </p:nvGrpSpPr>
      <p:grpSpPr>
        <a:xfrm>
          <a:off x="0" y="0"/>
          <a:ext cx="0" cy="0"/>
          <a:chOff x="0" y="0"/>
          <a:chExt cx="0" cy="0"/>
        </a:xfrm>
      </p:grpSpPr>
      <p:sp>
        <p:nvSpPr>
          <p:cNvPr id="2282" name="Google Shape;2282;g24ef22aa1ac_0_1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3" name="Google Shape;2283;g24ef22aa1ac_0_1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7" name="Shape 2297"/>
        <p:cNvGrpSpPr/>
        <p:nvPr/>
      </p:nvGrpSpPr>
      <p:grpSpPr>
        <a:xfrm>
          <a:off x="0" y="0"/>
          <a:ext cx="0" cy="0"/>
          <a:chOff x="0" y="0"/>
          <a:chExt cx="0" cy="0"/>
        </a:xfrm>
      </p:grpSpPr>
      <p:sp>
        <p:nvSpPr>
          <p:cNvPr id="2298" name="Google Shape;2298;g24ef22aa1ac_0_1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9" name="Google Shape;2299;g24ef22aa1ac_0_1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9" name="Shape 2319"/>
        <p:cNvGrpSpPr/>
        <p:nvPr/>
      </p:nvGrpSpPr>
      <p:grpSpPr>
        <a:xfrm>
          <a:off x="0" y="0"/>
          <a:ext cx="0" cy="0"/>
          <a:chOff x="0" y="0"/>
          <a:chExt cx="0" cy="0"/>
        </a:xfrm>
      </p:grpSpPr>
      <p:sp>
        <p:nvSpPr>
          <p:cNvPr id="2320" name="Google Shape;2320;g24ef22aa1ac_0_14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1" name="Google Shape;2321;g24ef22aa1ac_0_14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8" name="Shape 2388"/>
        <p:cNvGrpSpPr/>
        <p:nvPr/>
      </p:nvGrpSpPr>
      <p:grpSpPr>
        <a:xfrm>
          <a:off x="0" y="0"/>
          <a:ext cx="0" cy="0"/>
          <a:chOff x="0" y="0"/>
          <a:chExt cx="0" cy="0"/>
        </a:xfrm>
      </p:grpSpPr>
      <p:sp>
        <p:nvSpPr>
          <p:cNvPr id="2389" name="Google Shape;2389;g24ef22aa1ac_0_1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0" name="Google Shape;2390;g24ef22aa1ac_0_1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7" name="Shape 2407"/>
        <p:cNvGrpSpPr/>
        <p:nvPr/>
      </p:nvGrpSpPr>
      <p:grpSpPr>
        <a:xfrm>
          <a:off x="0" y="0"/>
          <a:ext cx="0" cy="0"/>
          <a:chOff x="0" y="0"/>
          <a:chExt cx="0" cy="0"/>
        </a:xfrm>
      </p:grpSpPr>
      <p:sp>
        <p:nvSpPr>
          <p:cNvPr id="2408" name="Google Shape;2408;g24ef22aa1ac_0_1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9" name="Google Shape;2409;g24ef22aa1ac_0_1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7" name="Shape 2467"/>
        <p:cNvGrpSpPr/>
        <p:nvPr/>
      </p:nvGrpSpPr>
      <p:grpSpPr>
        <a:xfrm>
          <a:off x="0" y="0"/>
          <a:ext cx="0" cy="0"/>
          <a:chOff x="0" y="0"/>
          <a:chExt cx="0" cy="0"/>
        </a:xfrm>
      </p:grpSpPr>
      <p:sp>
        <p:nvSpPr>
          <p:cNvPr id="2468" name="Google Shape;2468;g24e404678fd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9" name="Google Shape;2469;g24e404678fd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4" name="Shape 3084"/>
        <p:cNvGrpSpPr/>
        <p:nvPr/>
      </p:nvGrpSpPr>
      <p:grpSpPr>
        <a:xfrm>
          <a:off x="0" y="0"/>
          <a:ext cx="0" cy="0"/>
          <a:chOff x="0" y="0"/>
          <a:chExt cx="0" cy="0"/>
        </a:xfrm>
      </p:grpSpPr>
      <p:sp>
        <p:nvSpPr>
          <p:cNvPr id="3085" name="Google Shape;3085;g20a542a8cd5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6" name="Google Shape;3086;g20a542a8cd5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5" name="Shape 3155"/>
        <p:cNvGrpSpPr/>
        <p:nvPr/>
      </p:nvGrpSpPr>
      <p:grpSpPr>
        <a:xfrm>
          <a:off x="0" y="0"/>
          <a:ext cx="0" cy="0"/>
          <a:chOff x="0" y="0"/>
          <a:chExt cx="0" cy="0"/>
        </a:xfrm>
      </p:grpSpPr>
      <p:sp>
        <p:nvSpPr>
          <p:cNvPr id="3156" name="Google Shape;3156;g20a542a8cd5_0_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7" name="Google Shape;3157;g20a542a8cd5_0_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2" name="Shape 3162"/>
        <p:cNvGrpSpPr/>
        <p:nvPr/>
      </p:nvGrpSpPr>
      <p:grpSpPr>
        <a:xfrm>
          <a:off x="0" y="0"/>
          <a:ext cx="0" cy="0"/>
          <a:chOff x="0" y="0"/>
          <a:chExt cx="0" cy="0"/>
        </a:xfrm>
      </p:grpSpPr>
      <p:sp>
        <p:nvSpPr>
          <p:cNvPr id="3163" name="Google Shape;3163;g20a542a8cd5_0_144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4" name="Google Shape;3164;g20a542a8cd5_0_144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8" name="Shape 3168"/>
        <p:cNvGrpSpPr/>
        <p:nvPr/>
      </p:nvGrpSpPr>
      <p:grpSpPr>
        <a:xfrm>
          <a:off x="0" y="0"/>
          <a:ext cx="0" cy="0"/>
          <a:chOff x="0" y="0"/>
          <a:chExt cx="0" cy="0"/>
        </a:xfrm>
      </p:grpSpPr>
      <p:sp>
        <p:nvSpPr>
          <p:cNvPr id="3169" name="Google Shape;3169;g20a542a8cd5_0_14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0" name="Google Shape;3170;g20a542a8cd5_0_14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4" name="Shape 3174"/>
        <p:cNvGrpSpPr/>
        <p:nvPr/>
      </p:nvGrpSpPr>
      <p:grpSpPr>
        <a:xfrm>
          <a:off x="0" y="0"/>
          <a:ext cx="0" cy="0"/>
          <a:chOff x="0" y="0"/>
          <a:chExt cx="0" cy="0"/>
        </a:xfrm>
      </p:grpSpPr>
      <p:sp>
        <p:nvSpPr>
          <p:cNvPr id="3175" name="Google Shape;3175;g20a542a8cd5_0_14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6" name="Google Shape;3176;g20a542a8cd5_0_14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2" name="Shape 3192"/>
        <p:cNvGrpSpPr/>
        <p:nvPr/>
      </p:nvGrpSpPr>
      <p:grpSpPr>
        <a:xfrm>
          <a:off x="0" y="0"/>
          <a:ext cx="0" cy="0"/>
          <a:chOff x="0" y="0"/>
          <a:chExt cx="0" cy="0"/>
        </a:xfrm>
      </p:grpSpPr>
      <p:sp>
        <p:nvSpPr>
          <p:cNvPr id="3193" name="Google Shape;3193;g20a542a8cd5_0_14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4" name="Google Shape;3194;g20a542a8cd5_0_14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8" name="Shape 3208"/>
        <p:cNvGrpSpPr/>
        <p:nvPr/>
      </p:nvGrpSpPr>
      <p:grpSpPr>
        <a:xfrm>
          <a:off x="0" y="0"/>
          <a:ext cx="0" cy="0"/>
          <a:chOff x="0" y="0"/>
          <a:chExt cx="0" cy="0"/>
        </a:xfrm>
      </p:grpSpPr>
      <p:sp>
        <p:nvSpPr>
          <p:cNvPr id="3209" name="Google Shape;3209;g20a542a8cd5_0_14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0" name="Google Shape;3210;g20a542a8cd5_0_14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5" name="Shape 3545"/>
        <p:cNvGrpSpPr/>
        <p:nvPr/>
      </p:nvGrpSpPr>
      <p:grpSpPr>
        <a:xfrm>
          <a:off x="0" y="0"/>
          <a:ext cx="0" cy="0"/>
          <a:chOff x="0" y="0"/>
          <a:chExt cx="0" cy="0"/>
        </a:xfrm>
      </p:grpSpPr>
      <p:sp>
        <p:nvSpPr>
          <p:cNvPr id="3546" name="Google Shape;3546;g20a542a8cd5_0_14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7" name="Google Shape;3547;g20a542a8cd5_0_14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9" name="Shape 9459"/>
        <p:cNvGrpSpPr/>
        <p:nvPr/>
      </p:nvGrpSpPr>
      <p:grpSpPr>
        <a:xfrm>
          <a:off x="0" y="0"/>
          <a:ext cx="0" cy="0"/>
          <a:chOff x="0" y="0"/>
          <a:chExt cx="0" cy="0"/>
        </a:xfrm>
      </p:grpSpPr>
      <p:sp>
        <p:nvSpPr>
          <p:cNvPr id="9460" name="Google Shape;9460;g20a542a8cd5_0_20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1" name="Google Shape;9461;g20a542a8cd5_0_20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6" name="Shape 9886"/>
        <p:cNvGrpSpPr/>
        <p:nvPr/>
      </p:nvGrpSpPr>
      <p:grpSpPr>
        <a:xfrm>
          <a:off x="0" y="0"/>
          <a:ext cx="0" cy="0"/>
          <a:chOff x="0" y="0"/>
          <a:chExt cx="0" cy="0"/>
        </a:xfrm>
      </p:grpSpPr>
      <p:sp>
        <p:nvSpPr>
          <p:cNvPr id="9887" name="Google Shape;9887;g20a542a8cd5_0_21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8" name="Google Shape;9888;g20a542a8cd5_0_21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9" name="Shape 10049"/>
        <p:cNvGrpSpPr/>
        <p:nvPr/>
      </p:nvGrpSpPr>
      <p:grpSpPr>
        <a:xfrm>
          <a:off x="0" y="0"/>
          <a:ext cx="0" cy="0"/>
          <a:chOff x="0" y="0"/>
          <a:chExt cx="0" cy="0"/>
        </a:xfrm>
      </p:grpSpPr>
      <p:sp>
        <p:nvSpPr>
          <p:cNvPr id="10050" name="Google Shape;10050;g20a542a8cd5_0_21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1" name="Google Shape;10051;g20a542a8cd5_0_21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1" name="Shape 10451"/>
        <p:cNvGrpSpPr/>
        <p:nvPr/>
      </p:nvGrpSpPr>
      <p:grpSpPr>
        <a:xfrm>
          <a:off x="0" y="0"/>
          <a:ext cx="0" cy="0"/>
          <a:chOff x="0" y="0"/>
          <a:chExt cx="0" cy="0"/>
        </a:xfrm>
      </p:grpSpPr>
      <p:sp>
        <p:nvSpPr>
          <p:cNvPr id="10452" name="Google Shape;10452;g20a542a8cd5_0_21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3" name="Google Shape;10453;g20a542a8cd5_0_21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2" name="Shape 10822"/>
        <p:cNvGrpSpPr/>
        <p:nvPr/>
      </p:nvGrpSpPr>
      <p:grpSpPr>
        <a:xfrm>
          <a:off x="0" y="0"/>
          <a:ext cx="0" cy="0"/>
          <a:chOff x="0" y="0"/>
          <a:chExt cx="0" cy="0"/>
        </a:xfrm>
      </p:grpSpPr>
      <p:sp>
        <p:nvSpPr>
          <p:cNvPr id="10823" name="Google Shape;10823;g20a542a8cd5_0_220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4" name="Google Shape;10824;g20a542a8cd5_0_220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1" name="Shape 11211"/>
        <p:cNvGrpSpPr/>
        <p:nvPr/>
      </p:nvGrpSpPr>
      <p:grpSpPr>
        <a:xfrm>
          <a:off x="0" y="0"/>
          <a:ext cx="0" cy="0"/>
          <a:chOff x="0" y="0"/>
          <a:chExt cx="0" cy="0"/>
        </a:xfrm>
      </p:grpSpPr>
      <p:sp>
        <p:nvSpPr>
          <p:cNvPr id="11212" name="Google Shape;11212;g20a542a8cd5_0_22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3" name="Google Shape;11213;g20a542a8cd5_0_22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2" name="Shape 11642"/>
        <p:cNvGrpSpPr/>
        <p:nvPr/>
      </p:nvGrpSpPr>
      <p:grpSpPr>
        <a:xfrm>
          <a:off x="0" y="0"/>
          <a:ext cx="0" cy="0"/>
          <a:chOff x="0" y="0"/>
          <a:chExt cx="0" cy="0"/>
        </a:xfrm>
      </p:grpSpPr>
      <p:sp>
        <p:nvSpPr>
          <p:cNvPr id="11643" name="Google Shape;11643;g20a542a8cd5_0_22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4" name="Google Shape;11644;g20a542a8cd5_0_22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5" name="Shape 12435"/>
        <p:cNvGrpSpPr/>
        <p:nvPr/>
      </p:nvGrpSpPr>
      <p:grpSpPr>
        <a:xfrm>
          <a:off x="0" y="0"/>
          <a:ext cx="0" cy="0"/>
          <a:chOff x="0" y="0"/>
          <a:chExt cx="0" cy="0"/>
        </a:xfrm>
      </p:grpSpPr>
      <p:sp>
        <p:nvSpPr>
          <p:cNvPr id="12436" name="Google Shape;12436;g20a542a8cd5_0_23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37" name="Google Shape;12437;g20a542a8cd5_0_23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76" name="Shape 13176"/>
        <p:cNvGrpSpPr/>
        <p:nvPr/>
      </p:nvGrpSpPr>
      <p:grpSpPr>
        <a:xfrm>
          <a:off x="0" y="0"/>
          <a:ext cx="0" cy="0"/>
          <a:chOff x="0" y="0"/>
          <a:chExt cx="0" cy="0"/>
        </a:xfrm>
      </p:grpSpPr>
      <p:sp>
        <p:nvSpPr>
          <p:cNvPr id="13177" name="Google Shape;13177;g20a542a8cd5_0_24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78" name="Google Shape;13178;g20a542a8cd5_0_24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9" name="Shape 13869"/>
        <p:cNvGrpSpPr/>
        <p:nvPr/>
      </p:nvGrpSpPr>
      <p:grpSpPr>
        <a:xfrm>
          <a:off x="0" y="0"/>
          <a:ext cx="0" cy="0"/>
          <a:chOff x="0" y="0"/>
          <a:chExt cx="0" cy="0"/>
        </a:xfrm>
      </p:grpSpPr>
      <p:sp>
        <p:nvSpPr>
          <p:cNvPr id="13870" name="Google Shape;13870;g20a542a8cd5_0_25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1" name="Google Shape;13871;g20a542a8cd5_0_25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1" name="Shape 14171"/>
        <p:cNvGrpSpPr/>
        <p:nvPr/>
      </p:nvGrpSpPr>
      <p:grpSpPr>
        <a:xfrm>
          <a:off x="0" y="0"/>
          <a:ext cx="0" cy="0"/>
          <a:chOff x="0" y="0"/>
          <a:chExt cx="0" cy="0"/>
        </a:xfrm>
      </p:grpSpPr>
      <p:sp>
        <p:nvSpPr>
          <p:cNvPr id="14172" name="Google Shape;14172;g20a542a8cd5_0_25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73" name="Google Shape;14173;g20a542a8cd5_0_25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1" name="Shape 14811"/>
        <p:cNvGrpSpPr/>
        <p:nvPr/>
      </p:nvGrpSpPr>
      <p:grpSpPr>
        <a:xfrm>
          <a:off x="0" y="0"/>
          <a:ext cx="0" cy="0"/>
          <a:chOff x="0" y="0"/>
          <a:chExt cx="0" cy="0"/>
        </a:xfrm>
      </p:grpSpPr>
      <p:sp>
        <p:nvSpPr>
          <p:cNvPr id="14812" name="Google Shape;14812;g20a542a8cd5_0_280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13" name="Google Shape;14813;g20a542a8cd5_0_280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3255180" y="-29007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 name="Google Shape;12;p2"/>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2700000">
              <a:off x="917817" y="-2200499"/>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01475" y="-361175"/>
              <a:ext cx="7138625" cy="819350"/>
            </a:xfrm>
            <a:custGeom>
              <a:rect b="b" l="l" r="r" t="t"/>
              <a:pathLst>
                <a:path extrusionOk="0" h="32774" w="285545">
                  <a:moveTo>
                    <a:pt x="0" y="32774"/>
                  </a:moveTo>
                  <a:lnTo>
                    <a:pt x="188861" y="32774"/>
                  </a:lnTo>
                  <a:lnTo>
                    <a:pt x="221636" y="0"/>
                  </a:lnTo>
                  <a:lnTo>
                    <a:pt x="285545" y="0"/>
                  </a:lnTo>
                </a:path>
              </a:pathLst>
            </a:custGeom>
            <a:noFill/>
            <a:ln cap="flat" cmpd="sng" w="9525">
              <a:solidFill>
                <a:schemeClr val="dk2"/>
              </a:solidFill>
              <a:prstDash val="solid"/>
              <a:round/>
              <a:headEnd len="med" w="med" type="none"/>
              <a:tailEnd len="med" w="med" type="none"/>
            </a:ln>
          </p:spPr>
        </p:sp>
        <p:sp>
          <p:nvSpPr>
            <p:cNvPr id="16" name="Google Shape;16;p2"/>
            <p:cNvSpPr/>
            <p:nvPr/>
          </p:nvSpPr>
          <p:spPr>
            <a:xfrm rot="5400000">
              <a:off x="1110859" y="-1245788"/>
              <a:ext cx="577450" cy="3045475"/>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5400000">
              <a:off x="654013" y="-781254"/>
              <a:ext cx="687411" cy="2731351"/>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 name="Google Shape;33;p2"/>
          <p:cNvGrpSpPr/>
          <p:nvPr/>
        </p:nvGrpSpPr>
        <p:grpSpPr>
          <a:xfrm>
            <a:off x="6385735" y="3039700"/>
            <a:ext cx="3920501" cy="3213899"/>
            <a:chOff x="6309535" y="2842975"/>
            <a:chExt cx="3920501" cy="3213899"/>
          </a:xfrm>
        </p:grpSpPr>
        <p:pic>
          <p:nvPicPr>
            <p:cNvPr id="34" name="Google Shape;34;p2"/>
            <p:cNvPicPr preferRelativeResize="0"/>
            <p:nvPr/>
          </p:nvPicPr>
          <p:blipFill rotWithShape="1">
            <a:blip r:embed="rId3">
              <a:alphaModFix/>
            </a:blip>
            <a:srcRect b="26177" l="16960" r="7121" t="24719"/>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 name="Google Shape;45;p2"/>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 name="Google Shape;54;p2"/>
          <p:cNvSpPr txBox="1"/>
          <p:nvPr>
            <p:ph type="ctrTitle"/>
          </p:nvPr>
        </p:nvSpPr>
        <p:spPr>
          <a:xfrm>
            <a:off x="1096850" y="816324"/>
            <a:ext cx="6974700" cy="23265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Clr>
                <a:srgbClr val="191919"/>
              </a:buClr>
              <a:buSzPts val="5200"/>
              <a:buNone/>
              <a:defRPr sz="4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55" name="Google Shape;55;p2"/>
          <p:cNvSpPr txBox="1"/>
          <p:nvPr>
            <p:ph idx="1" type="subTitle"/>
          </p:nvPr>
        </p:nvSpPr>
        <p:spPr>
          <a:xfrm>
            <a:off x="1096850" y="3456250"/>
            <a:ext cx="4882500" cy="4758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56" name="Google Shape;56;p2"/>
          <p:cNvGrpSpPr/>
          <p:nvPr/>
        </p:nvGrpSpPr>
        <p:grpSpPr>
          <a:xfrm>
            <a:off x="-309885" y="3617406"/>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 name="Google Shape;69;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 name="Google Shape;84;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 name="Google Shape;94;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5" name="Shape 95"/>
        <p:cNvGrpSpPr/>
        <p:nvPr/>
      </p:nvGrpSpPr>
      <p:grpSpPr>
        <a:xfrm>
          <a:off x="0" y="0"/>
          <a:ext cx="0" cy="0"/>
          <a:chOff x="0" y="0"/>
          <a:chExt cx="0" cy="0"/>
        </a:xfrm>
      </p:grpSpPr>
      <p:sp>
        <p:nvSpPr>
          <p:cNvPr id="96" name="Google Shape;96;p3"/>
          <p:cNvSpPr txBox="1"/>
          <p:nvPr>
            <p:ph type="title"/>
          </p:nvPr>
        </p:nvSpPr>
        <p:spPr>
          <a:xfrm>
            <a:off x="720000" y="2079325"/>
            <a:ext cx="55980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7" name="Google Shape;97;p3"/>
          <p:cNvSpPr txBox="1"/>
          <p:nvPr>
            <p:ph hasCustomPrompt="1" idx="2" type="title"/>
          </p:nvPr>
        </p:nvSpPr>
        <p:spPr>
          <a:xfrm>
            <a:off x="720000" y="1025725"/>
            <a:ext cx="1702500" cy="9936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200">
                <a:latin typeface="Be Vietnam Pro"/>
                <a:ea typeface="Be Vietnam Pro"/>
                <a:cs typeface="Be Vietnam Pro"/>
                <a:sym typeface="Be Vietnam Pro"/>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8" name="Google Shape;98;p3"/>
          <p:cNvSpPr txBox="1"/>
          <p:nvPr>
            <p:ph idx="1" type="subTitle"/>
          </p:nvPr>
        </p:nvSpPr>
        <p:spPr>
          <a:xfrm>
            <a:off x="720000" y="3252375"/>
            <a:ext cx="5598000" cy="45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9" name="Google Shape;99;p3"/>
          <p:cNvGrpSpPr/>
          <p:nvPr/>
        </p:nvGrpSpPr>
        <p:grpSpPr>
          <a:xfrm>
            <a:off x="-5392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 name="Google Shape;11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 name="Google Shape;12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 name="Google Shape;13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0" name="Shape 140"/>
        <p:cNvGrpSpPr/>
        <p:nvPr/>
      </p:nvGrpSpPr>
      <p:grpSpPr>
        <a:xfrm>
          <a:off x="0" y="0"/>
          <a:ext cx="0" cy="0"/>
          <a:chOff x="0" y="0"/>
          <a:chExt cx="0" cy="0"/>
        </a:xfrm>
      </p:grpSpPr>
      <p:sp>
        <p:nvSpPr>
          <p:cNvPr id="141" name="Google Shape;14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2" name="Google Shape;142;p4"/>
          <p:cNvSpPr txBox="1"/>
          <p:nvPr>
            <p:ph idx="1" type="body"/>
          </p:nvPr>
        </p:nvSpPr>
        <p:spPr>
          <a:xfrm>
            <a:off x="720000" y="1139551"/>
            <a:ext cx="7704000" cy="411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434343"/>
              </a:buClr>
              <a:buSzPts val="1400"/>
              <a:buAutoNum type="arabicPeriod"/>
              <a:defRPr>
                <a:solidFill>
                  <a:srgbClr val="191919"/>
                </a:solidFill>
              </a:defRPr>
            </a:lvl1pPr>
            <a:lvl2pPr indent="-317500" lvl="1" marL="9144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indent="-317500" lvl="2" marL="13716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indent="-317500" lvl="3" marL="18288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indent="-317500" lvl="4" marL="22860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indent="-317500" lvl="5" marL="27432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indent="-317500" lvl="6" marL="32004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indent="-317500" lvl="7" marL="36576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indent="-317500" lvl="8" marL="41148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p:txBody>
      </p:sp>
      <p:grpSp>
        <p:nvGrpSpPr>
          <p:cNvPr id="143" name="Google Shape;143;p4"/>
          <p:cNvGrpSpPr/>
          <p:nvPr/>
        </p:nvGrpSpPr>
        <p:grpSpPr>
          <a:xfrm>
            <a:off x="7365150" y="-1147799"/>
            <a:ext cx="3733124" cy="6537004"/>
            <a:chOff x="7212750" y="-1147799"/>
            <a:chExt cx="3733124" cy="6537004"/>
          </a:xfrm>
        </p:grpSpPr>
        <p:pic>
          <p:nvPicPr>
            <p:cNvPr id="144" name="Google Shape;144;p4"/>
            <p:cNvPicPr preferRelativeResize="0"/>
            <p:nvPr/>
          </p:nvPicPr>
          <p:blipFill rotWithShape="1">
            <a:blip r:embed="rId2">
              <a:alphaModFix/>
            </a:blip>
            <a:srcRect b="26177" l="16960" r="7121" t="24719"/>
            <a:stretch/>
          </p:blipFill>
          <p:spPr>
            <a:xfrm>
              <a:off x="7212750" y="-1147799"/>
              <a:ext cx="3733124" cy="2849200"/>
            </a:xfrm>
            <a:prstGeom prst="rect">
              <a:avLst/>
            </a:prstGeom>
            <a:noFill/>
            <a:ln>
              <a:noFill/>
            </a:ln>
          </p:spPr>
        </p:pic>
        <p:grpSp>
          <p:nvGrpSpPr>
            <p:cNvPr id="145" name="Google Shape;145;p4"/>
            <p:cNvGrpSpPr/>
            <p:nvPr/>
          </p:nvGrpSpPr>
          <p:grpSpPr>
            <a:xfrm>
              <a:off x="7392021" y="539499"/>
              <a:ext cx="1518472" cy="3030657"/>
              <a:chOff x="7785196" y="342199"/>
              <a:chExt cx="1518472" cy="3030657"/>
            </a:xfrm>
          </p:grpSpPr>
          <p:sp>
            <p:nvSpPr>
              <p:cNvPr id="146" name="Google Shape;146;p4"/>
              <p:cNvSpPr/>
              <p:nvPr/>
            </p:nvSpPr>
            <p:spPr>
              <a:xfrm rot="10800000">
                <a:off x="7882621" y="5394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4"/>
              <p:cNvSpPr/>
              <p:nvPr/>
            </p:nvSpPr>
            <p:spPr>
              <a:xfrm rot="10800000">
                <a:off x="7785196" y="3421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4"/>
            <p:cNvSpPr/>
            <p:nvPr/>
          </p:nvSpPr>
          <p:spPr>
            <a:xfrm rot="5400000">
              <a:off x="8098189" y="-87718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4"/>
            <p:cNvGrpSpPr/>
            <p:nvPr/>
          </p:nvGrpSpPr>
          <p:grpSpPr>
            <a:xfrm>
              <a:off x="7740801" y="270000"/>
              <a:ext cx="3153315" cy="5119205"/>
              <a:chOff x="7740801" y="270000"/>
              <a:chExt cx="3153315" cy="5119205"/>
            </a:xfrm>
          </p:grpSpPr>
          <p:sp>
            <p:nvSpPr>
              <p:cNvPr id="150" name="Google Shape;150;p4"/>
              <p:cNvSpPr/>
              <p:nvPr/>
            </p:nvSpPr>
            <p:spPr>
              <a:xfrm>
                <a:off x="7740801" y="27000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0" name="Google Shape;160;p4"/>
          <p:cNvGrpSpPr/>
          <p:nvPr/>
        </p:nvGrpSpPr>
        <p:grpSpPr>
          <a:xfrm rot="-2529045">
            <a:off x="105741" y="3680210"/>
            <a:ext cx="591691" cy="2260270"/>
            <a:chOff x="-132364" y="1829399"/>
            <a:chExt cx="591677" cy="2260214"/>
          </a:xfrm>
        </p:grpSpPr>
        <p:sp>
          <p:nvSpPr>
            <p:cNvPr id="161" name="Google Shape;161;p4"/>
            <p:cNvSpPr/>
            <p:nvPr/>
          </p:nvSpPr>
          <p:spPr>
            <a:xfrm rot="10800000">
              <a:off x="62461" y="1829399"/>
              <a:ext cx="396852" cy="2260214"/>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4"/>
            <p:cNvSpPr/>
            <p:nvPr/>
          </p:nvSpPr>
          <p:spPr>
            <a:xfrm rot="10800000">
              <a:off x="-132364" y="1829399"/>
              <a:ext cx="396852" cy="2260214"/>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4"/>
          <p:cNvGrpSpPr/>
          <p:nvPr/>
        </p:nvGrpSpPr>
        <p:grpSpPr>
          <a:xfrm>
            <a:off x="-520148" y="-573164"/>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 name="Google Shape;168;p4"/>
            <p:cNvSpPr/>
            <p:nvPr/>
          </p:nvSpPr>
          <p:spPr>
            <a:xfrm>
              <a:off x="152767" y="-57254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4"/>
            <p:cNvSpPr/>
            <p:nvPr/>
          </p:nvSpPr>
          <p:spPr>
            <a:xfrm>
              <a:off x="-6579" y="-57316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 name="Shape 174"/>
        <p:cNvGrpSpPr/>
        <p:nvPr/>
      </p:nvGrpSpPr>
      <p:grpSpPr>
        <a:xfrm>
          <a:off x="0" y="0"/>
          <a:ext cx="0" cy="0"/>
          <a:chOff x="0" y="0"/>
          <a:chExt cx="0" cy="0"/>
        </a:xfrm>
      </p:grpSpPr>
      <p:sp>
        <p:nvSpPr>
          <p:cNvPr id="175" name="Google Shape;17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6" name="Google Shape;176;p5"/>
          <p:cNvSpPr txBox="1"/>
          <p:nvPr>
            <p:ph idx="1" type="subTitle"/>
          </p:nvPr>
        </p:nvSpPr>
        <p:spPr>
          <a:xfrm>
            <a:off x="4999903" y="2372500"/>
            <a:ext cx="2340300" cy="1320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7" name="Google Shape;177;p5"/>
          <p:cNvSpPr txBox="1"/>
          <p:nvPr>
            <p:ph idx="2" type="subTitle"/>
          </p:nvPr>
        </p:nvSpPr>
        <p:spPr>
          <a:xfrm>
            <a:off x="1803800" y="2372500"/>
            <a:ext cx="2340300" cy="1320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8" name="Google Shape;178;p5"/>
          <p:cNvSpPr txBox="1"/>
          <p:nvPr>
            <p:ph idx="3" type="subTitle"/>
          </p:nvPr>
        </p:nvSpPr>
        <p:spPr>
          <a:xfrm>
            <a:off x="4999908" y="2048488"/>
            <a:ext cx="23403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79" name="Google Shape;179;p5"/>
          <p:cNvSpPr txBox="1"/>
          <p:nvPr>
            <p:ph idx="4" type="subTitle"/>
          </p:nvPr>
        </p:nvSpPr>
        <p:spPr>
          <a:xfrm>
            <a:off x="1803800" y="2048488"/>
            <a:ext cx="23403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b="26177" l="16960" r="7121" t="24719"/>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5"/>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5"/>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 name="Google Shape;186;p5"/>
          <p:cNvGrpSpPr/>
          <p:nvPr/>
        </p:nvGrpSpPr>
        <p:grpSpPr>
          <a:xfrm>
            <a:off x="-613920" y="36936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5"/>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5"/>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5"/>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5" name="Google Shape;205;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5"/>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5"/>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5"/>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0" name="Google Shape;220;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0" name="Google Shape;230;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 name="Google Shape;238;p5"/>
            <p:cNvSpPr/>
            <p:nvPr/>
          </p:nvSpPr>
          <p:spPr>
            <a:xfrm rot="-5400000">
              <a:off x="1755111" y="-89601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1" name="Google Shape;241;p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42" name="Google Shape;242;p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 name="Google Shape;243;p5"/>
          <p:cNvGrpSpPr/>
          <p:nvPr/>
        </p:nvGrpSpPr>
        <p:grpSpPr>
          <a:xfrm>
            <a:off x="6795100" y="30952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9" name="Google Shape;249;p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50" name="Google Shape;250;p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4" name="Google Shape;254;p6"/>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255" name="Google Shape;255;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256" name="Google Shape;256;p6"/>
          <p:cNvGrpSpPr/>
          <p:nvPr/>
        </p:nvGrpSpPr>
        <p:grpSpPr>
          <a:xfrm>
            <a:off x="8106279" y="-844413"/>
            <a:ext cx="1791132" cy="2767833"/>
            <a:chOff x="8030079" y="-844413"/>
            <a:chExt cx="1791132" cy="2767833"/>
          </a:xfrm>
        </p:grpSpPr>
        <p:grpSp>
          <p:nvGrpSpPr>
            <p:cNvPr id="257" name="Google Shape;257;p6"/>
            <p:cNvGrpSpPr/>
            <p:nvPr/>
          </p:nvGrpSpPr>
          <p:grpSpPr>
            <a:xfrm rot="10800000">
              <a:off x="8566799" y="-844413"/>
              <a:ext cx="1213764" cy="2455355"/>
              <a:chOff x="-293545" y="3454371"/>
              <a:chExt cx="981772" cy="1986051"/>
            </a:xfrm>
          </p:grpSpPr>
          <p:sp>
            <p:nvSpPr>
              <p:cNvPr id="258" name="Google Shape;258;p6"/>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6"/>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 name="Google Shape;260;p6"/>
            <p:cNvGrpSpPr/>
            <p:nvPr/>
          </p:nvGrpSpPr>
          <p:grpSpPr>
            <a:xfrm rot="10800000">
              <a:off x="8123728" y="-262212"/>
              <a:ext cx="865288" cy="591661"/>
              <a:chOff x="39722" y="4349021"/>
              <a:chExt cx="1061964" cy="726143"/>
            </a:xfrm>
          </p:grpSpPr>
          <p:grpSp>
            <p:nvGrpSpPr>
              <p:cNvPr id="261" name="Google Shape;261;p6"/>
              <p:cNvGrpSpPr/>
              <p:nvPr/>
            </p:nvGrpSpPr>
            <p:grpSpPr>
              <a:xfrm rot="2700000">
                <a:off x="140502" y="4460924"/>
                <a:ext cx="524584" cy="502337"/>
                <a:chOff x="1189791" y="-1767331"/>
                <a:chExt cx="904284" cy="865933"/>
              </a:xfrm>
            </p:grpSpPr>
            <p:sp>
              <p:nvSpPr>
                <p:cNvPr id="262" name="Google Shape;262;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 name="Google Shape;263;p6"/>
                <p:cNvGrpSpPr/>
                <p:nvPr/>
              </p:nvGrpSpPr>
              <p:grpSpPr>
                <a:xfrm>
                  <a:off x="1232795" y="-1740829"/>
                  <a:ext cx="717621" cy="717392"/>
                  <a:chOff x="1483457" y="3953671"/>
                  <a:chExt cx="717621" cy="717392"/>
                </a:xfrm>
              </p:grpSpPr>
              <p:sp>
                <p:nvSpPr>
                  <p:cNvPr id="264" name="Google Shape;264;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9" name="Google Shape;269;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6"/>
            <p:cNvGrpSpPr/>
            <p:nvPr/>
          </p:nvGrpSpPr>
          <p:grpSpPr>
            <a:xfrm rot="5400000">
              <a:off x="8338264" y="440474"/>
              <a:ext cx="1670849" cy="1295044"/>
              <a:chOff x="-2460210" y="2758493"/>
              <a:chExt cx="1351491" cy="1047516"/>
            </a:xfrm>
          </p:grpSpPr>
          <p:sp>
            <p:nvSpPr>
              <p:cNvPr id="271" name="Google Shape;271;p6"/>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6"/>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6"/>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6"/>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 name="Google Shape;275;p6"/>
            <p:cNvGrpSpPr/>
            <p:nvPr/>
          </p:nvGrpSpPr>
          <p:grpSpPr>
            <a:xfrm rot="10800000">
              <a:off x="8030079" y="157481"/>
              <a:ext cx="865288" cy="591661"/>
              <a:chOff x="39722" y="4349021"/>
              <a:chExt cx="1061964" cy="726143"/>
            </a:xfrm>
          </p:grpSpPr>
          <p:grpSp>
            <p:nvGrpSpPr>
              <p:cNvPr id="276" name="Google Shape;276;p6"/>
              <p:cNvGrpSpPr/>
              <p:nvPr/>
            </p:nvGrpSpPr>
            <p:grpSpPr>
              <a:xfrm rot="2700000">
                <a:off x="140502" y="4460924"/>
                <a:ext cx="524584" cy="502337"/>
                <a:chOff x="1189791" y="-1767331"/>
                <a:chExt cx="904284" cy="865933"/>
              </a:xfrm>
            </p:grpSpPr>
            <p:sp>
              <p:nvSpPr>
                <p:cNvPr id="277" name="Google Shape;277;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 name="Google Shape;278;p6"/>
                <p:cNvGrpSpPr/>
                <p:nvPr/>
              </p:nvGrpSpPr>
              <p:grpSpPr>
                <a:xfrm>
                  <a:off x="1232795" y="-1740829"/>
                  <a:ext cx="717621" cy="717392"/>
                  <a:chOff x="1483457" y="3953671"/>
                  <a:chExt cx="717621" cy="717392"/>
                </a:xfrm>
              </p:grpSpPr>
              <p:sp>
                <p:nvSpPr>
                  <p:cNvPr id="279" name="Google Shape;279;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4" name="Google Shape;284;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 name="Google Shape;285;p6"/>
            <p:cNvGrpSpPr/>
            <p:nvPr/>
          </p:nvGrpSpPr>
          <p:grpSpPr>
            <a:xfrm rot="10800000">
              <a:off x="8653266" y="87645"/>
              <a:ext cx="865288" cy="591661"/>
              <a:chOff x="39722" y="4349021"/>
              <a:chExt cx="1061964" cy="726143"/>
            </a:xfrm>
          </p:grpSpPr>
          <p:grpSp>
            <p:nvGrpSpPr>
              <p:cNvPr id="286" name="Google Shape;286;p6"/>
              <p:cNvGrpSpPr/>
              <p:nvPr/>
            </p:nvGrpSpPr>
            <p:grpSpPr>
              <a:xfrm rot="2700000">
                <a:off x="140502" y="4460924"/>
                <a:ext cx="524584" cy="502337"/>
                <a:chOff x="1189791" y="-1767331"/>
                <a:chExt cx="904284" cy="865933"/>
              </a:xfrm>
            </p:grpSpPr>
            <p:sp>
              <p:nvSpPr>
                <p:cNvPr id="287" name="Google Shape;287;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 name="Google Shape;288;p6"/>
                <p:cNvGrpSpPr/>
                <p:nvPr/>
              </p:nvGrpSpPr>
              <p:grpSpPr>
                <a:xfrm>
                  <a:off x="1232795" y="-1740829"/>
                  <a:ext cx="717621" cy="717392"/>
                  <a:chOff x="1483457" y="3953671"/>
                  <a:chExt cx="717621" cy="717392"/>
                </a:xfrm>
              </p:grpSpPr>
              <p:sp>
                <p:nvSpPr>
                  <p:cNvPr id="289" name="Google Shape;289;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4" name="Google Shape;294;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 name="Google Shape;295;p6"/>
          <p:cNvGrpSpPr/>
          <p:nvPr/>
        </p:nvGrpSpPr>
        <p:grpSpPr>
          <a:xfrm>
            <a:off x="-1499000" y="3182553"/>
            <a:ext cx="4558967" cy="3356863"/>
            <a:chOff x="-1422800" y="3106353"/>
            <a:chExt cx="4558967" cy="3356863"/>
          </a:xfrm>
        </p:grpSpPr>
        <p:grpSp>
          <p:nvGrpSpPr>
            <p:cNvPr id="296" name="Google Shape;296;p6"/>
            <p:cNvGrpSpPr/>
            <p:nvPr/>
          </p:nvGrpSpPr>
          <p:grpSpPr>
            <a:xfrm>
              <a:off x="-474664" y="3485331"/>
              <a:ext cx="1472068" cy="2977885"/>
              <a:chOff x="-293545" y="3454371"/>
              <a:chExt cx="981772" cy="1986051"/>
            </a:xfrm>
          </p:grpSpPr>
          <p:sp>
            <p:nvSpPr>
              <p:cNvPr id="297" name="Google Shape;297;p6"/>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6"/>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 name="Google Shape;299;p6"/>
            <p:cNvGrpSpPr/>
            <p:nvPr/>
          </p:nvGrpSpPr>
          <p:grpSpPr>
            <a:xfrm>
              <a:off x="485337" y="5039978"/>
              <a:ext cx="1049539" cy="717647"/>
              <a:chOff x="39722" y="4349021"/>
              <a:chExt cx="1061964" cy="726143"/>
            </a:xfrm>
          </p:grpSpPr>
          <p:grpSp>
            <p:nvGrpSpPr>
              <p:cNvPr id="300" name="Google Shape;300;p6"/>
              <p:cNvGrpSpPr/>
              <p:nvPr/>
            </p:nvGrpSpPr>
            <p:grpSpPr>
              <a:xfrm rot="2700000">
                <a:off x="140502" y="4460924"/>
                <a:ext cx="524584" cy="502337"/>
                <a:chOff x="1189791" y="-1767331"/>
                <a:chExt cx="904284" cy="865933"/>
              </a:xfrm>
            </p:grpSpPr>
            <p:sp>
              <p:nvSpPr>
                <p:cNvPr id="301" name="Google Shape;301;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6"/>
                <p:cNvGrpSpPr/>
                <p:nvPr/>
              </p:nvGrpSpPr>
              <p:grpSpPr>
                <a:xfrm>
                  <a:off x="1232795" y="-1740829"/>
                  <a:ext cx="717621" cy="717392"/>
                  <a:chOff x="1483457" y="3953671"/>
                  <a:chExt cx="717621" cy="717392"/>
                </a:xfrm>
              </p:grpSpPr>
              <p:sp>
                <p:nvSpPr>
                  <p:cNvPr id="303" name="Google Shape;303;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8" name="Google Shape;308;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 name="Google Shape;309;p6"/>
            <p:cNvGrpSpPr/>
            <p:nvPr/>
          </p:nvGrpSpPr>
          <p:grpSpPr>
            <a:xfrm rot="5400000">
              <a:off x="-645364" y="3334243"/>
              <a:ext cx="2026426" cy="1570646"/>
              <a:chOff x="-2460210" y="2758493"/>
              <a:chExt cx="1351491" cy="1047516"/>
            </a:xfrm>
          </p:grpSpPr>
          <p:sp>
            <p:nvSpPr>
              <p:cNvPr id="310" name="Google Shape;310;p6"/>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6"/>
            <p:cNvGrpSpPr/>
            <p:nvPr/>
          </p:nvGrpSpPr>
          <p:grpSpPr>
            <a:xfrm>
              <a:off x="598917" y="4530969"/>
              <a:ext cx="1049539" cy="717647"/>
              <a:chOff x="39722" y="4349021"/>
              <a:chExt cx="1061964" cy="726143"/>
            </a:xfrm>
          </p:grpSpPr>
          <p:grpSp>
            <p:nvGrpSpPr>
              <p:cNvPr id="315" name="Google Shape;315;p6"/>
              <p:cNvGrpSpPr/>
              <p:nvPr/>
            </p:nvGrpSpPr>
            <p:grpSpPr>
              <a:xfrm rot="2700000">
                <a:off x="140502" y="4460924"/>
                <a:ext cx="524584" cy="502337"/>
                <a:chOff x="1189791" y="-1767331"/>
                <a:chExt cx="904284" cy="865933"/>
              </a:xfrm>
            </p:grpSpPr>
            <p:sp>
              <p:nvSpPr>
                <p:cNvPr id="316" name="Google Shape;316;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 name="Google Shape;317;p6"/>
                <p:cNvGrpSpPr/>
                <p:nvPr/>
              </p:nvGrpSpPr>
              <p:grpSpPr>
                <a:xfrm>
                  <a:off x="1232795" y="-1740829"/>
                  <a:ext cx="717621" cy="717392"/>
                  <a:chOff x="1483457" y="3953671"/>
                  <a:chExt cx="717621" cy="717392"/>
                </a:xfrm>
              </p:grpSpPr>
              <p:sp>
                <p:nvSpPr>
                  <p:cNvPr id="318" name="Google Shape;318;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3" name="Google Shape;323;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6"/>
            <p:cNvGrpSpPr/>
            <p:nvPr/>
          </p:nvGrpSpPr>
          <p:grpSpPr>
            <a:xfrm>
              <a:off x="-156893" y="4615667"/>
              <a:ext cx="1049539" cy="717647"/>
              <a:chOff x="39722" y="4349021"/>
              <a:chExt cx="1061964" cy="726143"/>
            </a:xfrm>
          </p:grpSpPr>
          <p:grpSp>
            <p:nvGrpSpPr>
              <p:cNvPr id="325" name="Google Shape;325;p6"/>
              <p:cNvGrpSpPr/>
              <p:nvPr/>
            </p:nvGrpSpPr>
            <p:grpSpPr>
              <a:xfrm rot="2700000">
                <a:off x="140502" y="4460924"/>
                <a:ext cx="524584" cy="502337"/>
                <a:chOff x="1189791" y="-1767331"/>
                <a:chExt cx="904284" cy="865933"/>
              </a:xfrm>
            </p:grpSpPr>
            <p:sp>
              <p:nvSpPr>
                <p:cNvPr id="326" name="Google Shape;326;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 name="Google Shape;327;p6"/>
                <p:cNvGrpSpPr/>
                <p:nvPr/>
              </p:nvGrpSpPr>
              <p:grpSpPr>
                <a:xfrm>
                  <a:off x="1232795" y="-1740829"/>
                  <a:ext cx="717621" cy="717392"/>
                  <a:chOff x="1483457" y="3953671"/>
                  <a:chExt cx="717621" cy="717392"/>
                </a:xfrm>
              </p:grpSpPr>
              <p:sp>
                <p:nvSpPr>
                  <p:cNvPr id="328" name="Google Shape;328;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3" name="Google Shape;333;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6"/>
            <p:cNvGrpSpPr/>
            <p:nvPr/>
          </p:nvGrpSpPr>
          <p:grpSpPr>
            <a:xfrm>
              <a:off x="-1422800" y="4822751"/>
              <a:ext cx="4558967" cy="134100"/>
              <a:chOff x="796100" y="3019701"/>
              <a:chExt cx="4558967" cy="134100"/>
            </a:xfrm>
          </p:grpSpPr>
          <p:sp>
            <p:nvSpPr>
              <p:cNvPr id="335" name="Google Shape;335;p6"/>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6" name="Google Shape;336;p6"/>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337" name="Google Shape;337;p6"/>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38" name="Shape 338"/>
        <p:cNvGrpSpPr/>
        <p:nvPr/>
      </p:nvGrpSpPr>
      <p:grpSpPr>
        <a:xfrm>
          <a:off x="0" y="0"/>
          <a:ext cx="0" cy="0"/>
          <a:chOff x="0" y="0"/>
          <a:chExt cx="0" cy="0"/>
        </a:xfrm>
      </p:grpSpPr>
      <p:sp>
        <p:nvSpPr>
          <p:cNvPr id="339" name="Google Shape;339;p7"/>
          <p:cNvSpPr txBox="1"/>
          <p:nvPr>
            <p:ph idx="1" type="subTitle"/>
          </p:nvPr>
        </p:nvSpPr>
        <p:spPr>
          <a:xfrm>
            <a:off x="713225" y="1160775"/>
            <a:ext cx="7710900" cy="3455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AutoNum type="arabicPeriod"/>
              <a:defRPr sz="1400"/>
            </a:lvl1pPr>
            <a:lvl2pPr lvl="1" rtl="0">
              <a:lnSpc>
                <a:spcPct val="100000"/>
              </a:lnSpc>
              <a:spcBef>
                <a:spcPts val="0"/>
              </a:spcBef>
              <a:spcAft>
                <a:spcPts val="0"/>
              </a:spcAft>
              <a:buClr>
                <a:srgbClr val="999999"/>
              </a:buClr>
              <a:buSzPts val="800"/>
              <a:buFont typeface="Open Sans"/>
              <a:buAutoNum type="alphaLcPeriod"/>
              <a:defRPr/>
            </a:lvl2pPr>
            <a:lvl3pPr lvl="2" rtl="0">
              <a:lnSpc>
                <a:spcPct val="100000"/>
              </a:lnSpc>
              <a:spcBef>
                <a:spcPts val="0"/>
              </a:spcBef>
              <a:spcAft>
                <a:spcPts val="0"/>
              </a:spcAft>
              <a:buClr>
                <a:srgbClr val="999999"/>
              </a:buClr>
              <a:buSzPts val="800"/>
              <a:buFont typeface="Open Sans"/>
              <a:buAutoNum type="romanLcPeriod"/>
              <a:defRPr/>
            </a:lvl3pPr>
            <a:lvl4pPr lvl="3" rtl="0">
              <a:lnSpc>
                <a:spcPct val="100000"/>
              </a:lnSpc>
              <a:spcBef>
                <a:spcPts val="0"/>
              </a:spcBef>
              <a:spcAft>
                <a:spcPts val="0"/>
              </a:spcAft>
              <a:buClr>
                <a:srgbClr val="999999"/>
              </a:buClr>
              <a:buSzPts val="800"/>
              <a:buFont typeface="Open Sans"/>
              <a:buAutoNum type="arabicPeriod"/>
              <a:defRPr/>
            </a:lvl4pPr>
            <a:lvl5pPr lvl="4" rtl="0">
              <a:lnSpc>
                <a:spcPct val="100000"/>
              </a:lnSpc>
              <a:spcBef>
                <a:spcPts val="0"/>
              </a:spcBef>
              <a:spcAft>
                <a:spcPts val="0"/>
              </a:spcAft>
              <a:buClr>
                <a:srgbClr val="999999"/>
              </a:buClr>
              <a:buSzPts val="1200"/>
              <a:buFont typeface="Open Sans"/>
              <a:buAutoNum type="alphaLcPeriod"/>
              <a:defRPr/>
            </a:lvl5pPr>
            <a:lvl6pPr lvl="5" rtl="0">
              <a:lnSpc>
                <a:spcPct val="100000"/>
              </a:lnSpc>
              <a:spcBef>
                <a:spcPts val="0"/>
              </a:spcBef>
              <a:spcAft>
                <a:spcPts val="0"/>
              </a:spcAft>
              <a:buClr>
                <a:srgbClr val="999999"/>
              </a:buClr>
              <a:buSzPts val="1200"/>
              <a:buFont typeface="Open Sans"/>
              <a:buAutoNum type="romanLcPeriod"/>
              <a:defRPr/>
            </a:lvl6pPr>
            <a:lvl7pPr lvl="6" rtl="0">
              <a:lnSpc>
                <a:spcPct val="100000"/>
              </a:lnSpc>
              <a:spcBef>
                <a:spcPts val="0"/>
              </a:spcBef>
              <a:spcAft>
                <a:spcPts val="0"/>
              </a:spcAft>
              <a:buClr>
                <a:srgbClr val="999999"/>
              </a:buClr>
              <a:buSzPts val="700"/>
              <a:buFont typeface="Open Sans"/>
              <a:buAutoNum type="arabicPeriod"/>
              <a:defRPr/>
            </a:lvl7pPr>
            <a:lvl8pPr lvl="7" rtl="0">
              <a:lnSpc>
                <a:spcPct val="100000"/>
              </a:lnSpc>
              <a:spcBef>
                <a:spcPts val="0"/>
              </a:spcBef>
              <a:spcAft>
                <a:spcPts val="0"/>
              </a:spcAft>
              <a:buClr>
                <a:srgbClr val="999999"/>
              </a:buClr>
              <a:buSzPts val="700"/>
              <a:buFont typeface="Open Sans"/>
              <a:buAutoNum type="alphaLcPeriod"/>
              <a:defRPr/>
            </a:lvl8pPr>
            <a:lvl9pPr lvl="8" rtl="0">
              <a:lnSpc>
                <a:spcPct val="100000"/>
              </a:lnSpc>
              <a:spcBef>
                <a:spcPts val="0"/>
              </a:spcBef>
              <a:spcAft>
                <a:spcPts val="0"/>
              </a:spcAft>
              <a:buClr>
                <a:srgbClr val="999999"/>
              </a:buClr>
              <a:buSzPts val="600"/>
              <a:buFont typeface="Open Sans"/>
              <a:buAutoNum type="romanLcPeriod"/>
              <a:defRPr/>
            </a:lvl9pPr>
          </a:lstStyle>
          <a:p/>
        </p:txBody>
      </p:sp>
      <p:sp>
        <p:nvSpPr>
          <p:cNvPr id="340" name="Google Shape;340;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41" name="Google Shape;341;p7"/>
          <p:cNvGrpSpPr/>
          <p:nvPr/>
        </p:nvGrpSpPr>
        <p:grpSpPr>
          <a:xfrm>
            <a:off x="8934675" y="3943438"/>
            <a:ext cx="439200" cy="439100"/>
            <a:chOff x="1101075" y="2142375"/>
            <a:chExt cx="439200" cy="439100"/>
          </a:xfrm>
        </p:grpSpPr>
        <p:sp>
          <p:nvSpPr>
            <p:cNvPr id="342" name="Google Shape;342;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7"/>
          <p:cNvGrpSpPr/>
          <p:nvPr/>
        </p:nvGrpSpPr>
        <p:grpSpPr>
          <a:xfrm>
            <a:off x="5481594" y="-3117615"/>
            <a:ext cx="5954334" cy="6142759"/>
            <a:chOff x="5329194" y="-2965215"/>
            <a:chExt cx="5954334" cy="6142759"/>
          </a:xfrm>
        </p:grpSpPr>
        <p:sp>
          <p:nvSpPr>
            <p:cNvPr id="345" name="Google Shape;345;p7"/>
            <p:cNvSpPr/>
            <p:nvPr/>
          </p:nvSpPr>
          <p:spPr>
            <a:xfrm rot="-2700000">
              <a:off x="6677338" y="-230693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7"/>
            <p:cNvSpPr/>
            <p:nvPr/>
          </p:nvSpPr>
          <p:spPr>
            <a:xfrm rot="-2700000">
              <a:off x="6782013" y="-260003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 name="Google Shape;347;p7"/>
            <p:cNvGrpSpPr/>
            <p:nvPr/>
          </p:nvGrpSpPr>
          <p:grpSpPr>
            <a:xfrm rot="10800000">
              <a:off x="5710125" y="185651"/>
              <a:ext cx="4558967" cy="134100"/>
              <a:chOff x="796100" y="3019701"/>
              <a:chExt cx="4558967" cy="134100"/>
            </a:xfrm>
          </p:grpSpPr>
          <p:sp>
            <p:nvSpPr>
              <p:cNvPr id="348" name="Google Shape;348;p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9" name="Google Shape;349;p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350" name="Google Shape;350;p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 name="Google Shape;351;p7"/>
          <p:cNvGrpSpPr/>
          <p:nvPr/>
        </p:nvGrpSpPr>
        <p:grpSpPr>
          <a:xfrm flipH="1">
            <a:off x="-503516" y="3986929"/>
            <a:ext cx="5249359" cy="2992224"/>
            <a:chOff x="-258616" y="3430829"/>
            <a:chExt cx="5249359" cy="2992224"/>
          </a:xfrm>
        </p:grpSpPr>
        <p:pic>
          <p:nvPicPr>
            <p:cNvPr id="352" name="Google Shape;352;p7"/>
            <p:cNvPicPr preferRelativeResize="0"/>
            <p:nvPr/>
          </p:nvPicPr>
          <p:blipFill rotWithShape="1">
            <a:blip r:embed="rId2">
              <a:alphaModFix/>
            </a:blip>
            <a:srcRect b="26177" l="16960" r="7121" t="24719"/>
            <a:stretch/>
          </p:blipFill>
          <p:spPr>
            <a:xfrm>
              <a:off x="1070243" y="3430829"/>
              <a:ext cx="3920501" cy="2992224"/>
            </a:xfrm>
            <a:prstGeom prst="rect">
              <a:avLst/>
            </a:prstGeom>
            <a:noFill/>
            <a:ln>
              <a:noFill/>
            </a:ln>
          </p:spPr>
        </p:pic>
        <p:sp>
          <p:nvSpPr>
            <p:cNvPr id="353" name="Google Shape;353;p7"/>
            <p:cNvSpPr/>
            <p:nvPr/>
          </p:nvSpPr>
          <p:spPr>
            <a:xfrm>
              <a:off x="363250" y="46677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7"/>
            <p:cNvSpPr/>
            <p:nvPr/>
          </p:nvSpPr>
          <p:spPr>
            <a:xfrm>
              <a:off x="941424" y="47243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7"/>
            <p:cNvSpPr/>
            <p:nvPr/>
          </p:nvSpPr>
          <p:spPr>
            <a:xfrm>
              <a:off x="820562" y="49581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7"/>
            <p:cNvSpPr/>
            <p:nvPr/>
          </p:nvSpPr>
          <p:spPr>
            <a:xfrm>
              <a:off x="1299000" y="4608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7"/>
            <p:cNvSpPr/>
            <p:nvPr/>
          </p:nvSpPr>
          <p:spPr>
            <a:xfrm rot="5400000">
              <a:off x="447539" y="31337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 name="Google Shape;358;p7"/>
            <p:cNvGrpSpPr/>
            <p:nvPr/>
          </p:nvGrpSpPr>
          <p:grpSpPr>
            <a:xfrm>
              <a:off x="736485" y="4387072"/>
              <a:ext cx="161977" cy="161940"/>
              <a:chOff x="1101075" y="2142375"/>
              <a:chExt cx="439200" cy="439100"/>
            </a:xfrm>
          </p:grpSpPr>
          <p:sp>
            <p:nvSpPr>
              <p:cNvPr id="359" name="Google Shape;359;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7"/>
            <p:cNvGrpSpPr/>
            <p:nvPr/>
          </p:nvGrpSpPr>
          <p:grpSpPr>
            <a:xfrm rot="10800000">
              <a:off x="2118901" y="4805293"/>
              <a:ext cx="161977" cy="161940"/>
              <a:chOff x="1101075" y="2142375"/>
              <a:chExt cx="439200" cy="439100"/>
            </a:xfrm>
          </p:grpSpPr>
          <p:sp>
            <p:nvSpPr>
              <p:cNvPr id="362" name="Google Shape;362;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64" name="Shape 364"/>
        <p:cNvGrpSpPr/>
        <p:nvPr/>
      </p:nvGrpSpPr>
      <p:grpSpPr>
        <a:xfrm>
          <a:off x="0" y="0"/>
          <a:ext cx="0" cy="0"/>
          <a:chOff x="0" y="0"/>
          <a:chExt cx="0" cy="0"/>
        </a:xfrm>
      </p:grpSpPr>
      <p:sp>
        <p:nvSpPr>
          <p:cNvPr id="365" name="Google Shape;365;p8"/>
          <p:cNvSpPr txBox="1"/>
          <p:nvPr>
            <p:ph type="title"/>
          </p:nvPr>
        </p:nvSpPr>
        <p:spPr>
          <a:xfrm>
            <a:off x="713225" y="2122600"/>
            <a:ext cx="7297500" cy="9102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rot="5400000">
                <a:off x="391825" y="3465468"/>
                <a:ext cx="687411" cy="1771028"/>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 name="Google Shape;370;p8"/>
            <p:cNvSpPr/>
            <p:nvPr/>
          </p:nvSpPr>
          <p:spPr>
            <a:xfrm rot="5400000">
              <a:off x="7783092" y="-77047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rot="5400000">
              <a:off x="7617537" y="-361157"/>
              <a:ext cx="687411" cy="1771028"/>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75" name="Shape 375"/>
        <p:cNvGrpSpPr/>
        <p:nvPr/>
      </p:nvGrpSpPr>
      <p:grpSpPr>
        <a:xfrm>
          <a:off x="0" y="0"/>
          <a:ext cx="0" cy="0"/>
          <a:chOff x="0" y="0"/>
          <a:chExt cx="0" cy="0"/>
        </a:xfrm>
      </p:grpSpPr>
      <p:sp>
        <p:nvSpPr>
          <p:cNvPr id="376" name="Google Shape;376;p9"/>
          <p:cNvSpPr txBox="1"/>
          <p:nvPr>
            <p:ph type="title"/>
          </p:nvPr>
        </p:nvSpPr>
        <p:spPr>
          <a:xfrm>
            <a:off x="720000" y="479750"/>
            <a:ext cx="3145200" cy="18435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7" name="Google Shape;377;p9"/>
          <p:cNvSpPr txBox="1"/>
          <p:nvPr>
            <p:ph idx="1" type="subTitle"/>
          </p:nvPr>
        </p:nvSpPr>
        <p:spPr>
          <a:xfrm>
            <a:off x="720000" y="2359400"/>
            <a:ext cx="3145200" cy="2249400"/>
          </a:xfrm>
          <a:prstGeom prst="rect">
            <a:avLst/>
          </a:prstGeom>
        </p:spPr>
        <p:txBody>
          <a:bodyPr anchorCtr="0" anchor="t" bIns="91425" lIns="91425" spcFirstLastPara="1" rIns="91425" wrap="square" tIns="91425">
            <a:noAutofit/>
          </a:bodyPr>
          <a:lstStyle>
            <a:lvl1pPr lvl="0" rtl="0">
              <a:spcBef>
                <a:spcPts val="0"/>
              </a:spcBef>
              <a:spcAft>
                <a:spcPts val="0"/>
              </a:spcAft>
              <a:buSzPts val="800"/>
              <a:buFont typeface="Open Sans"/>
              <a:buChar char="●"/>
              <a:defRPr/>
            </a:lvl1pPr>
            <a:lvl2pPr lvl="1" rtl="0" algn="ctr">
              <a:lnSpc>
                <a:spcPct val="100000"/>
              </a:lnSpc>
              <a:spcBef>
                <a:spcPts val="0"/>
              </a:spcBef>
              <a:spcAft>
                <a:spcPts val="0"/>
              </a:spcAft>
              <a:buSzPts val="800"/>
              <a:buFont typeface="Open Sans"/>
              <a:buChar char="○"/>
              <a:defRPr/>
            </a:lvl2pPr>
            <a:lvl3pPr lvl="2" rtl="0" algn="ctr">
              <a:lnSpc>
                <a:spcPct val="100000"/>
              </a:lnSpc>
              <a:spcBef>
                <a:spcPts val="0"/>
              </a:spcBef>
              <a:spcAft>
                <a:spcPts val="0"/>
              </a:spcAft>
              <a:buSzPts val="800"/>
              <a:buFont typeface="Open Sans"/>
              <a:buChar char="■"/>
              <a:defRPr/>
            </a:lvl3pPr>
            <a:lvl4pPr lvl="3" rtl="0" algn="ctr">
              <a:lnSpc>
                <a:spcPct val="100000"/>
              </a:lnSpc>
              <a:spcBef>
                <a:spcPts val="0"/>
              </a:spcBef>
              <a:spcAft>
                <a:spcPts val="0"/>
              </a:spcAft>
              <a:buSzPts val="800"/>
              <a:buFont typeface="Open Sans"/>
              <a:buChar char="●"/>
              <a:defRPr/>
            </a:lvl4pPr>
            <a:lvl5pPr lvl="4" rtl="0" algn="ctr">
              <a:lnSpc>
                <a:spcPct val="100000"/>
              </a:lnSpc>
              <a:spcBef>
                <a:spcPts val="0"/>
              </a:spcBef>
              <a:spcAft>
                <a:spcPts val="0"/>
              </a:spcAft>
              <a:buSzPts val="1200"/>
              <a:buFont typeface="Open Sans"/>
              <a:buChar char="○"/>
              <a:defRPr/>
            </a:lvl5pPr>
            <a:lvl6pPr lvl="5" rtl="0" algn="ctr">
              <a:lnSpc>
                <a:spcPct val="100000"/>
              </a:lnSpc>
              <a:spcBef>
                <a:spcPts val="0"/>
              </a:spcBef>
              <a:spcAft>
                <a:spcPts val="0"/>
              </a:spcAft>
              <a:buSzPts val="1200"/>
              <a:buFont typeface="Open Sans"/>
              <a:buChar char="■"/>
              <a:defRPr/>
            </a:lvl6pPr>
            <a:lvl7pPr lvl="6" rtl="0" algn="ctr">
              <a:lnSpc>
                <a:spcPct val="100000"/>
              </a:lnSpc>
              <a:spcBef>
                <a:spcPts val="0"/>
              </a:spcBef>
              <a:spcAft>
                <a:spcPts val="0"/>
              </a:spcAft>
              <a:buSzPts val="700"/>
              <a:buFont typeface="Open Sans"/>
              <a:buChar char="●"/>
              <a:defRPr/>
            </a:lvl7pPr>
            <a:lvl8pPr lvl="7" rtl="0" algn="ctr">
              <a:lnSpc>
                <a:spcPct val="100000"/>
              </a:lnSpc>
              <a:spcBef>
                <a:spcPts val="0"/>
              </a:spcBef>
              <a:spcAft>
                <a:spcPts val="0"/>
              </a:spcAft>
              <a:buSzPts val="700"/>
              <a:buFont typeface="Open Sans"/>
              <a:buChar char="○"/>
              <a:defRPr/>
            </a:lvl8pPr>
            <a:lvl9pPr lvl="8" rtl="0" algn="ctr">
              <a:lnSpc>
                <a:spcPct val="100000"/>
              </a:lnSpc>
              <a:spcBef>
                <a:spcPts val="0"/>
              </a:spcBef>
              <a:spcAft>
                <a:spcPts val="0"/>
              </a:spcAft>
              <a:buSzPts val="600"/>
              <a:buFont typeface="Open Sans"/>
              <a:buChar char="■"/>
              <a:defRPr/>
            </a:lvl9pPr>
          </a:lstStyle>
          <a:p/>
        </p:txBody>
      </p:sp>
      <p:sp>
        <p:nvSpPr>
          <p:cNvPr id="378" name="Google Shape;378;p9"/>
          <p:cNvSpPr/>
          <p:nvPr>
            <p:ph idx="2" type="pic"/>
          </p:nvPr>
        </p:nvSpPr>
        <p:spPr>
          <a:xfrm>
            <a:off x="4135800" y="539500"/>
            <a:ext cx="4295100" cy="4069200"/>
          </a:xfrm>
          <a:prstGeom prst="snip1Rect">
            <a:avLst>
              <a:gd fmla="val 16667" name="adj"/>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b="26177" l="16960" r="7121" t="24719"/>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9"/>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9"/>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 name="Google Shape;398;p9"/>
            <p:cNvSpPr/>
            <p:nvPr/>
          </p:nvSpPr>
          <p:spPr>
            <a:xfrm rot="5400000">
              <a:off x="501466" y="-1277128"/>
              <a:ext cx="1031181" cy="275218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9"/>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9"/>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9"/>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9"/>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9"/>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9"/>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 name="Google Shape;407;p9"/>
          <p:cNvGrpSpPr/>
          <p:nvPr/>
        </p:nvGrpSpPr>
        <p:grpSpPr>
          <a:xfrm>
            <a:off x="6719910" y="2898312"/>
            <a:ext cx="3920501" cy="3213899"/>
            <a:chOff x="6643710" y="2822113"/>
            <a:chExt cx="3920501" cy="3213899"/>
          </a:xfrm>
        </p:grpSpPr>
        <p:sp>
          <p:nvSpPr>
            <p:cNvPr id="408" name="Google Shape;408;p9"/>
            <p:cNvSpPr/>
            <p:nvPr/>
          </p:nvSpPr>
          <p:spPr>
            <a:xfrm>
              <a:off x="8764950" y="2822113"/>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9" name="Google Shape;409;p9"/>
            <p:cNvPicPr preferRelativeResize="0"/>
            <p:nvPr/>
          </p:nvPicPr>
          <p:blipFill rotWithShape="1">
            <a:blip r:embed="rId2">
              <a:alphaModFix/>
            </a:blip>
            <a:srcRect b="26177" l="16960" r="7121" t="24719"/>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9"/>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9"/>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9"/>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9"/>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 name="Google Shape;418;p9"/>
            <p:cNvSpPr/>
            <p:nvPr/>
          </p:nvSpPr>
          <p:spPr>
            <a:xfrm rot="10800000">
              <a:off x="7869624" y="292026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9"/>
            <p:cNvSpPr/>
            <p:nvPr/>
          </p:nvSpPr>
          <p:spPr>
            <a:xfrm rot="10800000">
              <a:off x="8028970" y="292088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 name="Google Shape;420;p9"/>
          <p:cNvGrpSpPr/>
          <p:nvPr/>
        </p:nvGrpSpPr>
        <p:grpSpPr>
          <a:xfrm>
            <a:off x="-1953175" y="4816451"/>
            <a:ext cx="4558967" cy="134100"/>
            <a:chOff x="796100" y="3019701"/>
            <a:chExt cx="4558967" cy="134100"/>
          </a:xfrm>
        </p:grpSpPr>
        <p:sp>
          <p:nvSpPr>
            <p:cNvPr id="421" name="Google Shape;421;p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 name="Google Shape;422;p9"/>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423" name="Google Shape;423;p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24" name="Shape 424"/>
        <p:cNvGrpSpPr/>
        <p:nvPr/>
      </p:nvGrpSpPr>
      <p:grpSpPr>
        <a:xfrm>
          <a:off x="0" y="0"/>
          <a:ext cx="0" cy="0"/>
          <a:chOff x="0" y="0"/>
          <a:chExt cx="0" cy="0"/>
        </a:xfrm>
      </p:grpSpPr>
      <p:sp>
        <p:nvSpPr>
          <p:cNvPr id="425" name="Google Shape;425;p10"/>
          <p:cNvSpPr/>
          <p:nvPr>
            <p:ph idx="2" type="pic"/>
          </p:nvPr>
        </p:nvSpPr>
        <p:spPr>
          <a:xfrm>
            <a:off x="0" y="0"/>
            <a:ext cx="9144000" cy="5143500"/>
          </a:xfrm>
          <a:prstGeom prst="rect">
            <a:avLst/>
          </a:prstGeom>
          <a:noFill/>
          <a:ln>
            <a:noFill/>
          </a:ln>
        </p:spPr>
      </p:sp>
      <p:sp>
        <p:nvSpPr>
          <p:cNvPr id="426" name="Google Shape;426;p10"/>
          <p:cNvSpPr txBox="1"/>
          <p:nvPr>
            <p:ph type="title"/>
          </p:nvPr>
        </p:nvSpPr>
        <p:spPr>
          <a:xfrm>
            <a:off x="720000" y="539500"/>
            <a:ext cx="3672000" cy="93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000"/>
              <a:buNone/>
              <a:defRPr sz="2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7" name="Shape 427"/>
        <p:cNvGrpSpPr/>
        <p:nvPr/>
      </p:nvGrpSpPr>
      <p:grpSpPr>
        <a:xfrm>
          <a:off x="0" y="0"/>
          <a:ext cx="0" cy="0"/>
          <a:chOff x="0" y="0"/>
          <a:chExt cx="0" cy="0"/>
        </a:xfrm>
      </p:grpSpPr>
      <p:sp>
        <p:nvSpPr>
          <p:cNvPr id="428" name="Google Shape;428;p11"/>
          <p:cNvSpPr txBox="1"/>
          <p:nvPr>
            <p:ph hasCustomPrompt="1" type="title"/>
          </p:nvPr>
        </p:nvSpPr>
        <p:spPr>
          <a:xfrm>
            <a:off x="713225" y="1766475"/>
            <a:ext cx="6576000" cy="1036200"/>
          </a:xfrm>
          <a:prstGeom prst="rect">
            <a:avLst/>
          </a:prstGeom>
        </p:spPr>
        <p:txBody>
          <a:bodyPr anchorCtr="0" anchor="b" bIns="91425" lIns="91425" spcFirstLastPara="1" rIns="91425" wrap="square" tIns="91425">
            <a:noAutofit/>
          </a:bodyPr>
          <a:lstStyle>
            <a:lvl1pPr lvl="0">
              <a:spcBef>
                <a:spcPts val="0"/>
              </a:spcBef>
              <a:spcAft>
                <a:spcPts val="0"/>
              </a:spcAft>
              <a:buSzPts val="9600"/>
              <a:buFont typeface="Be Vietnam Pro"/>
              <a:buNone/>
              <a:defRPr sz="6000">
                <a:latin typeface="Be Vietnam Pro"/>
                <a:ea typeface="Be Vietnam Pro"/>
                <a:cs typeface="Be Vietnam Pro"/>
                <a:sym typeface="Be Vietnam Pro"/>
              </a:defRPr>
            </a:lvl1pPr>
            <a:lvl2pPr lvl="1" algn="ctr">
              <a:spcBef>
                <a:spcPts val="0"/>
              </a:spcBef>
              <a:spcAft>
                <a:spcPts val="0"/>
              </a:spcAft>
              <a:buSzPts val="9600"/>
              <a:buFont typeface="Be Vietnam Pro"/>
              <a:buNone/>
              <a:defRPr sz="9600">
                <a:latin typeface="Be Vietnam Pro"/>
                <a:ea typeface="Be Vietnam Pro"/>
                <a:cs typeface="Be Vietnam Pro"/>
                <a:sym typeface="Be Vietnam Pro"/>
              </a:defRPr>
            </a:lvl2pPr>
            <a:lvl3pPr lvl="2" algn="ctr">
              <a:spcBef>
                <a:spcPts val="0"/>
              </a:spcBef>
              <a:spcAft>
                <a:spcPts val="0"/>
              </a:spcAft>
              <a:buSzPts val="9600"/>
              <a:buFont typeface="Be Vietnam Pro"/>
              <a:buNone/>
              <a:defRPr sz="9600">
                <a:latin typeface="Be Vietnam Pro"/>
                <a:ea typeface="Be Vietnam Pro"/>
                <a:cs typeface="Be Vietnam Pro"/>
                <a:sym typeface="Be Vietnam Pro"/>
              </a:defRPr>
            </a:lvl3pPr>
            <a:lvl4pPr lvl="3" algn="ctr">
              <a:spcBef>
                <a:spcPts val="0"/>
              </a:spcBef>
              <a:spcAft>
                <a:spcPts val="0"/>
              </a:spcAft>
              <a:buSzPts val="9600"/>
              <a:buFont typeface="Be Vietnam Pro"/>
              <a:buNone/>
              <a:defRPr sz="9600">
                <a:latin typeface="Be Vietnam Pro"/>
                <a:ea typeface="Be Vietnam Pro"/>
                <a:cs typeface="Be Vietnam Pro"/>
                <a:sym typeface="Be Vietnam Pro"/>
              </a:defRPr>
            </a:lvl4pPr>
            <a:lvl5pPr lvl="4" algn="ctr">
              <a:spcBef>
                <a:spcPts val="0"/>
              </a:spcBef>
              <a:spcAft>
                <a:spcPts val="0"/>
              </a:spcAft>
              <a:buSzPts val="9600"/>
              <a:buFont typeface="Be Vietnam Pro"/>
              <a:buNone/>
              <a:defRPr sz="9600">
                <a:latin typeface="Be Vietnam Pro"/>
                <a:ea typeface="Be Vietnam Pro"/>
                <a:cs typeface="Be Vietnam Pro"/>
                <a:sym typeface="Be Vietnam Pro"/>
              </a:defRPr>
            </a:lvl5pPr>
            <a:lvl6pPr lvl="5" algn="ctr">
              <a:spcBef>
                <a:spcPts val="0"/>
              </a:spcBef>
              <a:spcAft>
                <a:spcPts val="0"/>
              </a:spcAft>
              <a:buSzPts val="9600"/>
              <a:buFont typeface="Be Vietnam Pro"/>
              <a:buNone/>
              <a:defRPr sz="9600">
                <a:latin typeface="Be Vietnam Pro"/>
                <a:ea typeface="Be Vietnam Pro"/>
                <a:cs typeface="Be Vietnam Pro"/>
                <a:sym typeface="Be Vietnam Pro"/>
              </a:defRPr>
            </a:lvl6pPr>
            <a:lvl7pPr lvl="6" algn="ctr">
              <a:spcBef>
                <a:spcPts val="0"/>
              </a:spcBef>
              <a:spcAft>
                <a:spcPts val="0"/>
              </a:spcAft>
              <a:buSzPts val="9600"/>
              <a:buFont typeface="Be Vietnam Pro"/>
              <a:buNone/>
              <a:defRPr sz="9600">
                <a:latin typeface="Be Vietnam Pro"/>
                <a:ea typeface="Be Vietnam Pro"/>
                <a:cs typeface="Be Vietnam Pro"/>
                <a:sym typeface="Be Vietnam Pro"/>
              </a:defRPr>
            </a:lvl7pPr>
            <a:lvl8pPr lvl="7" algn="ctr">
              <a:spcBef>
                <a:spcPts val="0"/>
              </a:spcBef>
              <a:spcAft>
                <a:spcPts val="0"/>
              </a:spcAft>
              <a:buSzPts val="9600"/>
              <a:buFont typeface="Be Vietnam Pro"/>
              <a:buNone/>
              <a:defRPr sz="9600">
                <a:latin typeface="Be Vietnam Pro"/>
                <a:ea typeface="Be Vietnam Pro"/>
                <a:cs typeface="Be Vietnam Pro"/>
                <a:sym typeface="Be Vietnam Pro"/>
              </a:defRPr>
            </a:lvl8pPr>
            <a:lvl9pPr lvl="8" algn="ctr">
              <a:spcBef>
                <a:spcPts val="0"/>
              </a:spcBef>
              <a:spcAft>
                <a:spcPts val="0"/>
              </a:spcAft>
              <a:buSzPts val="9600"/>
              <a:buFont typeface="Be Vietnam Pro"/>
              <a:buNone/>
              <a:defRPr sz="9600">
                <a:latin typeface="Be Vietnam Pro"/>
                <a:ea typeface="Be Vietnam Pro"/>
                <a:cs typeface="Be Vietnam Pro"/>
                <a:sym typeface="Be Vietnam Pro"/>
              </a:defRPr>
            </a:lvl9pPr>
          </a:lstStyle>
          <a:p>
            <a:r>
              <a:t>xx%</a:t>
            </a:r>
          </a:p>
        </p:txBody>
      </p:sp>
      <p:sp>
        <p:nvSpPr>
          <p:cNvPr id="429" name="Google Shape;429;p11"/>
          <p:cNvSpPr txBox="1"/>
          <p:nvPr>
            <p:ph idx="1" type="subTitle"/>
          </p:nvPr>
        </p:nvSpPr>
        <p:spPr>
          <a:xfrm>
            <a:off x="713225" y="3118375"/>
            <a:ext cx="6576000" cy="49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430" name="Google Shape;430;p11"/>
          <p:cNvGrpSpPr/>
          <p:nvPr/>
        </p:nvGrpSpPr>
        <p:grpSpPr>
          <a:xfrm>
            <a:off x="-889904" y="40831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1"/>
              <p:cNvSpPr/>
              <p:nvPr/>
            </p:nvSpPr>
            <p:spPr>
              <a:xfrm rot="-5400000">
                <a:off x="891329" y="3148090"/>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 name="Google Shape;470;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 name="Google Shape;478;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 name="Google Shape;486;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9" name="Google Shape;489;p11"/>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1"/>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493" name="Shape 49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94" name="Shape 494"/>
        <p:cNvGrpSpPr/>
        <p:nvPr/>
      </p:nvGrpSpPr>
      <p:grpSpPr>
        <a:xfrm>
          <a:off x="0" y="0"/>
          <a:ext cx="0" cy="0"/>
          <a:chOff x="0" y="0"/>
          <a:chExt cx="0" cy="0"/>
        </a:xfrm>
      </p:grpSpPr>
      <p:sp>
        <p:nvSpPr>
          <p:cNvPr id="495" name="Google Shape;49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96" name="Google Shape;496;p13"/>
          <p:cNvSpPr txBox="1"/>
          <p:nvPr>
            <p:ph idx="1" type="subTitle"/>
          </p:nvPr>
        </p:nvSpPr>
        <p:spPr>
          <a:xfrm>
            <a:off x="720000" y="2244725"/>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7" name="Google Shape;497;p13"/>
          <p:cNvSpPr txBox="1"/>
          <p:nvPr>
            <p:ph idx="2" type="subTitle"/>
          </p:nvPr>
        </p:nvSpPr>
        <p:spPr>
          <a:xfrm>
            <a:off x="4366700" y="2244725"/>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8" name="Google Shape;498;p13"/>
          <p:cNvSpPr txBox="1"/>
          <p:nvPr>
            <p:ph idx="3" type="subTitle"/>
          </p:nvPr>
        </p:nvSpPr>
        <p:spPr>
          <a:xfrm>
            <a:off x="720000" y="3940900"/>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9" name="Google Shape;499;p13"/>
          <p:cNvSpPr txBox="1"/>
          <p:nvPr>
            <p:ph idx="4" type="subTitle"/>
          </p:nvPr>
        </p:nvSpPr>
        <p:spPr>
          <a:xfrm>
            <a:off x="4366700" y="3940900"/>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0" name="Google Shape;500;p13"/>
          <p:cNvSpPr txBox="1"/>
          <p:nvPr>
            <p:ph hasCustomPrompt="1" idx="5" type="title"/>
          </p:nvPr>
        </p:nvSpPr>
        <p:spPr>
          <a:xfrm>
            <a:off x="720003" y="1344775"/>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Be Vietnam Pro"/>
                <a:ea typeface="Be Vietnam Pro"/>
                <a:cs typeface="Be Vietnam Pro"/>
                <a:sym typeface="Be Vietnam Pro"/>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p:nvPr>
            <p:ph hasCustomPrompt="1" idx="6" type="title"/>
          </p:nvPr>
        </p:nvSpPr>
        <p:spPr>
          <a:xfrm>
            <a:off x="720003" y="3040971"/>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Be Vietnam Pro"/>
                <a:ea typeface="Be Vietnam Pro"/>
                <a:cs typeface="Be Vietnam Pro"/>
                <a:sym typeface="Be Vietnam Pro"/>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p:nvPr>
            <p:ph hasCustomPrompt="1" idx="7" type="title"/>
          </p:nvPr>
        </p:nvSpPr>
        <p:spPr>
          <a:xfrm>
            <a:off x="4366698" y="1344775"/>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Be Vietnam Pro"/>
                <a:ea typeface="Be Vietnam Pro"/>
                <a:cs typeface="Be Vietnam Pro"/>
                <a:sym typeface="Be Vietnam Pro"/>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p:nvPr>
            <p:ph hasCustomPrompt="1" idx="8" type="title"/>
          </p:nvPr>
        </p:nvSpPr>
        <p:spPr>
          <a:xfrm>
            <a:off x="4366698" y="3040971"/>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Be Vietnam Pro"/>
                <a:ea typeface="Be Vietnam Pro"/>
                <a:cs typeface="Be Vietnam Pro"/>
                <a:sym typeface="Be Vietnam Pro"/>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4" name="Google Shape;504;p13"/>
          <p:cNvSpPr txBox="1"/>
          <p:nvPr>
            <p:ph idx="9" type="subTitle"/>
          </p:nvPr>
        </p:nvSpPr>
        <p:spPr>
          <a:xfrm>
            <a:off x="720000" y="1918675"/>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urce Code Pro"/>
              <a:buNone/>
              <a:defRPr b="1" sz="1900">
                <a:latin typeface="IBM Plex Mono"/>
                <a:ea typeface="IBM Plex Mono"/>
                <a:cs typeface="IBM Plex Mono"/>
                <a:sym typeface="IBM Plex Mono"/>
              </a:defRPr>
            </a:lvl1pPr>
            <a:lvl2pPr lvl="1"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2pPr>
            <a:lvl3pPr lvl="2"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3pPr>
            <a:lvl4pPr lvl="3"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4pPr>
            <a:lvl5pPr lvl="4"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5pPr>
            <a:lvl6pPr lvl="5"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6pPr>
            <a:lvl7pPr lvl="6"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7pPr>
            <a:lvl8pPr lvl="7"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8pPr>
            <a:lvl9pPr lvl="8"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9pPr>
          </a:lstStyle>
          <a:p/>
        </p:txBody>
      </p:sp>
      <p:sp>
        <p:nvSpPr>
          <p:cNvPr id="505" name="Google Shape;505;p13"/>
          <p:cNvSpPr txBox="1"/>
          <p:nvPr>
            <p:ph idx="13" type="subTitle"/>
          </p:nvPr>
        </p:nvSpPr>
        <p:spPr>
          <a:xfrm>
            <a:off x="4366698" y="1918675"/>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urce Code Pro"/>
              <a:buNone/>
              <a:defRPr b="1" sz="1900">
                <a:latin typeface="IBM Plex Mono"/>
                <a:ea typeface="IBM Plex Mono"/>
                <a:cs typeface="IBM Plex Mono"/>
                <a:sym typeface="IBM Plex Mono"/>
              </a:defRPr>
            </a:lvl1pPr>
            <a:lvl2pPr lvl="1"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2pPr>
            <a:lvl3pPr lvl="2"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3pPr>
            <a:lvl4pPr lvl="3"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4pPr>
            <a:lvl5pPr lvl="4"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5pPr>
            <a:lvl6pPr lvl="5"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6pPr>
            <a:lvl7pPr lvl="6"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7pPr>
            <a:lvl8pPr lvl="7"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8pPr>
            <a:lvl9pPr lvl="8"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9pPr>
          </a:lstStyle>
          <a:p/>
        </p:txBody>
      </p:sp>
      <p:sp>
        <p:nvSpPr>
          <p:cNvPr id="506" name="Google Shape;506;p13"/>
          <p:cNvSpPr txBox="1"/>
          <p:nvPr>
            <p:ph idx="14" type="subTitle"/>
          </p:nvPr>
        </p:nvSpPr>
        <p:spPr>
          <a:xfrm>
            <a:off x="720000" y="3614801"/>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9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507" name="Google Shape;507;p13"/>
          <p:cNvSpPr txBox="1"/>
          <p:nvPr>
            <p:ph idx="15" type="subTitle"/>
          </p:nvPr>
        </p:nvSpPr>
        <p:spPr>
          <a:xfrm>
            <a:off x="4366698" y="3614801"/>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9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508" name="Google Shape;508;p13"/>
          <p:cNvGrpSpPr/>
          <p:nvPr/>
        </p:nvGrpSpPr>
        <p:grpSpPr>
          <a:xfrm>
            <a:off x="-808923" y="2711465"/>
            <a:ext cx="2097951" cy="3309497"/>
            <a:chOff x="-656523" y="2711465"/>
            <a:chExt cx="2097951" cy="3309497"/>
          </a:xfrm>
        </p:grpSpPr>
        <p:sp>
          <p:nvSpPr>
            <p:cNvPr id="509" name="Google Shape;509;p13"/>
            <p:cNvSpPr/>
            <p:nvPr/>
          </p:nvSpPr>
          <p:spPr>
            <a:xfrm flipH="1">
              <a:off x="-352474" y="4279466"/>
              <a:ext cx="1139424" cy="986746"/>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 name="Google Shape;510;p13"/>
            <p:cNvGrpSpPr/>
            <p:nvPr/>
          </p:nvGrpSpPr>
          <p:grpSpPr>
            <a:xfrm>
              <a:off x="323479" y="4682324"/>
              <a:ext cx="328346" cy="328531"/>
              <a:chOff x="3678700" y="407275"/>
              <a:chExt cx="708100" cy="708500"/>
            </a:xfrm>
          </p:grpSpPr>
          <p:sp>
            <p:nvSpPr>
              <p:cNvPr id="511" name="Google Shape;511;p13"/>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3"/>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3"/>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3"/>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3"/>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3"/>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3"/>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13"/>
            <p:cNvGrpSpPr/>
            <p:nvPr/>
          </p:nvGrpSpPr>
          <p:grpSpPr>
            <a:xfrm>
              <a:off x="-541317" y="2711465"/>
              <a:ext cx="1117945" cy="1598547"/>
              <a:chOff x="-541317" y="2711465"/>
              <a:chExt cx="1117945" cy="1598547"/>
            </a:xfrm>
          </p:grpSpPr>
          <p:sp>
            <p:nvSpPr>
              <p:cNvPr id="519" name="Google Shape;519;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 name="Google Shape;520;p13"/>
              <p:cNvGrpSpPr/>
              <p:nvPr/>
            </p:nvGrpSpPr>
            <p:grpSpPr>
              <a:xfrm>
                <a:off x="442584" y="4120912"/>
                <a:ext cx="134044" cy="134013"/>
                <a:chOff x="1101075" y="2142375"/>
                <a:chExt cx="439200" cy="439100"/>
              </a:xfrm>
            </p:grpSpPr>
            <p:sp>
              <p:nvSpPr>
                <p:cNvPr id="521" name="Google Shape;521;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 name="Google Shape;523;p13"/>
            <p:cNvGrpSpPr/>
            <p:nvPr/>
          </p:nvGrpSpPr>
          <p:grpSpPr>
            <a:xfrm rot="-9080766">
              <a:off x="-341725" y="3731687"/>
              <a:ext cx="1117904" cy="1598488"/>
              <a:chOff x="-541317" y="2711465"/>
              <a:chExt cx="1117945" cy="1598547"/>
            </a:xfrm>
          </p:grpSpPr>
          <p:sp>
            <p:nvSpPr>
              <p:cNvPr id="524" name="Google Shape;524;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 name="Google Shape;525;p13"/>
              <p:cNvGrpSpPr/>
              <p:nvPr/>
            </p:nvGrpSpPr>
            <p:grpSpPr>
              <a:xfrm>
                <a:off x="442584" y="4120912"/>
                <a:ext cx="134044" cy="134013"/>
                <a:chOff x="1101075" y="2142375"/>
                <a:chExt cx="439200" cy="439100"/>
              </a:xfrm>
            </p:grpSpPr>
            <p:sp>
              <p:nvSpPr>
                <p:cNvPr id="526" name="Google Shape;526;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 name="Google Shape;528;p13"/>
            <p:cNvGrpSpPr/>
            <p:nvPr/>
          </p:nvGrpSpPr>
          <p:grpSpPr>
            <a:xfrm rot="10800000">
              <a:off x="323483" y="4422415"/>
              <a:ext cx="1117945" cy="1598547"/>
              <a:chOff x="-541317" y="2711465"/>
              <a:chExt cx="1117945" cy="1598547"/>
            </a:xfrm>
          </p:grpSpPr>
          <p:sp>
            <p:nvSpPr>
              <p:cNvPr id="529" name="Google Shape;529;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13"/>
              <p:cNvGrpSpPr/>
              <p:nvPr/>
            </p:nvGrpSpPr>
            <p:grpSpPr>
              <a:xfrm>
                <a:off x="442584" y="4120912"/>
                <a:ext cx="134044" cy="134013"/>
                <a:chOff x="1101075" y="2142375"/>
                <a:chExt cx="439200" cy="439100"/>
              </a:xfrm>
            </p:grpSpPr>
            <p:sp>
              <p:nvSpPr>
                <p:cNvPr id="531" name="Google Shape;531;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3" name="Google Shape;533;p13"/>
          <p:cNvGrpSpPr/>
          <p:nvPr/>
        </p:nvGrpSpPr>
        <p:grpSpPr>
          <a:xfrm>
            <a:off x="6470875" y="-1735180"/>
            <a:ext cx="4257000" cy="4171657"/>
            <a:chOff x="6394675" y="-1658980"/>
            <a:chExt cx="4257000" cy="4171657"/>
          </a:xfrm>
        </p:grpSpPr>
        <p:grpSp>
          <p:nvGrpSpPr>
            <p:cNvPr id="534" name="Google Shape;534;p13"/>
            <p:cNvGrpSpPr/>
            <p:nvPr/>
          </p:nvGrpSpPr>
          <p:grpSpPr>
            <a:xfrm flipH="1" rot="-2700000">
              <a:off x="7289785" y="-1246897"/>
              <a:ext cx="2552124" cy="3347490"/>
              <a:chOff x="2976325" y="908175"/>
              <a:chExt cx="4028179" cy="5283555"/>
            </a:xfrm>
          </p:grpSpPr>
          <p:sp>
            <p:nvSpPr>
              <p:cNvPr id="535" name="Google Shape;535;p1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 name="Google Shape;538;p13"/>
            <p:cNvSpPr/>
            <p:nvPr/>
          </p:nvSpPr>
          <p:spPr>
            <a:xfrm>
              <a:off x="6394675" y="0"/>
              <a:ext cx="284119" cy="246048"/>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3"/>
            <p:cNvSpPr/>
            <p:nvPr/>
          </p:nvSpPr>
          <p:spPr>
            <a:xfrm>
              <a:off x="6627600" y="-49075"/>
              <a:ext cx="570546" cy="494095"/>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13"/>
          <p:cNvGrpSpPr/>
          <p:nvPr/>
        </p:nvGrpSpPr>
        <p:grpSpPr>
          <a:xfrm>
            <a:off x="-113888" y="229201"/>
            <a:ext cx="1891393" cy="134100"/>
            <a:chOff x="-113888" y="229201"/>
            <a:chExt cx="1891393" cy="134100"/>
          </a:xfrm>
        </p:grpSpPr>
        <p:sp>
          <p:nvSpPr>
            <p:cNvPr id="541" name="Google Shape;541;p13"/>
            <p:cNvSpPr/>
            <p:nvPr/>
          </p:nvSpPr>
          <p:spPr>
            <a:xfrm>
              <a:off x="1643404" y="2292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 name="Google Shape;542;p13"/>
            <p:cNvCxnSpPr/>
            <p:nvPr/>
          </p:nvCxnSpPr>
          <p:spPr>
            <a:xfrm rot="10800000">
              <a:off x="783712" y="-601348"/>
              <a:ext cx="0" cy="1795200"/>
            </a:xfrm>
            <a:prstGeom prst="straightConnector1">
              <a:avLst/>
            </a:prstGeom>
            <a:noFill/>
            <a:ln cap="flat" cmpd="sng" w="9525">
              <a:solidFill>
                <a:schemeClr val="dk2"/>
              </a:solidFill>
              <a:prstDash val="solid"/>
              <a:round/>
              <a:headEnd len="med" w="med" type="none"/>
              <a:tailEnd len="med" w="med" type="none"/>
            </a:ln>
          </p:spPr>
        </p:cxnSp>
        <p:sp>
          <p:nvSpPr>
            <p:cNvPr id="543" name="Google Shape;543;p13"/>
            <p:cNvSpPr/>
            <p:nvPr/>
          </p:nvSpPr>
          <p:spPr>
            <a:xfrm>
              <a:off x="1673517" y="2593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44" name="Shape 544"/>
        <p:cNvGrpSpPr/>
        <p:nvPr/>
      </p:nvGrpSpPr>
      <p:grpSpPr>
        <a:xfrm>
          <a:off x="0" y="0"/>
          <a:ext cx="0" cy="0"/>
          <a:chOff x="0" y="0"/>
          <a:chExt cx="0" cy="0"/>
        </a:xfrm>
      </p:grpSpPr>
      <p:sp>
        <p:nvSpPr>
          <p:cNvPr id="545" name="Google Shape;545;p14"/>
          <p:cNvSpPr txBox="1"/>
          <p:nvPr>
            <p:ph type="title"/>
          </p:nvPr>
        </p:nvSpPr>
        <p:spPr>
          <a:xfrm>
            <a:off x="713225" y="3349250"/>
            <a:ext cx="6691200" cy="5319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546" name="Google Shape;546;p14"/>
          <p:cNvSpPr txBox="1"/>
          <p:nvPr>
            <p:ph idx="1" type="subTitle"/>
          </p:nvPr>
        </p:nvSpPr>
        <p:spPr>
          <a:xfrm>
            <a:off x="713225" y="1511313"/>
            <a:ext cx="6691200" cy="1478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8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547" name="Shape 547"/>
        <p:cNvGrpSpPr/>
        <p:nvPr/>
      </p:nvGrpSpPr>
      <p:grpSpPr>
        <a:xfrm>
          <a:off x="0" y="0"/>
          <a:ext cx="0" cy="0"/>
          <a:chOff x="0" y="0"/>
          <a:chExt cx="0" cy="0"/>
        </a:xfrm>
      </p:grpSpPr>
      <p:sp>
        <p:nvSpPr>
          <p:cNvPr id="548" name="Google Shape;548;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549" name="Google Shape;549;p15"/>
          <p:cNvGrpSpPr/>
          <p:nvPr/>
        </p:nvGrpSpPr>
        <p:grpSpPr>
          <a:xfrm>
            <a:off x="4967675" y="4931713"/>
            <a:ext cx="439200" cy="439100"/>
            <a:chOff x="1101075" y="2142375"/>
            <a:chExt cx="439200" cy="439100"/>
          </a:xfrm>
        </p:grpSpPr>
        <p:sp>
          <p:nvSpPr>
            <p:cNvPr id="550" name="Google Shape;550;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flipH="1" rot="8100000">
              <a:off x="3778999" y="-2106462"/>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 name="Google Shape;570;p15"/>
            <p:cNvSpPr/>
            <p:nvPr/>
          </p:nvSpPr>
          <p:spPr>
            <a:xfrm rot="5400000">
              <a:off x="8142048" y="-57566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5"/>
            <p:cNvSpPr/>
            <p:nvPr/>
          </p:nvSpPr>
          <p:spPr>
            <a:xfrm rot="10800000">
              <a:off x="8365398" y="-290023"/>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5"/>
            <p:cNvSpPr/>
            <p:nvPr/>
          </p:nvSpPr>
          <p:spPr>
            <a:xfrm rot="10800000">
              <a:off x="8490148" y="2"/>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5"/>
            <p:cNvSpPr/>
            <p:nvPr/>
          </p:nvSpPr>
          <p:spPr>
            <a:xfrm flipH="1" rot="-2700000">
              <a:off x="3192849" y="-2898537"/>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 name="Google Shape;574;p15"/>
          <p:cNvGrpSpPr/>
          <p:nvPr/>
        </p:nvGrpSpPr>
        <p:grpSpPr>
          <a:xfrm>
            <a:off x="-2424242" y="2074146"/>
            <a:ext cx="6274943" cy="6257753"/>
            <a:chOff x="-2447692" y="2022396"/>
            <a:chExt cx="6274943" cy="6257753"/>
          </a:xfrm>
        </p:grpSpPr>
        <p:grpSp>
          <p:nvGrpSpPr>
            <p:cNvPr id="575" name="Google Shape;575;p15"/>
            <p:cNvGrpSpPr/>
            <p:nvPr/>
          </p:nvGrpSpPr>
          <p:grpSpPr>
            <a:xfrm flipH="1" rot="10800000">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 name="Google Shape;583;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 name="Google Shape;591;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 name="Google Shape;599;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 name="Google Shape;607;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 name="Google Shape;608;p15"/>
            <p:cNvGrpSpPr/>
            <p:nvPr/>
          </p:nvGrpSpPr>
          <p:grpSpPr>
            <a:xfrm flipH="1" rot="-3320950">
              <a:off x="-1885521" y="3185658"/>
              <a:ext cx="4889863" cy="3931229"/>
              <a:chOff x="7103825" y="-713112"/>
              <a:chExt cx="3785226" cy="3043150"/>
            </a:xfrm>
          </p:grpSpPr>
          <p:sp>
            <p:nvSpPr>
              <p:cNvPr id="609" name="Google Shape;609;p15"/>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10" name="Google Shape;610;p15"/>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611" name="Google Shape;611;p15"/>
            <p:cNvSpPr/>
            <p:nvPr/>
          </p:nvSpPr>
          <p:spPr>
            <a:xfrm flipH="1" rot="-2700000">
              <a:off x="249333" y="3270782"/>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5"/>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615" name="Shape 615"/>
        <p:cNvGrpSpPr/>
        <p:nvPr/>
      </p:nvGrpSpPr>
      <p:grpSpPr>
        <a:xfrm>
          <a:off x="0" y="0"/>
          <a:ext cx="0" cy="0"/>
          <a:chOff x="0" y="0"/>
          <a:chExt cx="0" cy="0"/>
        </a:xfrm>
      </p:grpSpPr>
      <p:sp>
        <p:nvSpPr>
          <p:cNvPr id="616" name="Google Shape;61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6"/>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6"/>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7" name="Google Shape;627;p16"/>
            <p:cNvSpPr/>
            <p:nvPr/>
          </p:nvSpPr>
          <p:spPr>
            <a:xfrm rot="2700000">
              <a:off x="8482428" y="-422541"/>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6"/>
            <p:cNvSpPr/>
            <p:nvPr/>
          </p:nvSpPr>
          <p:spPr>
            <a:xfrm rot="2700000">
              <a:off x="8744103" y="-213191"/>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b="26177" l="16960" r="7121" t="24719"/>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16"/>
          <p:cNvGrpSpPr/>
          <p:nvPr/>
        </p:nvGrpSpPr>
        <p:grpSpPr>
          <a:xfrm>
            <a:off x="-1262974" y="3161328"/>
            <a:ext cx="4822591" cy="2934500"/>
            <a:chOff x="-1186774" y="3161328"/>
            <a:chExt cx="4822591" cy="2934500"/>
          </a:xfrm>
        </p:grpSpPr>
        <p:pic>
          <p:nvPicPr>
            <p:cNvPr id="640" name="Google Shape;640;p16"/>
            <p:cNvPicPr preferRelativeResize="0"/>
            <p:nvPr/>
          </p:nvPicPr>
          <p:blipFill rotWithShape="1">
            <a:blip r:embed="rId2">
              <a:alphaModFix/>
            </a:blip>
            <a:srcRect b="26177" l="16960" r="7121" t="24719"/>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9" name="Google Shape;669;p16"/>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670" name="Google Shape;670;p16"/>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671" name="Shape 671"/>
        <p:cNvGrpSpPr/>
        <p:nvPr/>
      </p:nvGrpSpPr>
      <p:grpSpPr>
        <a:xfrm>
          <a:off x="0" y="0"/>
          <a:ext cx="0" cy="0"/>
          <a:chOff x="0" y="0"/>
          <a:chExt cx="0" cy="0"/>
        </a:xfrm>
      </p:grpSpPr>
      <p:sp>
        <p:nvSpPr>
          <p:cNvPr id="672" name="Google Shape;672;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673" name="Google Shape;673;p17"/>
          <p:cNvGrpSpPr/>
          <p:nvPr/>
        </p:nvGrpSpPr>
        <p:grpSpPr>
          <a:xfrm>
            <a:off x="-2176650" y="-11274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 name="Google Shape;692;p17"/>
              <p:cNvSpPr/>
              <p:nvPr/>
            </p:nvSpPr>
            <p:spPr>
              <a:xfrm flipH="1" rot="2700000">
                <a:off x="-1073899" y="473691"/>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b="26177" l="16960" r="7121" t="24719"/>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7"/>
                <p:cNvSpPr/>
                <p:nvPr/>
              </p:nvSpPr>
              <p:spPr>
                <a:xfrm rot="10800000">
                  <a:off x="-575573" y="3820175"/>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 name="Google Shape;705;p17"/>
              <p:cNvSpPr/>
              <p:nvPr/>
            </p:nvSpPr>
            <p:spPr>
              <a:xfrm>
                <a:off x="0" y="36165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7"/>
              <p:cNvSpPr/>
              <p:nvPr/>
            </p:nvSpPr>
            <p:spPr>
              <a:xfrm>
                <a:off x="131225" y="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 name="Google Shape;707;p17"/>
              <p:cNvGrpSpPr/>
              <p:nvPr/>
            </p:nvGrpSpPr>
            <p:grpSpPr>
              <a:xfrm flipH="1" rot="-2700000">
                <a:off x="-216370" y="1084101"/>
                <a:ext cx="708093" cy="708493"/>
                <a:chOff x="3678700" y="407275"/>
                <a:chExt cx="708100" cy="708500"/>
              </a:xfrm>
            </p:grpSpPr>
            <p:sp>
              <p:nvSpPr>
                <p:cNvPr id="708" name="Google Shape;708;p1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 name="Google Shape;717;p1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718" name="Google Shape;718;p1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0_1_1_1">
    <p:spTree>
      <p:nvGrpSpPr>
        <p:cNvPr id="719" name="Shape 719"/>
        <p:cNvGrpSpPr/>
        <p:nvPr/>
      </p:nvGrpSpPr>
      <p:grpSpPr>
        <a:xfrm>
          <a:off x="0" y="0"/>
          <a:ext cx="0" cy="0"/>
          <a:chOff x="0" y="0"/>
          <a:chExt cx="0" cy="0"/>
        </a:xfrm>
      </p:grpSpPr>
      <p:grpSp>
        <p:nvGrpSpPr>
          <p:cNvPr id="720" name="Google Shape;720;p18"/>
          <p:cNvGrpSpPr/>
          <p:nvPr/>
        </p:nvGrpSpPr>
        <p:grpSpPr>
          <a:xfrm>
            <a:off x="5404975" y="2221118"/>
            <a:ext cx="4263000" cy="3617400"/>
            <a:chOff x="5328775" y="2221118"/>
            <a:chExt cx="4263000" cy="3617400"/>
          </a:xfrm>
        </p:grpSpPr>
        <p:sp>
          <p:nvSpPr>
            <p:cNvPr id="721" name="Google Shape;721;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 name="Google Shape;722;p18"/>
            <p:cNvGrpSpPr/>
            <p:nvPr/>
          </p:nvGrpSpPr>
          <p:grpSpPr>
            <a:xfrm>
              <a:off x="7218100" y="4855088"/>
              <a:ext cx="931125" cy="525763"/>
              <a:chOff x="7218100" y="4855088"/>
              <a:chExt cx="931125" cy="525763"/>
            </a:xfrm>
          </p:grpSpPr>
          <p:grpSp>
            <p:nvGrpSpPr>
              <p:cNvPr id="723" name="Google Shape;723;p18"/>
              <p:cNvGrpSpPr/>
              <p:nvPr/>
            </p:nvGrpSpPr>
            <p:grpSpPr>
              <a:xfrm>
                <a:off x="7710025" y="4941750"/>
                <a:ext cx="439200" cy="439100"/>
                <a:chOff x="1101075" y="2142375"/>
                <a:chExt cx="439200" cy="439100"/>
              </a:xfrm>
            </p:grpSpPr>
            <p:sp>
              <p:nvSpPr>
                <p:cNvPr id="724" name="Google Shape;724;p1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 name="Google Shape;726;p18"/>
              <p:cNvGrpSpPr/>
              <p:nvPr/>
            </p:nvGrpSpPr>
            <p:grpSpPr>
              <a:xfrm>
                <a:off x="7218100" y="4855088"/>
                <a:ext cx="439200" cy="439100"/>
                <a:chOff x="1101075" y="2142375"/>
                <a:chExt cx="439200" cy="439100"/>
              </a:xfrm>
            </p:grpSpPr>
            <p:sp>
              <p:nvSpPr>
                <p:cNvPr id="727" name="Google Shape;727;p1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29" name="Google Shape;729;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730" name="Google Shape;730;p18"/>
          <p:cNvGrpSpPr/>
          <p:nvPr/>
        </p:nvGrpSpPr>
        <p:grpSpPr>
          <a:xfrm>
            <a:off x="-2175000" y="3012192"/>
            <a:ext cx="3701086" cy="3345172"/>
            <a:chOff x="-1886500" y="2599117"/>
            <a:chExt cx="3701086" cy="3345172"/>
          </a:xfrm>
        </p:grpSpPr>
        <p:pic>
          <p:nvPicPr>
            <p:cNvPr id="731" name="Google Shape;731;p18"/>
            <p:cNvPicPr preferRelativeResize="0"/>
            <p:nvPr/>
          </p:nvPicPr>
          <p:blipFill rotWithShape="1">
            <a:blip r:embed="rId2">
              <a:alphaModFix/>
            </a:blip>
            <a:srcRect b="26177" l="16960" r="7121" t="24719"/>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8"/>
            <p:cNvSpPr/>
            <p:nvPr/>
          </p:nvSpPr>
          <p:spPr>
            <a:xfrm rot="10800000">
              <a:off x="-207237" y="2599870"/>
              <a:ext cx="1201697" cy="2824744"/>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8"/>
              <p:cNvSpPr/>
              <p:nvPr/>
            </p:nvSpPr>
            <p:spPr>
              <a:xfrm flipH="1">
                <a:off x="8668555" y="19768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8"/>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8"/>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18"/>
            <p:cNvGrpSpPr/>
            <p:nvPr/>
          </p:nvGrpSpPr>
          <p:grpSpPr>
            <a:xfrm flipH="1" rot="10800000">
              <a:off x="7579756" y="-249669"/>
              <a:ext cx="2601921" cy="2438355"/>
              <a:chOff x="7340128" y="2866613"/>
              <a:chExt cx="2439225" cy="2438355"/>
            </a:xfrm>
          </p:grpSpPr>
          <p:sp>
            <p:nvSpPr>
              <p:cNvPr id="752" name="Google Shape;752;p18"/>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8"/>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 name="Google Shape;754;p18"/>
            <p:cNvSpPr/>
            <p:nvPr/>
          </p:nvSpPr>
          <p:spPr>
            <a:xfrm flipH="1" rot="5400000">
              <a:off x="6551329" y="-89601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18"/>
            <p:cNvGrpSpPr/>
            <p:nvPr/>
          </p:nvGrpSpPr>
          <p:grpSpPr>
            <a:xfrm>
              <a:off x="6917731" y="246011"/>
              <a:ext cx="4623133" cy="134070"/>
              <a:chOff x="6917731" y="246011"/>
              <a:chExt cx="4623133" cy="134070"/>
            </a:xfrm>
          </p:grpSpPr>
          <p:sp>
            <p:nvSpPr>
              <p:cNvPr id="756" name="Google Shape;756;p18"/>
              <p:cNvSpPr/>
              <p:nvPr/>
            </p:nvSpPr>
            <p:spPr>
              <a:xfrm flipH="1">
                <a:off x="6917731" y="246011"/>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8"/>
              <p:cNvSpPr/>
              <p:nvPr/>
            </p:nvSpPr>
            <p:spPr>
              <a:xfrm flipH="1">
                <a:off x="6947845" y="276153"/>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 name="Google Shape;758;p18"/>
              <p:cNvCxnSpPr/>
              <p:nvPr/>
            </p:nvCxnSpPr>
            <p:spPr>
              <a:xfrm rot="10800000">
                <a:off x="7013865" y="313050"/>
                <a:ext cx="45270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759" name="Shape 759"/>
        <p:cNvGrpSpPr/>
        <p:nvPr/>
      </p:nvGrpSpPr>
      <p:grpSpPr>
        <a:xfrm>
          <a:off x="0" y="0"/>
          <a:ext cx="0" cy="0"/>
          <a:chOff x="0" y="0"/>
          <a:chExt cx="0" cy="0"/>
        </a:xfrm>
      </p:grpSpPr>
      <p:sp>
        <p:nvSpPr>
          <p:cNvPr id="760" name="Google Shape;760;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61" name="Google Shape;761;p19"/>
          <p:cNvSpPr txBox="1"/>
          <p:nvPr>
            <p:ph idx="1" type="subTitle"/>
          </p:nvPr>
        </p:nvSpPr>
        <p:spPr>
          <a:xfrm>
            <a:off x="4881006" y="1786675"/>
            <a:ext cx="3543000" cy="183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62" name="Google Shape;762;p19"/>
          <p:cNvSpPr txBox="1"/>
          <p:nvPr>
            <p:ph idx="2" type="subTitle"/>
          </p:nvPr>
        </p:nvSpPr>
        <p:spPr>
          <a:xfrm>
            <a:off x="720000" y="1786675"/>
            <a:ext cx="3543000" cy="183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63" name="Google Shape;763;p19"/>
          <p:cNvGrpSpPr/>
          <p:nvPr/>
        </p:nvGrpSpPr>
        <p:grpSpPr>
          <a:xfrm>
            <a:off x="-96329" y="4888563"/>
            <a:ext cx="1590408" cy="88125"/>
            <a:chOff x="124624" y="4953514"/>
            <a:chExt cx="1137387" cy="88142"/>
          </a:xfrm>
        </p:grpSpPr>
        <p:sp>
          <p:nvSpPr>
            <p:cNvPr id="764" name="Google Shape;764;p19"/>
            <p:cNvSpPr/>
            <p:nvPr/>
          </p:nvSpPr>
          <p:spPr>
            <a:xfrm rot="5400000">
              <a:off x="687043" y="4391096"/>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9"/>
            <p:cNvSpPr/>
            <p:nvPr/>
          </p:nvSpPr>
          <p:spPr>
            <a:xfrm rot="5400000">
              <a:off x="687063" y="4466709"/>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19"/>
          <p:cNvGrpSpPr/>
          <p:nvPr/>
        </p:nvGrpSpPr>
        <p:grpSpPr>
          <a:xfrm>
            <a:off x="6883700" y="1385725"/>
            <a:ext cx="4028179" cy="5283555"/>
            <a:chOff x="6883700" y="1385725"/>
            <a:chExt cx="4028179" cy="5283555"/>
          </a:xfrm>
        </p:grpSpPr>
        <p:sp>
          <p:nvSpPr>
            <p:cNvPr id="767" name="Google Shape;767;p19"/>
            <p:cNvSpPr/>
            <p:nvPr/>
          </p:nvSpPr>
          <p:spPr>
            <a:xfrm>
              <a:off x="6883700" y="140758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9"/>
            <p:cNvSpPr/>
            <p:nvPr/>
          </p:nvSpPr>
          <p:spPr>
            <a:xfrm>
              <a:off x="7842318" y="138572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9"/>
            <p:cNvSpPr/>
            <p:nvPr/>
          </p:nvSpPr>
          <p:spPr>
            <a:xfrm>
              <a:off x="7734200" y="2571774"/>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9"/>
            <p:cNvSpPr/>
            <p:nvPr/>
          </p:nvSpPr>
          <p:spPr>
            <a:xfrm>
              <a:off x="7758564" y="15500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19"/>
          <p:cNvGrpSpPr/>
          <p:nvPr/>
        </p:nvGrpSpPr>
        <p:grpSpPr>
          <a:xfrm>
            <a:off x="4598006" y="-16990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9"/>
              <p:cNvSpPr/>
              <p:nvPr/>
            </p:nvSpPr>
            <p:spPr>
              <a:xfrm>
                <a:off x="4619858" y="-114577"/>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9"/>
              <p:cNvSpPr/>
              <p:nvPr/>
            </p:nvSpPr>
            <p:spPr>
              <a:xfrm>
                <a:off x="5052808" y="-154439"/>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76" name="Google Shape;776;p19"/>
            <p:cNvPicPr preferRelativeResize="0"/>
            <p:nvPr/>
          </p:nvPicPr>
          <p:blipFill rotWithShape="1">
            <a:blip r:embed="rId2">
              <a:alphaModFix/>
            </a:blip>
            <a:srcRect b="26177" l="16960" r="7121" t="24719"/>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9"/>
            <p:cNvSpPr/>
            <p:nvPr/>
          </p:nvSpPr>
          <p:spPr>
            <a:xfrm rot="-5400000">
              <a:off x="5282230" y="-899603"/>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9"/>
              <p:cNvSpPr/>
              <p:nvPr/>
            </p:nvSpPr>
            <p:spPr>
              <a:xfrm rot="5400000">
                <a:off x="687063" y="4466709"/>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9"/>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9"/>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9"/>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9"/>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9"/>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9"/>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9"/>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9"/>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9"/>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9"/>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9"/>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9"/>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798" name="Shape 798"/>
        <p:cNvGrpSpPr/>
        <p:nvPr/>
      </p:nvGrpSpPr>
      <p:grpSpPr>
        <a:xfrm>
          <a:off x="0" y="0"/>
          <a:ext cx="0" cy="0"/>
          <a:chOff x="0" y="0"/>
          <a:chExt cx="0" cy="0"/>
        </a:xfrm>
      </p:grpSpPr>
      <p:sp>
        <p:nvSpPr>
          <p:cNvPr id="799" name="Google Shape;799;p20"/>
          <p:cNvSpPr txBox="1"/>
          <p:nvPr>
            <p:ph type="title"/>
          </p:nvPr>
        </p:nvSpPr>
        <p:spPr>
          <a:xfrm>
            <a:off x="720000" y="1565925"/>
            <a:ext cx="2799000" cy="76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0" name="Google Shape;800;p20"/>
          <p:cNvSpPr txBox="1"/>
          <p:nvPr>
            <p:ph idx="1" type="subTitle"/>
          </p:nvPr>
        </p:nvSpPr>
        <p:spPr>
          <a:xfrm>
            <a:off x="720000" y="2326750"/>
            <a:ext cx="2799000" cy="1125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801" name="Google Shape;801;p20"/>
          <p:cNvGrpSpPr/>
          <p:nvPr/>
        </p:nvGrpSpPr>
        <p:grpSpPr>
          <a:xfrm>
            <a:off x="-1623735" y="2499757"/>
            <a:ext cx="5119205" cy="4373890"/>
            <a:chOff x="-1547535" y="2499757"/>
            <a:chExt cx="5119205" cy="4373890"/>
          </a:xfrm>
        </p:grpSpPr>
        <p:pic>
          <p:nvPicPr>
            <p:cNvPr id="802" name="Google Shape;802;p20"/>
            <p:cNvPicPr preferRelativeResize="0"/>
            <p:nvPr/>
          </p:nvPicPr>
          <p:blipFill rotWithShape="1">
            <a:blip r:embed="rId2">
              <a:alphaModFix/>
            </a:blip>
            <a:srcRect b="26177" l="16960" r="7121" t="24719"/>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2" name="Google Shape;822;p20"/>
            <p:cNvSpPr/>
            <p:nvPr/>
          </p:nvSpPr>
          <p:spPr>
            <a:xfrm>
              <a:off x="-630272" y="2499757"/>
              <a:ext cx="1031181" cy="275218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0"/>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0"/>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b="26177" l="16960" r="7121" t="24719"/>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0"/>
            <p:cNvSpPr/>
            <p:nvPr/>
          </p:nvSpPr>
          <p:spPr>
            <a:xfrm rot="10800000">
              <a:off x="8028970" y="292088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0"/>
            <p:cNvSpPr/>
            <p:nvPr/>
          </p:nvSpPr>
          <p:spPr>
            <a:xfrm>
              <a:off x="8764950" y="2822113"/>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842" name="Shape 842"/>
        <p:cNvGrpSpPr/>
        <p:nvPr/>
      </p:nvGrpSpPr>
      <p:grpSpPr>
        <a:xfrm>
          <a:off x="0" y="0"/>
          <a:ext cx="0" cy="0"/>
          <a:chOff x="0" y="0"/>
          <a:chExt cx="0" cy="0"/>
        </a:xfrm>
      </p:grpSpPr>
      <p:sp>
        <p:nvSpPr>
          <p:cNvPr id="843" name="Google Shape;84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44" name="Google Shape;844;p21"/>
          <p:cNvSpPr txBox="1"/>
          <p:nvPr>
            <p:ph idx="1" type="body"/>
          </p:nvPr>
        </p:nvSpPr>
        <p:spPr>
          <a:xfrm>
            <a:off x="720000" y="1139550"/>
            <a:ext cx="4528500" cy="6978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AutoNum type="arabicPeriod"/>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flipH="1" rot="-8100000">
              <a:off x="7249845" y="-719557"/>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1"/>
            <p:cNvSpPr/>
            <p:nvPr/>
          </p:nvSpPr>
          <p:spPr>
            <a:xfrm>
              <a:off x="8355611" y="-292048"/>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1"/>
            <p:cNvSpPr/>
            <p:nvPr/>
          </p:nvSpPr>
          <p:spPr>
            <a:xfrm>
              <a:off x="8608100" y="70376"/>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1"/>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58" name="Google Shape;858;p21"/>
            <p:cNvPicPr preferRelativeResize="0"/>
            <p:nvPr/>
          </p:nvPicPr>
          <p:blipFill rotWithShape="1">
            <a:blip r:embed="rId2">
              <a:alphaModFix/>
            </a:blip>
            <a:srcRect b="26177" l="16960" r="7121" t="24719"/>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1924690"/>
            <a:ext cx="6191222" cy="6191222"/>
            <a:chOff x="-2825827" y="1271890"/>
            <a:chExt cx="6191222" cy="6191222"/>
          </a:xfrm>
        </p:grpSpPr>
        <p:pic>
          <p:nvPicPr>
            <p:cNvPr id="860" name="Google Shape;860;p21"/>
            <p:cNvPicPr preferRelativeResize="0"/>
            <p:nvPr/>
          </p:nvPicPr>
          <p:blipFill rotWithShape="1">
            <a:blip r:embed="rId2">
              <a:alphaModFix/>
            </a:blip>
            <a:srcRect b="26177" l="16960" r="7121" t="24719"/>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flipH="1" rot="2700000">
                <a:off x="-1733384" y="199281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1"/>
              <p:cNvSpPr/>
              <p:nvPr/>
            </p:nvSpPr>
            <p:spPr>
              <a:xfrm flipH="1" rot="2700000">
                <a:off x="-1192832" y="2500186"/>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1"/>
                <p:cNvSpPr/>
                <p:nvPr/>
              </p:nvSpPr>
              <p:spPr>
                <a:xfrm rot="10800000">
                  <a:off x="-102297" y="3780153"/>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1"/>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876" name="Shape 876"/>
        <p:cNvGrpSpPr/>
        <p:nvPr/>
      </p:nvGrpSpPr>
      <p:grpSpPr>
        <a:xfrm>
          <a:off x="0" y="0"/>
          <a:ext cx="0" cy="0"/>
          <a:chOff x="0" y="0"/>
          <a:chExt cx="0" cy="0"/>
        </a:xfrm>
      </p:grpSpPr>
      <p:grpSp>
        <p:nvGrpSpPr>
          <p:cNvPr id="877" name="Google Shape;877;p22"/>
          <p:cNvGrpSpPr/>
          <p:nvPr/>
        </p:nvGrpSpPr>
        <p:grpSpPr>
          <a:xfrm>
            <a:off x="4582521" y="2433470"/>
            <a:ext cx="5022035" cy="4764449"/>
            <a:chOff x="4571996" y="2268220"/>
            <a:chExt cx="5022035" cy="4764449"/>
          </a:xfrm>
        </p:grpSpPr>
        <p:pic>
          <p:nvPicPr>
            <p:cNvPr id="878" name="Google Shape;878;p22"/>
            <p:cNvPicPr preferRelativeResize="0"/>
            <p:nvPr/>
          </p:nvPicPr>
          <p:blipFill rotWithShape="1">
            <a:blip r:embed="rId2">
              <a:alphaModFix/>
            </a:blip>
            <a:srcRect b="26177" l="16960" r="7121" t="24719"/>
            <a:stretch/>
          </p:blipFill>
          <p:spPr>
            <a:xfrm flipH="1">
              <a:off x="5978271" y="3376950"/>
              <a:ext cx="3615750" cy="2759625"/>
            </a:xfrm>
            <a:prstGeom prst="rect">
              <a:avLst/>
            </a:prstGeom>
            <a:noFill/>
            <a:ln>
              <a:noFill/>
            </a:ln>
          </p:spPr>
        </p:pic>
        <p:grpSp>
          <p:nvGrpSpPr>
            <p:cNvPr id="879" name="Google Shape;879;p22"/>
            <p:cNvGrpSpPr/>
            <p:nvPr/>
          </p:nvGrpSpPr>
          <p:grpSpPr>
            <a:xfrm rot="10800000">
              <a:off x="4571996" y="2268220"/>
              <a:ext cx="5022035" cy="4764449"/>
              <a:chOff x="-494406" y="-1584825"/>
              <a:chExt cx="4397193" cy="4171657"/>
            </a:xfrm>
          </p:grpSpPr>
          <p:grpSp>
            <p:nvGrpSpPr>
              <p:cNvPr id="880" name="Google Shape;880;p22"/>
              <p:cNvGrpSpPr/>
              <p:nvPr/>
            </p:nvGrpSpPr>
            <p:grpSpPr>
              <a:xfrm>
                <a:off x="245875" y="-51824"/>
                <a:ext cx="208200" cy="1824700"/>
                <a:chOff x="1040050" y="3812126"/>
                <a:chExt cx="208200" cy="1824700"/>
              </a:xfrm>
            </p:grpSpPr>
            <p:sp>
              <p:nvSpPr>
                <p:cNvPr id="881" name="Google Shape;881;p22"/>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2"/>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22"/>
              <p:cNvGrpSpPr/>
              <p:nvPr/>
            </p:nvGrpSpPr>
            <p:grpSpPr>
              <a:xfrm rot="-8100000">
                <a:off x="540898" y="-1172741"/>
                <a:ext cx="2552124" cy="3347490"/>
                <a:chOff x="2976325" y="908175"/>
                <a:chExt cx="4028179" cy="5283555"/>
              </a:xfrm>
            </p:grpSpPr>
            <p:sp>
              <p:nvSpPr>
                <p:cNvPr id="884" name="Google Shape;884;p22"/>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2"/>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2"/>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22"/>
              <p:cNvGrpSpPr/>
              <p:nvPr/>
            </p:nvGrpSpPr>
            <p:grpSpPr>
              <a:xfrm>
                <a:off x="-1" y="621223"/>
                <a:ext cx="699940" cy="478601"/>
                <a:chOff x="39722" y="4349021"/>
                <a:chExt cx="1061964" cy="726143"/>
              </a:xfrm>
            </p:grpSpPr>
            <p:grpSp>
              <p:nvGrpSpPr>
                <p:cNvPr id="888" name="Google Shape;888;p22"/>
                <p:cNvGrpSpPr/>
                <p:nvPr/>
              </p:nvGrpSpPr>
              <p:grpSpPr>
                <a:xfrm rot="2700000">
                  <a:off x="140502" y="4460924"/>
                  <a:ext cx="524584" cy="502337"/>
                  <a:chOff x="1189791" y="-1767331"/>
                  <a:chExt cx="904284" cy="865933"/>
                </a:xfrm>
              </p:grpSpPr>
              <p:sp>
                <p:nvSpPr>
                  <p:cNvPr id="889" name="Google Shape;88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 name="Google Shape;890;p22"/>
                  <p:cNvGrpSpPr/>
                  <p:nvPr/>
                </p:nvGrpSpPr>
                <p:grpSpPr>
                  <a:xfrm>
                    <a:off x="1232795" y="-1740829"/>
                    <a:ext cx="717621" cy="717392"/>
                    <a:chOff x="1483457" y="3953671"/>
                    <a:chExt cx="717621" cy="717392"/>
                  </a:xfrm>
                </p:grpSpPr>
                <p:sp>
                  <p:nvSpPr>
                    <p:cNvPr id="891" name="Google Shape;89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6" name="Google Shape;89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22"/>
              <p:cNvGrpSpPr/>
              <p:nvPr/>
            </p:nvGrpSpPr>
            <p:grpSpPr>
              <a:xfrm>
                <a:off x="955673" y="11"/>
                <a:ext cx="592576" cy="405260"/>
                <a:chOff x="39722" y="4349021"/>
                <a:chExt cx="1061964" cy="726143"/>
              </a:xfrm>
            </p:grpSpPr>
            <p:grpSp>
              <p:nvGrpSpPr>
                <p:cNvPr id="898" name="Google Shape;898;p22"/>
                <p:cNvGrpSpPr/>
                <p:nvPr/>
              </p:nvGrpSpPr>
              <p:grpSpPr>
                <a:xfrm rot="2700000">
                  <a:off x="140502" y="4460924"/>
                  <a:ext cx="524584" cy="502337"/>
                  <a:chOff x="1189791" y="-1767331"/>
                  <a:chExt cx="904284" cy="865933"/>
                </a:xfrm>
              </p:grpSpPr>
              <p:sp>
                <p:nvSpPr>
                  <p:cNvPr id="899" name="Google Shape;89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 name="Google Shape;900;p22"/>
                  <p:cNvGrpSpPr/>
                  <p:nvPr/>
                </p:nvGrpSpPr>
                <p:grpSpPr>
                  <a:xfrm>
                    <a:off x="1232795" y="-1740829"/>
                    <a:ext cx="717621" cy="717392"/>
                    <a:chOff x="1483457" y="3953671"/>
                    <a:chExt cx="717621" cy="717392"/>
                  </a:xfrm>
                </p:grpSpPr>
                <p:sp>
                  <p:nvSpPr>
                    <p:cNvPr id="901" name="Google Shape;90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06" name="Google Shape;90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22"/>
              <p:cNvGrpSpPr/>
              <p:nvPr/>
            </p:nvGrpSpPr>
            <p:grpSpPr>
              <a:xfrm>
                <a:off x="441574" y="-36652"/>
                <a:ext cx="699940" cy="478601"/>
                <a:chOff x="39722" y="4349021"/>
                <a:chExt cx="1061964" cy="726143"/>
              </a:xfrm>
            </p:grpSpPr>
            <p:grpSp>
              <p:nvGrpSpPr>
                <p:cNvPr id="908" name="Google Shape;908;p22"/>
                <p:cNvGrpSpPr/>
                <p:nvPr/>
              </p:nvGrpSpPr>
              <p:grpSpPr>
                <a:xfrm rot="2700000">
                  <a:off x="140502" y="4460924"/>
                  <a:ext cx="524584" cy="502337"/>
                  <a:chOff x="1189791" y="-1767331"/>
                  <a:chExt cx="904284" cy="865933"/>
                </a:xfrm>
              </p:grpSpPr>
              <p:sp>
                <p:nvSpPr>
                  <p:cNvPr id="909" name="Google Shape;90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 name="Google Shape;910;p22"/>
                  <p:cNvGrpSpPr/>
                  <p:nvPr/>
                </p:nvGrpSpPr>
                <p:grpSpPr>
                  <a:xfrm>
                    <a:off x="1232795" y="-1740829"/>
                    <a:ext cx="717621" cy="717392"/>
                    <a:chOff x="1483457" y="3953671"/>
                    <a:chExt cx="717621" cy="717392"/>
                  </a:xfrm>
                </p:grpSpPr>
                <p:sp>
                  <p:nvSpPr>
                    <p:cNvPr id="911" name="Google Shape;91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16" name="Google Shape;91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22"/>
              <p:cNvGrpSpPr/>
              <p:nvPr/>
            </p:nvGrpSpPr>
            <p:grpSpPr>
              <a:xfrm>
                <a:off x="-494406" y="-252396"/>
                <a:ext cx="1741563" cy="1288563"/>
                <a:chOff x="-494406" y="-252396"/>
                <a:chExt cx="1741563" cy="1288563"/>
              </a:xfrm>
            </p:grpSpPr>
            <p:sp>
              <p:nvSpPr>
                <p:cNvPr id="918" name="Google Shape;918;p22"/>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2"/>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 name="Google Shape;920;p22"/>
            <p:cNvGrpSpPr/>
            <p:nvPr/>
          </p:nvGrpSpPr>
          <p:grpSpPr>
            <a:xfrm>
              <a:off x="5643425" y="4968525"/>
              <a:ext cx="439200" cy="439100"/>
              <a:chOff x="1101075" y="2142375"/>
              <a:chExt cx="439200" cy="439100"/>
            </a:xfrm>
          </p:grpSpPr>
          <p:sp>
            <p:nvSpPr>
              <p:cNvPr id="921" name="Google Shape;921;p2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23" name="Google Shape;923;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24" name="Google Shape;924;p22"/>
          <p:cNvSpPr txBox="1"/>
          <p:nvPr>
            <p:ph idx="1" type="body"/>
          </p:nvPr>
        </p:nvSpPr>
        <p:spPr>
          <a:xfrm>
            <a:off x="720000" y="1139550"/>
            <a:ext cx="4290900" cy="3431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Char char="●"/>
              <a:defRPr sz="1200">
                <a:solidFill>
                  <a:srgbClr val="191919"/>
                </a:solidFill>
              </a:defRPr>
            </a:lvl1pPr>
            <a:lvl2pPr indent="-304800" lvl="1" marL="914400" rtl="0">
              <a:lnSpc>
                <a:spcPct val="115000"/>
              </a:lnSpc>
              <a:spcBef>
                <a:spcPts val="0"/>
              </a:spcBef>
              <a:spcAft>
                <a:spcPts val="0"/>
              </a:spcAft>
              <a:buClr>
                <a:srgbClr val="434343"/>
              </a:buClr>
              <a:buSzPts val="1200"/>
              <a:buFont typeface="Roboto Condensed Light"/>
              <a:buChar char="○"/>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Char char="■"/>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Char char="●"/>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Char char="○"/>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Char char="■"/>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Char char="●"/>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Char char="○"/>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Char char="■"/>
              <a:defRPr>
                <a:solidFill>
                  <a:srgbClr val="434343"/>
                </a:solidFill>
              </a:defRPr>
            </a:lvl9pPr>
          </a:lstStyle>
          <a:p/>
        </p:txBody>
      </p:sp>
      <p:sp>
        <p:nvSpPr>
          <p:cNvPr id="925" name="Google Shape;925;p22"/>
          <p:cNvSpPr txBox="1"/>
          <p:nvPr>
            <p:ph idx="2" type="body"/>
          </p:nvPr>
        </p:nvSpPr>
        <p:spPr>
          <a:xfrm>
            <a:off x="5249025" y="1139550"/>
            <a:ext cx="3174900" cy="3431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Char char="●"/>
              <a:defRPr sz="1200">
                <a:solidFill>
                  <a:srgbClr val="191919"/>
                </a:solidFill>
              </a:defRPr>
            </a:lvl1pPr>
            <a:lvl2pPr indent="-304800" lvl="1" marL="914400" rtl="0">
              <a:lnSpc>
                <a:spcPct val="115000"/>
              </a:lnSpc>
              <a:spcBef>
                <a:spcPts val="0"/>
              </a:spcBef>
              <a:spcAft>
                <a:spcPts val="0"/>
              </a:spcAft>
              <a:buClr>
                <a:srgbClr val="434343"/>
              </a:buClr>
              <a:buSzPts val="1200"/>
              <a:buFont typeface="Roboto Condensed Light"/>
              <a:buChar char="○"/>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Char char="■"/>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Char char="●"/>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Char char="○"/>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Char char="■"/>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Char char="●"/>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Char char="○"/>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Char char="■"/>
              <a:defRPr>
                <a:solidFill>
                  <a:srgbClr val="434343"/>
                </a:solidFill>
              </a:defRPr>
            </a:lvl9pPr>
          </a:lstStyle>
          <a:p/>
        </p:txBody>
      </p:sp>
      <p:grpSp>
        <p:nvGrpSpPr>
          <p:cNvPr id="926" name="Google Shape;926;p22"/>
          <p:cNvGrpSpPr/>
          <p:nvPr/>
        </p:nvGrpSpPr>
        <p:grpSpPr>
          <a:xfrm>
            <a:off x="-913829" y="-2335097"/>
            <a:ext cx="5022161" cy="4764814"/>
            <a:chOff x="-837629" y="-2258897"/>
            <a:chExt cx="5022161" cy="4764814"/>
          </a:xfrm>
        </p:grpSpPr>
        <p:grpSp>
          <p:nvGrpSpPr>
            <p:cNvPr id="927" name="Google Shape;927;p22"/>
            <p:cNvGrpSpPr/>
            <p:nvPr/>
          </p:nvGrpSpPr>
          <p:grpSpPr>
            <a:xfrm>
              <a:off x="-837629" y="-736613"/>
              <a:ext cx="1989039" cy="1471668"/>
              <a:chOff x="-494406" y="-252396"/>
              <a:chExt cx="1741563" cy="1288563"/>
            </a:xfrm>
          </p:grpSpPr>
          <p:sp>
            <p:nvSpPr>
              <p:cNvPr id="928" name="Google Shape;928;p22"/>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2"/>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22"/>
            <p:cNvGrpSpPr/>
            <p:nvPr/>
          </p:nvGrpSpPr>
          <p:grpSpPr>
            <a:xfrm rot="-8100000">
              <a:off x="344623" y="-1788220"/>
              <a:ext cx="2915004" cy="3823461"/>
              <a:chOff x="2976325" y="908175"/>
              <a:chExt cx="4028179" cy="5283555"/>
            </a:xfrm>
          </p:grpSpPr>
          <p:sp>
            <p:nvSpPr>
              <p:cNvPr id="931" name="Google Shape;931;p22"/>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2"/>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2"/>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22"/>
            <p:cNvGrpSpPr/>
            <p:nvPr/>
          </p:nvGrpSpPr>
          <p:grpSpPr>
            <a:xfrm>
              <a:off x="-272968" y="261330"/>
              <a:ext cx="799446" cy="546640"/>
              <a:chOff x="39722" y="4349021"/>
              <a:chExt cx="1061964" cy="726143"/>
            </a:xfrm>
          </p:grpSpPr>
          <p:grpSp>
            <p:nvGrpSpPr>
              <p:cNvPr id="935" name="Google Shape;935;p22"/>
              <p:cNvGrpSpPr/>
              <p:nvPr/>
            </p:nvGrpSpPr>
            <p:grpSpPr>
              <a:xfrm rot="2700000">
                <a:off x="140502" y="4460924"/>
                <a:ext cx="524584" cy="502337"/>
                <a:chOff x="1189791" y="-1767331"/>
                <a:chExt cx="904284" cy="865933"/>
              </a:xfrm>
            </p:grpSpPr>
            <p:sp>
              <p:nvSpPr>
                <p:cNvPr id="936" name="Google Shape;936;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 name="Google Shape;937;p22"/>
                <p:cNvGrpSpPr/>
                <p:nvPr/>
              </p:nvGrpSpPr>
              <p:grpSpPr>
                <a:xfrm>
                  <a:off x="1232795" y="-1740829"/>
                  <a:ext cx="717621" cy="717392"/>
                  <a:chOff x="1483457" y="3953671"/>
                  <a:chExt cx="717621" cy="717392"/>
                </a:xfrm>
              </p:grpSpPr>
              <p:sp>
                <p:nvSpPr>
                  <p:cNvPr id="938" name="Google Shape;938;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3" name="Google Shape;943;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 name="Google Shape;944;p22"/>
          <p:cNvGrpSpPr/>
          <p:nvPr/>
        </p:nvGrpSpPr>
        <p:grpSpPr>
          <a:xfrm>
            <a:off x="-224248" y="3297090"/>
            <a:ext cx="605804" cy="2417785"/>
            <a:chOff x="-224248" y="3297090"/>
            <a:chExt cx="605804" cy="2417785"/>
          </a:xfrm>
        </p:grpSpPr>
        <p:grpSp>
          <p:nvGrpSpPr>
            <p:cNvPr id="945" name="Google Shape;945;p22"/>
            <p:cNvGrpSpPr/>
            <p:nvPr/>
          </p:nvGrpSpPr>
          <p:grpSpPr>
            <a:xfrm>
              <a:off x="143770" y="3630885"/>
              <a:ext cx="237785" cy="2083990"/>
              <a:chOff x="1040050" y="3812126"/>
              <a:chExt cx="208200" cy="1824700"/>
            </a:xfrm>
          </p:grpSpPr>
          <p:sp>
            <p:nvSpPr>
              <p:cNvPr id="946" name="Google Shape;946;p22"/>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2"/>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22"/>
            <p:cNvGrpSpPr/>
            <p:nvPr/>
          </p:nvGrpSpPr>
          <p:grpSpPr>
            <a:xfrm rot="10800000">
              <a:off x="-224248" y="3297090"/>
              <a:ext cx="439200" cy="439100"/>
              <a:chOff x="1101075" y="2142375"/>
              <a:chExt cx="439200" cy="439100"/>
            </a:xfrm>
          </p:grpSpPr>
          <p:sp>
            <p:nvSpPr>
              <p:cNvPr id="949" name="Google Shape;949;p2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 name="Google Shape;951;p22"/>
          <p:cNvGrpSpPr/>
          <p:nvPr/>
        </p:nvGrpSpPr>
        <p:grpSpPr>
          <a:xfrm>
            <a:off x="3585480" y="-1456810"/>
            <a:ext cx="3681465" cy="2759625"/>
            <a:chOff x="3585480" y="-1380610"/>
            <a:chExt cx="3681465" cy="2759625"/>
          </a:xfrm>
        </p:grpSpPr>
        <p:pic>
          <p:nvPicPr>
            <p:cNvPr id="952" name="Google Shape;952;p22"/>
            <p:cNvPicPr preferRelativeResize="0"/>
            <p:nvPr/>
          </p:nvPicPr>
          <p:blipFill rotWithShape="1">
            <a:blip r:embed="rId2">
              <a:alphaModFix/>
            </a:blip>
            <a:srcRect b="26177" l="16960" r="7121" t="24719"/>
            <a:stretch/>
          </p:blipFill>
          <p:spPr>
            <a:xfrm flipH="1" rot="10800000">
              <a:off x="3585480" y="-1380610"/>
              <a:ext cx="3615750" cy="2759625"/>
            </a:xfrm>
            <a:prstGeom prst="rect">
              <a:avLst/>
            </a:prstGeom>
            <a:noFill/>
            <a:ln>
              <a:noFill/>
            </a:ln>
          </p:spPr>
        </p:pic>
        <p:grpSp>
          <p:nvGrpSpPr>
            <p:cNvPr id="953" name="Google Shape;953;p22"/>
            <p:cNvGrpSpPr/>
            <p:nvPr/>
          </p:nvGrpSpPr>
          <p:grpSpPr>
            <a:xfrm>
              <a:off x="6590156" y="-232440"/>
              <a:ext cx="676790" cy="462843"/>
              <a:chOff x="39722" y="4349021"/>
              <a:chExt cx="1061964" cy="726143"/>
            </a:xfrm>
          </p:grpSpPr>
          <p:grpSp>
            <p:nvGrpSpPr>
              <p:cNvPr id="954" name="Google Shape;954;p22"/>
              <p:cNvGrpSpPr/>
              <p:nvPr/>
            </p:nvGrpSpPr>
            <p:grpSpPr>
              <a:xfrm rot="2700000">
                <a:off x="140502" y="4460924"/>
                <a:ext cx="524584" cy="502337"/>
                <a:chOff x="1189791" y="-1767331"/>
                <a:chExt cx="904284" cy="865933"/>
              </a:xfrm>
            </p:grpSpPr>
            <p:sp>
              <p:nvSpPr>
                <p:cNvPr id="955" name="Google Shape;955;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22"/>
                <p:cNvGrpSpPr/>
                <p:nvPr/>
              </p:nvGrpSpPr>
              <p:grpSpPr>
                <a:xfrm>
                  <a:off x="1232795" y="-1740829"/>
                  <a:ext cx="717621" cy="717392"/>
                  <a:chOff x="1483457" y="3953671"/>
                  <a:chExt cx="717621" cy="717392"/>
                </a:xfrm>
              </p:grpSpPr>
              <p:sp>
                <p:nvSpPr>
                  <p:cNvPr id="957" name="Google Shape;957;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62" name="Google Shape;962;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22"/>
            <p:cNvGrpSpPr/>
            <p:nvPr/>
          </p:nvGrpSpPr>
          <p:grpSpPr>
            <a:xfrm>
              <a:off x="6003005" y="-274104"/>
              <a:ext cx="799446" cy="546640"/>
              <a:chOff x="39722" y="4349021"/>
              <a:chExt cx="1061964" cy="726143"/>
            </a:xfrm>
          </p:grpSpPr>
          <p:grpSp>
            <p:nvGrpSpPr>
              <p:cNvPr id="964" name="Google Shape;964;p22"/>
              <p:cNvGrpSpPr/>
              <p:nvPr/>
            </p:nvGrpSpPr>
            <p:grpSpPr>
              <a:xfrm rot="2700000">
                <a:off x="140502" y="4460924"/>
                <a:ext cx="524584" cy="502337"/>
                <a:chOff x="1189791" y="-1767331"/>
                <a:chExt cx="904284" cy="865933"/>
              </a:xfrm>
            </p:grpSpPr>
            <p:sp>
              <p:nvSpPr>
                <p:cNvPr id="965" name="Google Shape;965;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 name="Google Shape;966;p22"/>
                <p:cNvGrpSpPr/>
                <p:nvPr/>
              </p:nvGrpSpPr>
              <p:grpSpPr>
                <a:xfrm>
                  <a:off x="1232795" y="-1740829"/>
                  <a:ext cx="717621" cy="717392"/>
                  <a:chOff x="1483457" y="3953671"/>
                  <a:chExt cx="717621" cy="717392"/>
                </a:xfrm>
              </p:grpSpPr>
              <p:sp>
                <p:nvSpPr>
                  <p:cNvPr id="967" name="Google Shape;967;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2" name="Google Shape;972;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973" name="Shape 973"/>
        <p:cNvGrpSpPr/>
        <p:nvPr/>
      </p:nvGrpSpPr>
      <p:grpSpPr>
        <a:xfrm>
          <a:off x="0" y="0"/>
          <a:ext cx="0" cy="0"/>
          <a:chOff x="0" y="0"/>
          <a:chExt cx="0" cy="0"/>
        </a:xfrm>
      </p:grpSpPr>
      <p:sp>
        <p:nvSpPr>
          <p:cNvPr id="974" name="Google Shape;974;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75" name="Google Shape;975;p23"/>
          <p:cNvSpPr txBox="1"/>
          <p:nvPr>
            <p:ph idx="1" type="subTitle"/>
          </p:nvPr>
        </p:nvSpPr>
        <p:spPr>
          <a:xfrm>
            <a:off x="713225" y="2041525"/>
            <a:ext cx="5578500" cy="606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976" name="Google Shape;976;p23"/>
          <p:cNvSpPr txBox="1"/>
          <p:nvPr>
            <p:ph idx="2" type="subTitle"/>
          </p:nvPr>
        </p:nvSpPr>
        <p:spPr>
          <a:xfrm>
            <a:off x="713225" y="3366650"/>
            <a:ext cx="5578500" cy="642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977" name="Google Shape;977;p23"/>
          <p:cNvSpPr txBox="1"/>
          <p:nvPr>
            <p:ph idx="3" type="subTitle"/>
          </p:nvPr>
        </p:nvSpPr>
        <p:spPr>
          <a:xfrm>
            <a:off x="713225" y="1679400"/>
            <a:ext cx="55785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978" name="Google Shape;978;p23"/>
          <p:cNvSpPr txBox="1"/>
          <p:nvPr>
            <p:ph idx="4" type="subTitle"/>
          </p:nvPr>
        </p:nvSpPr>
        <p:spPr>
          <a:xfrm>
            <a:off x="713225" y="3040550"/>
            <a:ext cx="55785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979" name="Google Shape;979;p23"/>
          <p:cNvGrpSpPr/>
          <p:nvPr/>
        </p:nvGrpSpPr>
        <p:grpSpPr>
          <a:xfrm flipH="1" rot="-5400000">
            <a:off x="6239121" y="1032770"/>
            <a:ext cx="5022035" cy="4764449"/>
            <a:chOff x="4571996" y="2268220"/>
            <a:chExt cx="5022035" cy="4764449"/>
          </a:xfrm>
        </p:grpSpPr>
        <p:pic>
          <p:nvPicPr>
            <p:cNvPr id="980" name="Google Shape;980;p23"/>
            <p:cNvPicPr preferRelativeResize="0"/>
            <p:nvPr/>
          </p:nvPicPr>
          <p:blipFill rotWithShape="1">
            <a:blip r:embed="rId2">
              <a:alphaModFix/>
            </a:blip>
            <a:srcRect b="26177" l="16960" r="7121" t="24719"/>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3"/>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8" name="Google Shape;99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8" name="Google Shape;100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8" name="Google Shape;101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3"/>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025" name="Google Shape;1025;p23"/>
          <p:cNvPicPr preferRelativeResize="0"/>
          <p:nvPr/>
        </p:nvPicPr>
        <p:blipFill rotWithShape="1">
          <a:blip r:embed="rId2">
            <a:alphaModFix/>
          </a:blip>
          <a:srcRect b="26177" l="16960" r="7121" t="24719"/>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 name="Google Shape;1028;p23"/>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29" name="Google Shape;1029;p23"/>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23"/>
          <p:cNvGrpSpPr/>
          <p:nvPr/>
        </p:nvGrpSpPr>
        <p:grpSpPr>
          <a:xfrm>
            <a:off x="-1143750" y="39258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3"/>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3"/>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3"/>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4" name="Google Shape;1044;p23"/>
            <p:cNvSpPr/>
            <p:nvPr/>
          </p:nvSpPr>
          <p:spPr>
            <a:xfrm rot="-5400000">
              <a:off x="362395"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 name="Google Shape;1047;p23"/>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48" name="Google Shape;1048;p23"/>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049" name="Shape 1049"/>
        <p:cNvGrpSpPr/>
        <p:nvPr/>
      </p:nvGrpSpPr>
      <p:grpSpPr>
        <a:xfrm>
          <a:off x="0" y="0"/>
          <a:ext cx="0" cy="0"/>
          <a:chOff x="0" y="0"/>
          <a:chExt cx="0" cy="0"/>
        </a:xfrm>
      </p:grpSpPr>
      <p:grpSp>
        <p:nvGrpSpPr>
          <p:cNvPr id="1050" name="Google Shape;1050;p24"/>
          <p:cNvGrpSpPr/>
          <p:nvPr/>
        </p:nvGrpSpPr>
        <p:grpSpPr>
          <a:xfrm>
            <a:off x="7059553" y="-2136808"/>
            <a:ext cx="4192757" cy="4558967"/>
            <a:chOff x="6983353" y="-2136808"/>
            <a:chExt cx="4192757" cy="4558967"/>
          </a:xfrm>
        </p:grpSpPr>
        <p:grpSp>
          <p:nvGrpSpPr>
            <p:cNvPr id="1051" name="Google Shape;1051;p24"/>
            <p:cNvGrpSpPr/>
            <p:nvPr/>
          </p:nvGrpSpPr>
          <p:grpSpPr>
            <a:xfrm rot="-509296">
              <a:off x="7187207" y="-982000"/>
              <a:ext cx="3785049" cy="3043008"/>
              <a:chOff x="7103825" y="-713112"/>
              <a:chExt cx="3785226" cy="3043150"/>
            </a:xfrm>
          </p:grpSpPr>
          <p:sp>
            <p:nvSpPr>
              <p:cNvPr id="1052" name="Google Shape;1052;p24"/>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53" name="Google Shape;1053;p24"/>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grpSp>
          <p:nvGrpSpPr>
            <p:cNvPr id="1054" name="Google Shape;1054;p24"/>
            <p:cNvGrpSpPr/>
            <p:nvPr/>
          </p:nvGrpSpPr>
          <p:grpSpPr>
            <a:xfrm rot="5400000">
              <a:off x="6489450" y="75626"/>
              <a:ext cx="4558967" cy="134100"/>
              <a:chOff x="796100" y="3019701"/>
              <a:chExt cx="4558967" cy="134100"/>
            </a:xfrm>
          </p:grpSpPr>
          <p:sp>
            <p:nvSpPr>
              <p:cNvPr id="1055" name="Google Shape;1055;p24"/>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6" name="Google Shape;1056;p24"/>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57" name="Google Shape;1057;p24"/>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8" name="Google Shape;1058;p24"/>
          <p:cNvSpPr txBox="1"/>
          <p:nvPr>
            <p:ph idx="1" type="subTitle"/>
          </p:nvPr>
        </p:nvSpPr>
        <p:spPr>
          <a:xfrm>
            <a:off x="720000"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9" name="Google Shape;1059;p24"/>
          <p:cNvSpPr txBox="1"/>
          <p:nvPr>
            <p:ph idx="2" type="subTitle"/>
          </p:nvPr>
        </p:nvSpPr>
        <p:spPr>
          <a:xfrm>
            <a:off x="3584484"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0" name="Google Shape;1060;p24"/>
          <p:cNvSpPr txBox="1"/>
          <p:nvPr>
            <p:ph idx="3" type="subTitle"/>
          </p:nvPr>
        </p:nvSpPr>
        <p:spPr>
          <a:xfrm>
            <a:off x="6448975"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1" name="Google Shape;1061;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62" name="Google Shape;1062;p24"/>
          <p:cNvSpPr txBox="1"/>
          <p:nvPr>
            <p:ph idx="4" type="subTitle"/>
          </p:nvPr>
        </p:nvSpPr>
        <p:spPr>
          <a:xfrm>
            <a:off x="720000"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063" name="Google Shape;1063;p24"/>
          <p:cNvSpPr txBox="1"/>
          <p:nvPr>
            <p:ph idx="5" type="subTitle"/>
          </p:nvPr>
        </p:nvSpPr>
        <p:spPr>
          <a:xfrm>
            <a:off x="3584483"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064" name="Google Shape;1064;p24"/>
          <p:cNvSpPr txBox="1"/>
          <p:nvPr>
            <p:ph idx="6" type="subTitle"/>
          </p:nvPr>
        </p:nvSpPr>
        <p:spPr>
          <a:xfrm>
            <a:off x="6448972"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065" name="Google Shape;1065;p24"/>
          <p:cNvGrpSpPr/>
          <p:nvPr/>
        </p:nvGrpSpPr>
        <p:grpSpPr>
          <a:xfrm>
            <a:off x="6067575" y="2796625"/>
            <a:ext cx="4006263" cy="4771152"/>
            <a:chOff x="5915175" y="2339425"/>
            <a:chExt cx="4006263" cy="4771152"/>
          </a:xfrm>
        </p:grpSpPr>
        <p:sp>
          <p:nvSpPr>
            <p:cNvPr id="1066" name="Google Shape;1066;p24"/>
            <p:cNvSpPr/>
            <p:nvPr/>
          </p:nvSpPr>
          <p:spPr>
            <a:xfrm>
              <a:off x="5915175" y="236128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4"/>
            <p:cNvSpPr/>
            <p:nvPr/>
          </p:nvSpPr>
          <p:spPr>
            <a:xfrm>
              <a:off x="6873793" y="233942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 name="Google Shape;1084;p24"/>
          <p:cNvGrpSpPr/>
          <p:nvPr/>
        </p:nvGrpSpPr>
        <p:grpSpPr>
          <a:xfrm>
            <a:off x="-235366" y="3828554"/>
            <a:ext cx="5249359" cy="2992224"/>
            <a:chOff x="-258616" y="3430829"/>
            <a:chExt cx="5249359" cy="2992224"/>
          </a:xfrm>
        </p:grpSpPr>
        <p:pic>
          <p:nvPicPr>
            <p:cNvPr id="1085" name="Google Shape;1085;p24"/>
            <p:cNvPicPr preferRelativeResize="0"/>
            <p:nvPr/>
          </p:nvPicPr>
          <p:blipFill rotWithShape="1">
            <a:blip r:embed="rId3">
              <a:alphaModFix/>
            </a:blip>
            <a:srcRect b="26177" l="16960" r="7121" t="24719"/>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4"/>
            <p:cNvSpPr/>
            <p:nvPr/>
          </p:nvSpPr>
          <p:spPr>
            <a:xfrm>
              <a:off x="941424" y="47243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4"/>
            <p:cNvSpPr/>
            <p:nvPr/>
          </p:nvSpPr>
          <p:spPr>
            <a:xfrm>
              <a:off x="820562" y="49581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4"/>
            <p:cNvSpPr/>
            <p:nvPr/>
          </p:nvSpPr>
          <p:spPr>
            <a:xfrm>
              <a:off x="1299000" y="4608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4"/>
            <p:cNvSpPr/>
            <p:nvPr/>
          </p:nvSpPr>
          <p:spPr>
            <a:xfrm rot="5400000">
              <a:off x="447539" y="31337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4"/>
              <p:cNvSpPr/>
              <p:nvPr/>
            </p:nvSpPr>
            <p:spPr>
              <a:xfrm rot="10800000">
                <a:off x="-575573" y="3820175"/>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24"/>
            <p:cNvSpPr/>
            <p:nvPr/>
          </p:nvSpPr>
          <p:spPr>
            <a:xfrm>
              <a:off x="0" y="36165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4"/>
            <p:cNvSpPr/>
            <p:nvPr/>
          </p:nvSpPr>
          <p:spPr>
            <a:xfrm>
              <a:off x="131225" y="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 name="Google Shape;1103;p24"/>
            <p:cNvGrpSpPr/>
            <p:nvPr/>
          </p:nvGrpSpPr>
          <p:grpSpPr>
            <a:xfrm flipH="1" rot="-2700000">
              <a:off x="-216370" y="1084101"/>
              <a:ext cx="708093" cy="708493"/>
              <a:chOff x="3678700" y="407275"/>
              <a:chExt cx="708100" cy="708500"/>
            </a:xfrm>
          </p:grpSpPr>
          <p:sp>
            <p:nvSpPr>
              <p:cNvPr id="1104" name="Google Shape;1104;p24"/>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4"/>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4"/>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4"/>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4"/>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4"/>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4"/>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111" name="Shape 1111"/>
        <p:cNvGrpSpPr/>
        <p:nvPr/>
      </p:nvGrpSpPr>
      <p:grpSpPr>
        <a:xfrm>
          <a:off x="0" y="0"/>
          <a:ext cx="0" cy="0"/>
          <a:chOff x="0" y="0"/>
          <a:chExt cx="0" cy="0"/>
        </a:xfrm>
      </p:grpSpPr>
      <p:sp>
        <p:nvSpPr>
          <p:cNvPr id="1112" name="Google Shape;1112;p25"/>
          <p:cNvSpPr txBox="1"/>
          <p:nvPr>
            <p:ph idx="1" type="subTitle"/>
          </p:nvPr>
        </p:nvSpPr>
        <p:spPr>
          <a:xfrm>
            <a:off x="720000"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3" name="Google Shape;1113;p25"/>
          <p:cNvSpPr txBox="1"/>
          <p:nvPr>
            <p:ph idx="2" type="subTitle"/>
          </p:nvPr>
        </p:nvSpPr>
        <p:spPr>
          <a:xfrm>
            <a:off x="3584484"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4" name="Google Shape;1114;p25"/>
          <p:cNvSpPr txBox="1"/>
          <p:nvPr>
            <p:ph idx="3" type="subTitle"/>
          </p:nvPr>
        </p:nvSpPr>
        <p:spPr>
          <a:xfrm>
            <a:off x="6448975"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5" name="Google Shape;1115;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6" name="Google Shape;1116;p25"/>
          <p:cNvSpPr txBox="1"/>
          <p:nvPr>
            <p:ph idx="4" type="subTitle"/>
          </p:nvPr>
        </p:nvSpPr>
        <p:spPr>
          <a:xfrm>
            <a:off x="720000"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17" name="Google Shape;1117;p25"/>
          <p:cNvSpPr txBox="1"/>
          <p:nvPr>
            <p:ph idx="5" type="subTitle"/>
          </p:nvPr>
        </p:nvSpPr>
        <p:spPr>
          <a:xfrm>
            <a:off x="3584483"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18" name="Google Shape;1118;p25"/>
          <p:cNvSpPr txBox="1"/>
          <p:nvPr>
            <p:ph idx="6" type="subTitle"/>
          </p:nvPr>
        </p:nvSpPr>
        <p:spPr>
          <a:xfrm>
            <a:off x="6448972"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19" name="Google Shape;1119;p25"/>
          <p:cNvSpPr/>
          <p:nvPr>
            <p:ph idx="7" type="pic"/>
          </p:nvPr>
        </p:nvSpPr>
        <p:spPr>
          <a:xfrm>
            <a:off x="720000" y="1236800"/>
            <a:ext cx="1981800" cy="1662300"/>
          </a:xfrm>
          <a:prstGeom prst="snip1Rect">
            <a:avLst>
              <a:gd fmla="val 16667" name="adj"/>
            </a:avLst>
          </a:prstGeom>
          <a:noFill/>
          <a:ln>
            <a:noFill/>
          </a:ln>
        </p:spPr>
      </p:sp>
      <p:sp>
        <p:nvSpPr>
          <p:cNvPr id="1120" name="Google Shape;1120;p25"/>
          <p:cNvSpPr/>
          <p:nvPr>
            <p:ph idx="8" type="pic"/>
          </p:nvPr>
        </p:nvSpPr>
        <p:spPr>
          <a:xfrm>
            <a:off x="3584475" y="1236800"/>
            <a:ext cx="1981800" cy="1662300"/>
          </a:xfrm>
          <a:prstGeom prst="snip1Rect">
            <a:avLst>
              <a:gd fmla="val 16667" name="adj"/>
            </a:avLst>
          </a:prstGeom>
          <a:noFill/>
          <a:ln>
            <a:noFill/>
          </a:ln>
        </p:spPr>
      </p:sp>
      <p:sp>
        <p:nvSpPr>
          <p:cNvPr id="1121" name="Google Shape;1121;p25"/>
          <p:cNvSpPr/>
          <p:nvPr>
            <p:ph idx="9" type="pic"/>
          </p:nvPr>
        </p:nvSpPr>
        <p:spPr>
          <a:xfrm>
            <a:off x="6448950" y="1236800"/>
            <a:ext cx="1981800" cy="1662300"/>
          </a:xfrm>
          <a:prstGeom prst="snip1Rect">
            <a:avLst>
              <a:gd fmla="val 16667" name="adj"/>
            </a:avLst>
          </a:prstGeom>
          <a:noFill/>
          <a:ln>
            <a:noFill/>
          </a:ln>
        </p:spPr>
      </p:sp>
      <p:grpSp>
        <p:nvGrpSpPr>
          <p:cNvPr id="1122" name="Google Shape;1122;p25"/>
          <p:cNvGrpSpPr/>
          <p:nvPr/>
        </p:nvGrpSpPr>
        <p:grpSpPr>
          <a:xfrm>
            <a:off x="-928041" y="3925887"/>
            <a:ext cx="2833357" cy="1517787"/>
            <a:chOff x="-623241" y="3849687"/>
            <a:chExt cx="2833357" cy="1517787"/>
          </a:xfrm>
        </p:grpSpPr>
        <p:grpSp>
          <p:nvGrpSpPr>
            <p:cNvPr id="1123" name="Google Shape;1123;p25"/>
            <p:cNvGrpSpPr/>
            <p:nvPr/>
          </p:nvGrpSpPr>
          <p:grpSpPr>
            <a:xfrm rot="5400000">
              <a:off x="-879113" y="4155104"/>
              <a:ext cx="1517787" cy="906953"/>
              <a:chOff x="-55500" y="4835979"/>
              <a:chExt cx="1517787" cy="906953"/>
            </a:xfrm>
          </p:grpSpPr>
          <p:sp>
            <p:nvSpPr>
              <p:cNvPr id="1124" name="Google Shape;1124;p25"/>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5"/>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5"/>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5"/>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25"/>
            <p:cNvGrpSpPr/>
            <p:nvPr/>
          </p:nvGrpSpPr>
          <p:grpSpPr>
            <a:xfrm>
              <a:off x="-623241" y="3946426"/>
              <a:ext cx="2833357" cy="1421047"/>
              <a:chOff x="-677366" y="4067276"/>
              <a:chExt cx="2833357" cy="1421047"/>
            </a:xfrm>
          </p:grpSpPr>
          <p:sp>
            <p:nvSpPr>
              <p:cNvPr id="1129" name="Google Shape;1129;p25"/>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25"/>
              <p:cNvGrpSpPr/>
              <p:nvPr/>
            </p:nvGrpSpPr>
            <p:grpSpPr>
              <a:xfrm>
                <a:off x="317735" y="4614472"/>
                <a:ext cx="161977" cy="161940"/>
                <a:chOff x="1101075" y="2142375"/>
                <a:chExt cx="439200" cy="439100"/>
              </a:xfrm>
            </p:grpSpPr>
            <p:sp>
              <p:nvSpPr>
                <p:cNvPr id="1131" name="Google Shape;1131;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25"/>
              <p:cNvGrpSpPr/>
              <p:nvPr/>
            </p:nvGrpSpPr>
            <p:grpSpPr>
              <a:xfrm rot="10800000">
                <a:off x="1700151" y="5032693"/>
                <a:ext cx="161977" cy="161940"/>
                <a:chOff x="1101075" y="2142375"/>
                <a:chExt cx="439200" cy="439100"/>
              </a:xfrm>
            </p:grpSpPr>
            <p:sp>
              <p:nvSpPr>
                <p:cNvPr id="1134" name="Google Shape;1134;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6" name="Google Shape;1136;p25"/>
            <p:cNvSpPr/>
            <p:nvPr/>
          </p:nvSpPr>
          <p:spPr>
            <a:xfrm rot="-5400000">
              <a:off x="289120"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25"/>
          <p:cNvGrpSpPr/>
          <p:nvPr/>
        </p:nvGrpSpPr>
        <p:grpSpPr>
          <a:xfrm>
            <a:off x="6400125" y="-1754449"/>
            <a:ext cx="4189199" cy="3065874"/>
            <a:chOff x="6171525" y="-1678249"/>
            <a:chExt cx="4189199" cy="3065874"/>
          </a:xfrm>
        </p:grpSpPr>
        <p:sp>
          <p:nvSpPr>
            <p:cNvPr id="1138" name="Google Shape;1138;p25"/>
            <p:cNvSpPr/>
            <p:nvPr/>
          </p:nvSpPr>
          <p:spPr>
            <a:xfrm rot="-5400000">
              <a:off x="6808863" y="-808395"/>
              <a:ext cx="1558682"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39" name="Google Shape;1139;p25"/>
            <p:cNvPicPr preferRelativeResize="0"/>
            <p:nvPr/>
          </p:nvPicPr>
          <p:blipFill rotWithShape="1">
            <a:blip r:embed="rId2">
              <a:alphaModFix/>
            </a:blip>
            <a:srcRect b="26177" l="16960" r="7121" t="24719"/>
            <a:stretch/>
          </p:blipFill>
          <p:spPr>
            <a:xfrm>
              <a:off x="6587425" y="-1678249"/>
              <a:ext cx="3773299" cy="2879876"/>
            </a:xfrm>
            <a:prstGeom prst="rect">
              <a:avLst/>
            </a:prstGeom>
            <a:noFill/>
            <a:ln>
              <a:noFill/>
            </a:ln>
          </p:spPr>
        </p:pic>
        <p:sp>
          <p:nvSpPr>
            <p:cNvPr id="1140" name="Google Shape;1140;p25"/>
            <p:cNvSpPr/>
            <p:nvPr/>
          </p:nvSpPr>
          <p:spPr>
            <a:xfrm>
              <a:off x="8292929" y="-80469"/>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 name="Google Shape;1141;p25"/>
            <p:cNvGrpSpPr/>
            <p:nvPr/>
          </p:nvGrpSpPr>
          <p:grpSpPr>
            <a:xfrm rot="-2700000">
              <a:off x="8302147" y="61289"/>
              <a:ext cx="582044" cy="582419"/>
              <a:chOff x="959750" y="3039275"/>
              <a:chExt cx="582050" cy="582425"/>
            </a:xfrm>
          </p:grpSpPr>
          <p:sp>
            <p:nvSpPr>
              <p:cNvPr id="1142" name="Google Shape;1142;p2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25"/>
            <p:cNvGrpSpPr/>
            <p:nvPr/>
          </p:nvGrpSpPr>
          <p:grpSpPr>
            <a:xfrm rot="-2700000">
              <a:off x="8551447" y="61289"/>
              <a:ext cx="582044" cy="582419"/>
              <a:chOff x="959750" y="3039275"/>
              <a:chExt cx="582050" cy="582425"/>
            </a:xfrm>
          </p:grpSpPr>
          <p:sp>
            <p:nvSpPr>
              <p:cNvPr id="1150" name="Google Shape;1150;p2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7" name="Google Shape;1157;p25"/>
          <p:cNvGrpSpPr/>
          <p:nvPr/>
        </p:nvGrpSpPr>
        <p:grpSpPr>
          <a:xfrm rot="2700000">
            <a:off x="8945322" y="2352177"/>
            <a:ext cx="439196" cy="439096"/>
            <a:chOff x="1101075" y="2142375"/>
            <a:chExt cx="439200" cy="439100"/>
          </a:xfrm>
        </p:grpSpPr>
        <p:sp>
          <p:nvSpPr>
            <p:cNvPr id="1158" name="Google Shape;1158;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25"/>
          <p:cNvGrpSpPr/>
          <p:nvPr/>
        </p:nvGrpSpPr>
        <p:grpSpPr>
          <a:xfrm rot="10800000">
            <a:off x="4995775" y="180626"/>
            <a:ext cx="4558967" cy="134100"/>
            <a:chOff x="796100" y="3019701"/>
            <a:chExt cx="4558967" cy="134100"/>
          </a:xfrm>
        </p:grpSpPr>
        <p:sp>
          <p:nvSpPr>
            <p:cNvPr id="1161" name="Google Shape;1161;p2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2" name="Google Shape;1162;p2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163" name="Google Shape;1163;p2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164" name="Shape 1164"/>
        <p:cNvGrpSpPr/>
        <p:nvPr/>
      </p:nvGrpSpPr>
      <p:grpSpPr>
        <a:xfrm>
          <a:off x="0" y="0"/>
          <a:ext cx="0" cy="0"/>
          <a:chOff x="0" y="0"/>
          <a:chExt cx="0" cy="0"/>
        </a:xfrm>
      </p:grpSpPr>
      <p:sp>
        <p:nvSpPr>
          <p:cNvPr id="1165" name="Google Shape;1165;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66" name="Google Shape;1166;p26"/>
          <p:cNvSpPr txBox="1"/>
          <p:nvPr>
            <p:ph idx="1" type="subTitle"/>
          </p:nvPr>
        </p:nvSpPr>
        <p:spPr>
          <a:xfrm>
            <a:off x="1804750" y="1935218"/>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7" name="Google Shape;1167;p26"/>
          <p:cNvSpPr txBox="1"/>
          <p:nvPr>
            <p:ph idx="2" type="subTitle"/>
          </p:nvPr>
        </p:nvSpPr>
        <p:spPr>
          <a:xfrm>
            <a:off x="5237152" y="1935218"/>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8" name="Google Shape;1168;p26"/>
          <p:cNvSpPr txBox="1"/>
          <p:nvPr>
            <p:ph idx="3" type="subTitle"/>
          </p:nvPr>
        </p:nvSpPr>
        <p:spPr>
          <a:xfrm>
            <a:off x="1804750" y="3561374"/>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9" name="Google Shape;1169;p26"/>
          <p:cNvSpPr txBox="1"/>
          <p:nvPr>
            <p:ph idx="4" type="subTitle"/>
          </p:nvPr>
        </p:nvSpPr>
        <p:spPr>
          <a:xfrm>
            <a:off x="5237152" y="3561374"/>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70" name="Google Shape;1170;p26"/>
          <p:cNvSpPr txBox="1"/>
          <p:nvPr>
            <p:ph idx="5" type="subTitle"/>
          </p:nvPr>
        </p:nvSpPr>
        <p:spPr>
          <a:xfrm>
            <a:off x="1804750" y="1605775"/>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71" name="Google Shape;1171;p26"/>
          <p:cNvSpPr txBox="1"/>
          <p:nvPr>
            <p:ph idx="6" type="subTitle"/>
          </p:nvPr>
        </p:nvSpPr>
        <p:spPr>
          <a:xfrm>
            <a:off x="5237150" y="1605775"/>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72" name="Google Shape;1172;p26"/>
          <p:cNvSpPr txBox="1"/>
          <p:nvPr>
            <p:ph idx="7" type="subTitle"/>
          </p:nvPr>
        </p:nvSpPr>
        <p:spPr>
          <a:xfrm>
            <a:off x="1804750" y="3231981"/>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73" name="Google Shape;1173;p26"/>
          <p:cNvSpPr txBox="1"/>
          <p:nvPr>
            <p:ph idx="8" type="subTitle"/>
          </p:nvPr>
        </p:nvSpPr>
        <p:spPr>
          <a:xfrm>
            <a:off x="5237150" y="3231981"/>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174" name="Google Shape;1174;p26"/>
          <p:cNvGrpSpPr/>
          <p:nvPr/>
        </p:nvGrpSpPr>
        <p:grpSpPr>
          <a:xfrm>
            <a:off x="-2902027" y="1271890"/>
            <a:ext cx="6191222" cy="6191222"/>
            <a:chOff x="-2825827" y="1271890"/>
            <a:chExt cx="6191222" cy="6191222"/>
          </a:xfrm>
        </p:grpSpPr>
        <p:pic>
          <p:nvPicPr>
            <p:cNvPr id="1175" name="Google Shape;1175;p26"/>
            <p:cNvPicPr preferRelativeResize="0"/>
            <p:nvPr/>
          </p:nvPicPr>
          <p:blipFill rotWithShape="1">
            <a:blip r:embed="rId2">
              <a:alphaModFix/>
            </a:blip>
            <a:srcRect b="26177" l="16960" r="7121" t="24719"/>
            <a:stretch/>
          </p:blipFill>
          <p:spPr>
            <a:xfrm>
              <a:off x="-680950" y="3866725"/>
              <a:ext cx="2441950" cy="1863749"/>
            </a:xfrm>
            <a:prstGeom prst="rect">
              <a:avLst/>
            </a:prstGeom>
            <a:noFill/>
            <a:ln>
              <a:noFill/>
            </a:ln>
          </p:spPr>
        </p:pic>
        <p:grpSp>
          <p:nvGrpSpPr>
            <p:cNvPr id="1176" name="Google Shape;1176;p26"/>
            <p:cNvGrpSpPr/>
            <p:nvPr/>
          </p:nvGrpSpPr>
          <p:grpSpPr>
            <a:xfrm>
              <a:off x="-2825827" y="1271890"/>
              <a:ext cx="6191222" cy="6191222"/>
              <a:chOff x="-2825827" y="1271890"/>
              <a:chExt cx="6191222" cy="6191222"/>
            </a:xfrm>
          </p:grpSpPr>
          <p:sp>
            <p:nvSpPr>
              <p:cNvPr id="1177" name="Google Shape;1177;p26"/>
              <p:cNvSpPr/>
              <p:nvPr/>
            </p:nvSpPr>
            <p:spPr>
              <a:xfrm flipH="1" rot="2700000">
                <a:off x="-1733384" y="199281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6"/>
              <p:cNvSpPr/>
              <p:nvPr/>
            </p:nvSpPr>
            <p:spPr>
              <a:xfrm flipH="1" rot="2700000">
                <a:off x="-1192832" y="2500186"/>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 name="Google Shape;1179;p26"/>
              <p:cNvGrpSpPr/>
              <p:nvPr/>
            </p:nvGrpSpPr>
            <p:grpSpPr>
              <a:xfrm rot="10800000">
                <a:off x="384881" y="3042905"/>
                <a:ext cx="134100" cy="134100"/>
                <a:chOff x="-1999139" y="3143772"/>
                <a:chExt cx="134100" cy="134100"/>
              </a:xfrm>
            </p:grpSpPr>
            <p:sp>
              <p:nvSpPr>
                <p:cNvPr id="1180" name="Google Shape;1180;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26"/>
              <p:cNvGrpSpPr/>
              <p:nvPr/>
            </p:nvGrpSpPr>
            <p:grpSpPr>
              <a:xfrm rot="10800000">
                <a:off x="146106" y="3710980"/>
                <a:ext cx="134100" cy="134100"/>
                <a:chOff x="-1999139" y="3143772"/>
                <a:chExt cx="134100" cy="134100"/>
              </a:xfrm>
            </p:grpSpPr>
            <p:sp>
              <p:nvSpPr>
                <p:cNvPr id="1183" name="Google Shape;1183;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26"/>
              <p:cNvGrpSpPr/>
              <p:nvPr/>
            </p:nvGrpSpPr>
            <p:grpSpPr>
              <a:xfrm>
                <a:off x="-102297" y="3780153"/>
                <a:ext cx="939901" cy="2449421"/>
                <a:chOff x="-102297" y="3780153"/>
                <a:chExt cx="939901" cy="2449421"/>
              </a:xfrm>
            </p:grpSpPr>
            <p:sp>
              <p:nvSpPr>
                <p:cNvPr id="1186" name="Google Shape;1186;p26"/>
                <p:cNvSpPr/>
                <p:nvPr/>
              </p:nvSpPr>
              <p:spPr>
                <a:xfrm rot="10800000">
                  <a:off x="260154" y="4254866"/>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6"/>
                <p:cNvSpPr/>
                <p:nvPr/>
              </p:nvSpPr>
              <p:spPr>
                <a:xfrm rot="10800000">
                  <a:off x="-102297" y="3780153"/>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 name="Google Shape;1188;p26"/>
                <p:cNvGrpSpPr/>
                <p:nvPr/>
              </p:nvGrpSpPr>
              <p:grpSpPr>
                <a:xfrm rot="10800000">
                  <a:off x="532825" y="5492502"/>
                  <a:ext cx="134004" cy="134004"/>
                  <a:chOff x="8356813" y="1074288"/>
                  <a:chExt cx="351900" cy="351900"/>
                </a:xfrm>
              </p:grpSpPr>
              <p:sp>
                <p:nvSpPr>
                  <p:cNvPr id="1189" name="Google Shape;1189;p2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6"/>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91" name="Google Shape;1191;p26"/>
          <p:cNvGrpSpPr/>
          <p:nvPr/>
        </p:nvGrpSpPr>
        <p:grpSpPr>
          <a:xfrm>
            <a:off x="5650173" y="-1036475"/>
            <a:ext cx="6191222" cy="6865137"/>
            <a:chOff x="5497773" y="-1036475"/>
            <a:chExt cx="6191222" cy="6865137"/>
          </a:xfrm>
        </p:grpSpPr>
        <p:grpSp>
          <p:nvGrpSpPr>
            <p:cNvPr id="1192" name="Google Shape;1192;p26"/>
            <p:cNvGrpSpPr/>
            <p:nvPr/>
          </p:nvGrpSpPr>
          <p:grpSpPr>
            <a:xfrm>
              <a:off x="5497773" y="-362560"/>
              <a:ext cx="6191222" cy="6191222"/>
              <a:chOff x="5584373" y="-362560"/>
              <a:chExt cx="6191222" cy="6191222"/>
            </a:xfrm>
          </p:grpSpPr>
          <p:grpSp>
            <p:nvGrpSpPr>
              <p:cNvPr id="1193" name="Google Shape;1193;p26"/>
              <p:cNvGrpSpPr/>
              <p:nvPr/>
            </p:nvGrpSpPr>
            <p:grpSpPr>
              <a:xfrm>
                <a:off x="5584373" y="-362560"/>
                <a:ext cx="6191222" cy="6191222"/>
                <a:chOff x="5443673" y="-405860"/>
                <a:chExt cx="6191222" cy="6191222"/>
              </a:xfrm>
            </p:grpSpPr>
            <p:sp>
              <p:nvSpPr>
                <p:cNvPr id="1194" name="Google Shape;1194;p26"/>
                <p:cNvSpPr/>
                <p:nvPr/>
              </p:nvSpPr>
              <p:spPr>
                <a:xfrm flipH="1" rot="-8100000">
                  <a:off x="6536116" y="31506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6"/>
                <p:cNvSpPr/>
                <p:nvPr/>
              </p:nvSpPr>
              <p:spPr>
                <a:xfrm flipH="1" rot="-8100000">
                  <a:off x="7076657" y="1499343"/>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6"/>
                <p:cNvSpPr/>
                <p:nvPr/>
              </p:nvSpPr>
              <p:spPr>
                <a:xfrm>
                  <a:off x="8301511" y="-335348"/>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6"/>
                <p:cNvSpPr/>
                <p:nvPr/>
              </p:nvSpPr>
              <p:spPr>
                <a:xfrm>
                  <a:off x="8554000" y="27076"/>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26"/>
              <p:cNvGrpSpPr/>
              <p:nvPr/>
            </p:nvGrpSpPr>
            <p:grpSpPr>
              <a:xfrm>
                <a:off x="8430786" y="3923547"/>
                <a:ext cx="134100" cy="134100"/>
                <a:chOff x="-1999139" y="3143772"/>
                <a:chExt cx="134100" cy="134100"/>
              </a:xfrm>
            </p:grpSpPr>
            <p:sp>
              <p:nvSpPr>
                <p:cNvPr id="1199" name="Google Shape;1199;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26"/>
              <p:cNvGrpSpPr/>
              <p:nvPr/>
            </p:nvGrpSpPr>
            <p:grpSpPr>
              <a:xfrm>
                <a:off x="8669561" y="3255472"/>
                <a:ext cx="134100" cy="134100"/>
                <a:chOff x="-1999139" y="3143772"/>
                <a:chExt cx="134100" cy="134100"/>
              </a:xfrm>
            </p:grpSpPr>
            <p:sp>
              <p:nvSpPr>
                <p:cNvPr id="1202" name="Google Shape;1202;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26"/>
              <p:cNvGrpSpPr/>
              <p:nvPr/>
            </p:nvGrpSpPr>
            <p:grpSpPr>
              <a:xfrm>
                <a:off x="8612986" y="311022"/>
                <a:ext cx="134004" cy="134004"/>
                <a:chOff x="8356813" y="1074288"/>
                <a:chExt cx="351900" cy="351900"/>
              </a:xfrm>
            </p:grpSpPr>
            <p:sp>
              <p:nvSpPr>
                <p:cNvPr id="1205" name="Google Shape;1205;p2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6"/>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207" name="Google Shape;1207;p26"/>
            <p:cNvPicPr preferRelativeResize="0"/>
            <p:nvPr/>
          </p:nvPicPr>
          <p:blipFill rotWithShape="1">
            <a:blip r:embed="rId2">
              <a:alphaModFix/>
            </a:blip>
            <a:srcRect b="26177" l="16960" r="7121" t="24719"/>
            <a:stretch/>
          </p:blipFill>
          <p:spPr>
            <a:xfrm>
              <a:off x="6929350" y="-1036475"/>
              <a:ext cx="2441950" cy="1863749"/>
            </a:xfrm>
            <a:prstGeom prst="rect">
              <a:avLst/>
            </a:prstGeom>
            <a:noFill/>
            <a:ln>
              <a:noFill/>
            </a:ln>
          </p:spPr>
        </p:pic>
      </p:grpSp>
      <p:grpSp>
        <p:nvGrpSpPr>
          <p:cNvPr id="1208" name="Google Shape;1208;p26"/>
          <p:cNvGrpSpPr/>
          <p:nvPr/>
        </p:nvGrpSpPr>
        <p:grpSpPr>
          <a:xfrm>
            <a:off x="3983988" y="4933175"/>
            <a:ext cx="667916" cy="439200"/>
            <a:chOff x="3983988" y="4933175"/>
            <a:chExt cx="667916" cy="439200"/>
          </a:xfrm>
        </p:grpSpPr>
        <p:grpSp>
          <p:nvGrpSpPr>
            <p:cNvPr id="1209" name="Google Shape;1209;p26"/>
            <p:cNvGrpSpPr/>
            <p:nvPr/>
          </p:nvGrpSpPr>
          <p:grpSpPr>
            <a:xfrm rot="5400000">
              <a:off x="3983938" y="4933225"/>
              <a:ext cx="439200" cy="439100"/>
              <a:chOff x="1101075" y="2142375"/>
              <a:chExt cx="439200" cy="439100"/>
            </a:xfrm>
          </p:grpSpPr>
          <p:sp>
            <p:nvSpPr>
              <p:cNvPr id="1210" name="Google Shape;1210;p2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26"/>
            <p:cNvGrpSpPr/>
            <p:nvPr/>
          </p:nvGrpSpPr>
          <p:grpSpPr>
            <a:xfrm rot="5400000">
              <a:off x="4423062" y="5038369"/>
              <a:ext cx="228867" cy="228815"/>
              <a:chOff x="1101075" y="2142375"/>
              <a:chExt cx="439200" cy="439100"/>
            </a:xfrm>
          </p:grpSpPr>
          <p:sp>
            <p:nvSpPr>
              <p:cNvPr id="1213" name="Google Shape;1213;p2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215" name="Shape 1215"/>
        <p:cNvGrpSpPr/>
        <p:nvPr/>
      </p:nvGrpSpPr>
      <p:grpSpPr>
        <a:xfrm>
          <a:off x="0" y="0"/>
          <a:ext cx="0" cy="0"/>
          <a:chOff x="0" y="0"/>
          <a:chExt cx="0" cy="0"/>
        </a:xfrm>
      </p:grpSpPr>
      <p:sp>
        <p:nvSpPr>
          <p:cNvPr id="1216" name="Google Shape;1216;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17" name="Google Shape;1217;p27"/>
          <p:cNvSpPr txBox="1"/>
          <p:nvPr>
            <p:ph idx="1" type="subTitle"/>
          </p:nvPr>
        </p:nvSpPr>
        <p:spPr>
          <a:xfrm>
            <a:off x="720000"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8" name="Google Shape;1218;p27"/>
          <p:cNvSpPr txBox="1"/>
          <p:nvPr>
            <p:ph idx="2" type="subTitle"/>
          </p:nvPr>
        </p:nvSpPr>
        <p:spPr>
          <a:xfrm>
            <a:off x="3469872"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9" name="Google Shape;1219;p27"/>
          <p:cNvSpPr txBox="1"/>
          <p:nvPr>
            <p:ph idx="3" type="subTitle"/>
          </p:nvPr>
        </p:nvSpPr>
        <p:spPr>
          <a:xfrm>
            <a:off x="720000"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0" name="Google Shape;1220;p27"/>
          <p:cNvSpPr txBox="1"/>
          <p:nvPr>
            <p:ph idx="4" type="subTitle"/>
          </p:nvPr>
        </p:nvSpPr>
        <p:spPr>
          <a:xfrm>
            <a:off x="3469872"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1" name="Google Shape;1221;p27"/>
          <p:cNvSpPr txBox="1"/>
          <p:nvPr>
            <p:ph idx="5" type="subTitle"/>
          </p:nvPr>
        </p:nvSpPr>
        <p:spPr>
          <a:xfrm>
            <a:off x="6219751"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2" name="Google Shape;1222;p27"/>
          <p:cNvSpPr txBox="1"/>
          <p:nvPr>
            <p:ph idx="6" type="subTitle"/>
          </p:nvPr>
        </p:nvSpPr>
        <p:spPr>
          <a:xfrm>
            <a:off x="6219751"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3" name="Google Shape;1223;p27"/>
          <p:cNvSpPr txBox="1"/>
          <p:nvPr>
            <p:ph idx="7" type="subTitle"/>
          </p:nvPr>
        </p:nvSpPr>
        <p:spPr>
          <a:xfrm>
            <a:off x="720000"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4" name="Google Shape;1224;p27"/>
          <p:cNvSpPr txBox="1"/>
          <p:nvPr>
            <p:ph idx="8" type="subTitle"/>
          </p:nvPr>
        </p:nvSpPr>
        <p:spPr>
          <a:xfrm>
            <a:off x="3469873"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5" name="Google Shape;1225;p27"/>
          <p:cNvSpPr txBox="1"/>
          <p:nvPr>
            <p:ph idx="9" type="subTitle"/>
          </p:nvPr>
        </p:nvSpPr>
        <p:spPr>
          <a:xfrm>
            <a:off x="720000"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6" name="Google Shape;1226;p27"/>
          <p:cNvSpPr txBox="1"/>
          <p:nvPr>
            <p:ph idx="13" type="subTitle"/>
          </p:nvPr>
        </p:nvSpPr>
        <p:spPr>
          <a:xfrm>
            <a:off x="3469873"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7" name="Google Shape;1227;p27"/>
          <p:cNvSpPr txBox="1"/>
          <p:nvPr>
            <p:ph idx="14" type="subTitle"/>
          </p:nvPr>
        </p:nvSpPr>
        <p:spPr>
          <a:xfrm>
            <a:off x="6219752"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8" name="Google Shape;1228;p27"/>
          <p:cNvSpPr txBox="1"/>
          <p:nvPr>
            <p:ph idx="15" type="subTitle"/>
          </p:nvPr>
        </p:nvSpPr>
        <p:spPr>
          <a:xfrm>
            <a:off x="6219752"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229" name="Google Shape;1229;p27"/>
          <p:cNvGrpSpPr/>
          <p:nvPr/>
        </p:nvGrpSpPr>
        <p:grpSpPr>
          <a:xfrm>
            <a:off x="6102850" y="-1735180"/>
            <a:ext cx="4625025" cy="4171657"/>
            <a:chOff x="6026650" y="-1658980"/>
            <a:chExt cx="4625025" cy="4171657"/>
          </a:xfrm>
        </p:grpSpPr>
        <p:pic>
          <p:nvPicPr>
            <p:cNvPr id="1230" name="Google Shape;1230;p27"/>
            <p:cNvPicPr preferRelativeResize="0"/>
            <p:nvPr/>
          </p:nvPicPr>
          <p:blipFill rotWithShape="1">
            <a:blip r:embed="rId2">
              <a:alphaModFix/>
            </a:blip>
            <a:srcRect b="26177" l="16960" r="7121" t="24719"/>
            <a:stretch/>
          </p:blipFill>
          <p:spPr>
            <a:xfrm>
              <a:off x="7361325" y="-596625"/>
              <a:ext cx="2441950" cy="1863749"/>
            </a:xfrm>
            <a:prstGeom prst="rect">
              <a:avLst/>
            </a:prstGeom>
            <a:noFill/>
            <a:ln>
              <a:noFill/>
            </a:ln>
          </p:spPr>
        </p:pic>
        <p:grpSp>
          <p:nvGrpSpPr>
            <p:cNvPr id="1231" name="Google Shape;1231;p27"/>
            <p:cNvGrpSpPr/>
            <p:nvPr/>
          </p:nvGrpSpPr>
          <p:grpSpPr>
            <a:xfrm flipH="1" rot="-2700000">
              <a:off x="7289785" y="-1246897"/>
              <a:ext cx="2552124" cy="3347490"/>
              <a:chOff x="2976325" y="908175"/>
              <a:chExt cx="4028179" cy="5283555"/>
            </a:xfrm>
          </p:grpSpPr>
          <p:sp>
            <p:nvSpPr>
              <p:cNvPr id="1232" name="Google Shape;1232;p27"/>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7"/>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7"/>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27"/>
            <p:cNvGrpSpPr/>
            <p:nvPr/>
          </p:nvGrpSpPr>
          <p:grpSpPr>
            <a:xfrm>
              <a:off x="6026650" y="-49075"/>
              <a:ext cx="803471" cy="494095"/>
              <a:chOff x="6394675" y="-49075"/>
              <a:chExt cx="803471" cy="494095"/>
            </a:xfrm>
          </p:grpSpPr>
          <p:sp>
            <p:nvSpPr>
              <p:cNvPr id="1236" name="Google Shape;1236;p27"/>
              <p:cNvSpPr/>
              <p:nvPr/>
            </p:nvSpPr>
            <p:spPr>
              <a:xfrm>
                <a:off x="6394675" y="0"/>
                <a:ext cx="284119" cy="246048"/>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7"/>
              <p:cNvSpPr/>
              <p:nvPr/>
            </p:nvSpPr>
            <p:spPr>
              <a:xfrm>
                <a:off x="6627600" y="-49075"/>
                <a:ext cx="570546" cy="494095"/>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8" name="Google Shape;1238;p27"/>
          <p:cNvGrpSpPr/>
          <p:nvPr/>
        </p:nvGrpSpPr>
        <p:grpSpPr>
          <a:xfrm>
            <a:off x="-1089100" y="4200325"/>
            <a:ext cx="5368850" cy="1863749"/>
            <a:chOff x="-1089100" y="4200325"/>
            <a:chExt cx="5368850" cy="1863749"/>
          </a:xfrm>
        </p:grpSpPr>
        <p:grpSp>
          <p:nvGrpSpPr>
            <p:cNvPr id="1239" name="Google Shape;1239;p27"/>
            <p:cNvGrpSpPr/>
            <p:nvPr/>
          </p:nvGrpSpPr>
          <p:grpSpPr>
            <a:xfrm>
              <a:off x="-185037" y="4598363"/>
              <a:ext cx="904666" cy="726121"/>
              <a:chOff x="7945225" y="4302000"/>
              <a:chExt cx="904666" cy="726121"/>
            </a:xfrm>
          </p:grpSpPr>
          <p:sp>
            <p:nvSpPr>
              <p:cNvPr id="1240" name="Google Shape;1240;p27"/>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7"/>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7"/>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43" name="Google Shape;1243;p27"/>
            <p:cNvPicPr preferRelativeResize="0"/>
            <p:nvPr/>
          </p:nvPicPr>
          <p:blipFill rotWithShape="1">
            <a:blip r:embed="rId2">
              <a:alphaModFix/>
            </a:blip>
            <a:srcRect b="26177" l="16960" r="7121" t="24719"/>
            <a:stretch/>
          </p:blipFill>
          <p:spPr>
            <a:xfrm>
              <a:off x="1837800" y="4200325"/>
              <a:ext cx="2441950" cy="1863749"/>
            </a:xfrm>
            <a:prstGeom prst="rect">
              <a:avLst/>
            </a:prstGeom>
            <a:noFill/>
            <a:ln>
              <a:noFill/>
            </a:ln>
          </p:spPr>
        </p:pic>
        <p:grpSp>
          <p:nvGrpSpPr>
            <p:cNvPr id="1244" name="Google Shape;1244;p27"/>
            <p:cNvGrpSpPr/>
            <p:nvPr/>
          </p:nvGrpSpPr>
          <p:grpSpPr>
            <a:xfrm rot="-2700000">
              <a:off x="390377" y="4688868"/>
              <a:ext cx="299453" cy="545119"/>
              <a:chOff x="-66426" y="1151064"/>
              <a:chExt cx="299455" cy="545125"/>
            </a:xfrm>
          </p:grpSpPr>
          <p:grpSp>
            <p:nvGrpSpPr>
              <p:cNvPr id="1245" name="Google Shape;1245;p27"/>
              <p:cNvGrpSpPr/>
              <p:nvPr/>
            </p:nvGrpSpPr>
            <p:grpSpPr>
              <a:xfrm>
                <a:off x="-66426" y="1396564"/>
                <a:ext cx="299455" cy="299625"/>
                <a:chOff x="3678700" y="407275"/>
                <a:chExt cx="708100" cy="708500"/>
              </a:xfrm>
            </p:grpSpPr>
            <p:sp>
              <p:nvSpPr>
                <p:cNvPr id="1246" name="Google Shape;1246;p2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27"/>
              <p:cNvGrpSpPr/>
              <p:nvPr/>
            </p:nvGrpSpPr>
            <p:grpSpPr>
              <a:xfrm>
                <a:off x="-66426" y="1151064"/>
                <a:ext cx="299455" cy="299625"/>
                <a:chOff x="3678700" y="407275"/>
                <a:chExt cx="708100" cy="708500"/>
              </a:xfrm>
            </p:grpSpPr>
            <p:sp>
              <p:nvSpPr>
                <p:cNvPr id="1254" name="Google Shape;1254;p2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1" name="Google Shape;1261;p27"/>
            <p:cNvGrpSpPr/>
            <p:nvPr/>
          </p:nvGrpSpPr>
          <p:grpSpPr>
            <a:xfrm>
              <a:off x="-1089100" y="4894376"/>
              <a:ext cx="4558967" cy="134100"/>
              <a:chOff x="796100" y="3019701"/>
              <a:chExt cx="4558967" cy="134100"/>
            </a:xfrm>
          </p:grpSpPr>
          <p:sp>
            <p:nvSpPr>
              <p:cNvPr id="1262" name="Google Shape;1262;p2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3" name="Google Shape;1263;p2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264" name="Google Shape;1264;p2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265" name="Shape 1265"/>
        <p:cNvGrpSpPr/>
        <p:nvPr/>
      </p:nvGrpSpPr>
      <p:grpSpPr>
        <a:xfrm>
          <a:off x="0" y="0"/>
          <a:ext cx="0" cy="0"/>
          <a:chOff x="0" y="0"/>
          <a:chExt cx="0" cy="0"/>
        </a:xfrm>
      </p:grpSpPr>
      <p:sp>
        <p:nvSpPr>
          <p:cNvPr id="1266" name="Google Shape;1266;p28"/>
          <p:cNvSpPr txBox="1"/>
          <p:nvPr>
            <p:ph hasCustomPrompt="1" type="title"/>
          </p:nvPr>
        </p:nvSpPr>
        <p:spPr>
          <a:xfrm>
            <a:off x="2358450" y="664988"/>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Be Vietnam Pro"/>
                <a:ea typeface="Be Vietnam Pro"/>
                <a:cs typeface="Be Vietnam Pro"/>
                <a:sym typeface="Be Vietnam Pro"/>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67" name="Google Shape;1267;p28"/>
          <p:cNvSpPr txBox="1"/>
          <p:nvPr>
            <p:ph idx="1" type="subTitle"/>
          </p:nvPr>
        </p:nvSpPr>
        <p:spPr>
          <a:xfrm>
            <a:off x="2358450" y="1282313"/>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 Vietnam Pro"/>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4pPr>
            <a:lvl5pPr lvl="4"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5pPr>
            <a:lvl6pPr lvl="5"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6pPr>
            <a:lvl7pPr lvl="6"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7pPr>
            <a:lvl8pPr lvl="7"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8pPr>
            <a:lvl9pPr lvl="8"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9pPr>
          </a:lstStyle>
          <a:p/>
        </p:txBody>
      </p:sp>
      <p:sp>
        <p:nvSpPr>
          <p:cNvPr id="1268" name="Google Shape;1268;p28"/>
          <p:cNvSpPr txBox="1"/>
          <p:nvPr>
            <p:ph hasCustomPrompt="1" idx="2" type="title"/>
          </p:nvPr>
        </p:nvSpPr>
        <p:spPr>
          <a:xfrm>
            <a:off x="2358450" y="2027244"/>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Be Vietnam Pro"/>
                <a:ea typeface="Be Vietnam Pro"/>
                <a:cs typeface="Be Vietnam Pro"/>
                <a:sym typeface="Be Vietnam Pro"/>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69" name="Google Shape;1269;p28"/>
          <p:cNvSpPr txBox="1"/>
          <p:nvPr>
            <p:ph idx="3" type="subTitle"/>
          </p:nvPr>
        </p:nvSpPr>
        <p:spPr>
          <a:xfrm>
            <a:off x="2358450" y="2645558"/>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 Vietnam Pro"/>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4pPr>
            <a:lvl5pPr lvl="4"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5pPr>
            <a:lvl6pPr lvl="5"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6pPr>
            <a:lvl7pPr lvl="6"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7pPr>
            <a:lvl8pPr lvl="7"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8pPr>
            <a:lvl9pPr lvl="8"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9pPr>
          </a:lstStyle>
          <a:p/>
        </p:txBody>
      </p:sp>
      <p:sp>
        <p:nvSpPr>
          <p:cNvPr id="1270" name="Google Shape;1270;p28"/>
          <p:cNvSpPr txBox="1"/>
          <p:nvPr>
            <p:ph hasCustomPrompt="1" idx="4" type="title"/>
          </p:nvPr>
        </p:nvSpPr>
        <p:spPr>
          <a:xfrm>
            <a:off x="2358450" y="3390475"/>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Be Vietnam Pro"/>
                <a:ea typeface="Be Vietnam Pro"/>
                <a:cs typeface="Be Vietnam Pro"/>
                <a:sym typeface="Be Vietnam Pro"/>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71" name="Google Shape;1271;p28"/>
          <p:cNvSpPr txBox="1"/>
          <p:nvPr>
            <p:ph idx="5" type="subTitle"/>
          </p:nvPr>
        </p:nvSpPr>
        <p:spPr>
          <a:xfrm>
            <a:off x="2358450" y="4009779"/>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 Vietnam Pro"/>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4pPr>
            <a:lvl5pPr lvl="4"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5pPr>
            <a:lvl6pPr lvl="5"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6pPr>
            <a:lvl7pPr lvl="6"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7pPr>
            <a:lvl8pPr lvl="7"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8pPr>
            <a:lvl9pPr lvl="8" rtl="0" algn="ctr">
              <a:lnSpc>
                <a:spcPct val="100000"/>
              </a:lnSpc>
              <a:spcBef>
                <a:spcPts val="0"/>
              </a:spcBef>
              <a:spcAft>
                <a:spcPts val="0"/>
              </a:spcAft>
              <a:buClr>
                <a:schemeClr val="dk1"/>
              </a:buClr>
              <a:buSzPts val="2100"/>
              <a:buFont typeface="Be Vietnam Pro"/>
              <a:buNone/>
              <a:defRPr sz="2100">
                <a:solidFill>
                  <a:schemeClr val="dk1"/>
                </a:solidFill>
                <a:latin typeface="Be Vietnam Pro"/>
                <a:ea typeface="Be Vietnam Pro"/>
                <a:cs typeface="Be Vietnam Pro"/>
                <a:sym typeface="Be Vietnam Pro"/>
              </a:defRPr>
            </a:lvl9pPr>
          </a:lstStyle>
          <a:p/>
        </p:txBody>
      </p:sp>
      <p:sp>
        <p:nvSpPr>
          <p:cNvPr id="1272" name="Google Shape;1272;p28"/>
          <p:cNvSpPr/>
          <p:nvPr/>
        </p:nvSpPr>
        <p:spPr>
          <a:xfrm>
            <a:off x="6751200" y="2645550"/>
            <a:ext cx="2925000" cy="2945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 name="Google Shape;1273;p28"/>
          <p:cNvGrpSpPr/>
          <p:nvPr/>
        </p:nvGrpSpPr>
        <p:grpSpPr>
          <a:xfrm rot="5400000">
            <a:off x="8359950" y="-226050"/>
            <a:ext cx="439200" cy="439100"/>
            <a:chOff x="1101075" y="2142375"/>
            <a:chExt cx="439200" cy="439100"/>
          </a:xfrm>
        </p:grpSpPr>
        <p:sp>
          <p:nvSpPr>
            <p:cNvPr id="1274" name="Google Shape;1274;p2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28"/>
          <p:cNvGrpSpPr/>
          <p:nvPr/>
        </p:nvGrpSpPr>
        <p:grpSpPr>
          <a:xfrm>
            <a:off x="-903250" y="4838101"/>
            <a:ext cx="4558967" cy="134100"/>
            <a:chOff x="796100" y="3019701"/>
            <a:chExt cx="4558967" cy="134100"/>
          </a:xfrm>
        </p:grpSpPr>
        <p:sp>
          <p:nvSpPr>
            <p:cNvPr id="1277" name="Google Shape;1277;p28"/>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8" name="Google Shape;1278;p28"/>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279" name="Google Shape;1279;p28"/>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280" name="Shape 1280"/>
        <p:cNvGrpSpPr/>
        <p:nvPr/>
      </p:nvGrpSpPr>
      <p:grpSpPr>
        <a:xfrm>
          <a:off x="0" y="0"/>
          <a:ext cx="0" cy="0"/>
          <a:chOff x="0" y="0"/>
          <a:chExt cx="0" cy="0"/>
        </a:xfrm>
      </p:grpSpPr>
      <p:sp>
        <p:nvSpPr>
          <p:cNvPr id="1281" name="Google Shape;1281;p29"/>
          <p:cNvSpPr txBox="1"/>
          <p:nvPr>
            <p:ph idx="1" type="subTitle"/>
          </p:nvPr>
        </p:nvSpPr>
        <p:spPr>
          <a:xfrm>
            <a:off x="1157250" y="1609575"/>
            <a:ext cx="4448100" cy="1239300"/>
          </a:xfrm>
          <a:prstGeom prst="rect">
            <a:avLst/>
          </a:prstGeom>
        </p:spPr>
        <p:txBody>
          <a:bodyPr anchorCtr="0" anchor="t" bIns="91425" lIns="91425" spcFirstLastPara="1" rIns="91425" wrap="square" tIns="91425">
            <a:noAutofit/>
          </a:bodyPr>
          <a:lstStyle>
            <a:lvl1pPr lvl="0">
              <a:spcBef>
                <a:spcPts val="0"/>
              </a:spcBef>
              <a:spcAft>
                <a:spcPts val="0"/>
              </a:spcAft>
              <a:buSzPts val="2500"/>
              <a:buFont typeface="IBM Plex Mono"/>
              <a:buNone/>
              <a:defRPr b="1" sz="2000">
                <a:latin typeface="IBM Plex Mono"/>
                <a:ea typeface="IBM Plex Mono"/>
                <a:cs typeface="IBM Plex Mono"/>
                <a:sym typeface="IBM Plex Mono"/>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282" name="Google Shape;1282;p29"/>
          <p:cNvSpPr txBox="1"/>
          <p:nvPr>
            <p:ph type="title"/>
          </p:nvPr>
        </p:nvSpPr>
        <p:spPr>
          <a:xfrm>
            <a:off x="1157302" y="494775"/>
            <a:ext cx="51267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283" name="Google Shape;1283;p29"/>
          <p:cNvGrpSpPr/>
          <p:nvPr/>
        </p:nvGrpSpPr>
        <p:grpSpPr>
          <a:xfrm>
            <a:off x="-291585" y="-494819"/>
            <a:ext cx="1448824" cy="2238804"/>
            <a:chOff x="-308635" y="-494819"/>
            <a:chExt cx="1448824" cy="2238804"/>
          </a:xfrm>
        </p:grpSpPr>
        <p:grpSp>
          <p:nvGrpSpPr>
            <p:cNvPr id="1284" name="Google Shape;1284;p29"/>
            <p:cNvGrpSpPr/>
            <p:nvPr/>
          </p:nvGrpSpPr>
          <p:grpSpPr>
            <a:xfrm>
              <a:off x="-275757" y="-242066"/>
              <a:ext cx="981772" cy="1986051"/>
              <a:chOff x="-293545" y="3454371"/>
              <a:chExt cx="981772" cy="1986051"/>
            </a:xfrm>
          </p:grpSpPr>
          <p:sp>
            <p:nvSpPr>
              <p:cNvPr id="1285" name="Google Shape;1285;p29"/>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9"/>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29"/>
            <p:cNvGrpSpPr/>
            <p:nvPr/>
          </p:nvGrpSpPr>
          <p:grpSpPr>
            <a:xfrm>
              <a:off x="364499" y="794648"/>
              <a:ext cx="699940" cy="478601"/>
              <a:chOff x="39722" y="4349021"/>
              <a:chExt cx="1061964" cy="726143"/>
            </a:xfrm>
          </p:grpSpPr>
          <p:grpSp>
            <p:nvGrpSpPr>
              <p:cNvPr id="1288" name="Google Shape;1288;p29"/>
              <p:cNvGrpSpPr/>
              <p:nvPr/>
            </p:nvGrpSpPr>
            <p:grpSpPr>
              <a:xfrm rot="2700000">
                <a:off x="140502" y="4460924"/>
                <a:ext cx="524584" cy="502337"/>
                <a:chOff x="1189791" y="-1767331"/>
                <a:chExt cx="904284" cy="865933"/>
              </a:xfrm>
            </p:grpSpPr>
            <p:sp>
              <p:nvSpPr>
                <p:cNvPr id="1289" name="Google Shape;1289;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29"/>
                <p:cNvGrpSpPr/>
                <p:nvPr/>
              </p:nvGrpSpPr>
              <p:grpSpPr>
                <a:xfrm>
                  <a:off x="1232795" y="-1740829"/>
                  <a:ext cx="717621" cy="717392"/>
                  <a:chOff x="1483457" y="3953671"/>
                  <a:chExt cx="717621" cy="717392"/>
                </a:xfrm>
              </p:grpSpPr>
              <p:sp>
                <p:nvSpPr>
                  <p:cNvPr id="1291" name="Google Shape;1291;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96" name="Google Shape;1296;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29"/>
            <p:cNvGrpSpPr/>
            <p:nvPr/>
          </p:nvGrpSpPr>
          <p:grpSpPr>
            <a:xfrm rot="-5400000">
              <a:off x="-460623" y="-342832"/>
              <a:ext cx="1351491" cy="1047516"/>
              <a:chOff x="-2460210" y="2758493"/>
              <a:chExt cx="1351491" cy="1047516"/>
            </a:xfrm>
          </p:grpSpPr>
          <p:sp>
            <p:nvSpPr>
              <p:cNvPr id="1298" name="Google Shape;1298;p29"/>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9"/>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9"/>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9"/>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29"/>
            <p:cNvGrpSpPr/>
            <p:nvPr/>
          </p:nvGrpSpPr>
          <p:grpSpPr>
            <a:xfrm>
              <a:off x="440249" y="455173"/>
              <a:ext cx="699940" cy="478601"/>
              <a:chOff x="39722" y="4349021"/>
              <a:chExt cx="1061964" cy="726143"/>
            </a:xfrm>
          </p:grpSpPr>
          <p:grpSp>
            <p:nvGrpSpPr>
              <p:cNvPr id="1303" name="Google Shape;1303;p29"/>
              <p:cNvGrpSpPr/>
              <p:nvPr/>
            </p:nvGrpSpPr>
            <p:grpSpPr>
              <a:xfrm rot="2700000">
                <a:off x="140502" y="4460924"/>
                <a:ext cx="524584" cy="502337"/>
                <a:chOff x="1189791" y="-1767331"/>
                <a:chExt cx="904284" cy="865933"/>
              </a:xfrm>
            </p:grpSpPr>
            <p:sp>
              <p:nvSpPr>
                <p:cNvPr id="1304" name="Google Shape;1304;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29"/>
                <p:cNvGrpSpPr/>
                <p:nvPr/>
              </p:nvGrpSpPr>
              <p:grpSpPr>
                <a:xfrm>
                  <a:off x="1232795" y="-1740829"/>
                  <a:ext cx="717621" cy="717392"/>
                  <a:chOff x="1483457" y="3953671"/>
                  <a:chExt cx="717621" cy="717392"/>
                </a:xfrm>
              </p:grpSpPr>
              <p:sp>
                <p:nvSpPr>
                  <p:cNvPr id="1306" name="Google Shape;1306;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11" name="Google Shape;1311;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29"/>
            <p:cNvGrpSpPr/>
            <p:nvPr/>
          </p:nvGrpSpPr>
          <p:grpSpPr>
            <a:xfrm>
              <a:off x="-63826" y="511661"/>
              <a:ext cx="699940" cy="478601"/>
              <a:chOff x="39722" y="4349021"/>
              <a:chExt cx="1061964" cy="726143"/>
            </a:xfrm>
          </p:grpSpPr>
          <p:grpSp>
            <p:nvGrpSpPr>
              <p:cNvPr id="1313" name="Google Shape;1313;p29"/>
              <p:cNvGrpSpPr/>
              <p:nvPr/>
            </p:nvGrpSpPr>
            <p:grpSpPr>
              <a:xfrm rot="2700000">
                <a:off x="140502" y="4460924"/>
                <a:ext cx="524584" cy="502337"/>
                <a:chOff x="1189791" y="-1767331"/>
                <a:chExt cx="904284" cy="865933"/>
              </a:xfrm>
            </p:grpSpPr>
            <p:sp>
              <p:nvSpPr>
                <p:cNvPr id="1314" name="Google Shape;1314;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 name="Google Shape;1315;p29"/>
                <p:cNvGrpSpPr/>
                <p:nvPr/>
              </p:nvGrpSpPr>
              <p:grpSpPr>
                <a:xfrm>
                  <a:off x="1232795" y="-1740829"/>
                  <a:ext cx="717621" cy="717392"/>
                  <a:chOff x="1483457" y="3953671"/>
                  <a:chExt cx="717621" cy="717392"/>
                </a:xfrm>
              </p:grpSpPr>
              <p:sp>
                <p:nvSpPr>
                  <p:cNvPr id="1316" name="Google Shape;1316;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21" name="Google Shape;1321;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2" name="Google Shape;1322;p29"/>
          <p:cNvGrpSpPr/>
          <p:nvPr/>
        </p:nvGrpSpPr>
        <p:grpSpPr>
          <a:xfrm>
            <a:off x="2659712" y="4275400"/>
            <a:ext cx="4952059" cy="2992224"/>
            <a:chOff x="2659712" y="4275400"/>
            <a:chExt cx="4952059" cy="2992224"/>
          </a:xfrm>
        </p:grpSpPr>
        <p:pic>
          <p:nvPicPr>
            <p:cNvPr id="1323" name="Google Shape;1323;p29"/>
            <p:cNvPicPr preferRelativeResize="0"/>
            <p:nvPr/>
          </p:nvPicPr>
          <p:blipFill rotWithShape="1">
            <a:blip r:embed="rId2">
              <a:alphaModFix/>
            </a:blip>
            <a:srcRect b="26177" l="16960" r="7121" t="24719"/>
            <a:stretch/>
          </p:blipFill>
          <p:spPr>
            <a:xfrm rot="10800000">
              <a:off x="2659712" y="4275400"/>
              <a:ext cx="3549051" cy="2992224"/>
            </a:xfrm>
            <a:prstGeom prst="rect">
              <a:avLst/>
            </a:prstGeom>
            <a:noFill/>
            <a:ln>
              <a:noFill/>
            </a:ln>
          </p:spPr>
        </p:pic>
        <p:grpSp>
          <p:nvGrpSpPr>
            <p:cNvPr id="1324" name="Google Shape;1324;p29"/>
            <p:cNvGrpSpPr/>
            <p:nvPr/>
          </p:nvGrpSpPr>
          <p:grpSpPr>
            <a:xfrm rot="-5400000">
              <a:off x="3258038" y="4413859"/>
              <a:ext cx="906953" cy="1517787"/>
              <a:chOff x="79748" y="2808602"/>
              <a:chExt cx="906953" cy="1517787"/>
            </a:xfrm>
          </p:grpSpPr>
          <p:sp>
            <p:nvSpPr>
              <p:cNvPr id="1325" name="Google Shape;1325;p29"/>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9"/>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9"/>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9"/>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29"/>
            <p:cNvGrpSpPr/>
            <p:nvPr/>
          </p:nvGrpSpPr>
          <p:grpSpPr>
            <a:xfrm rot="5400000">
              <a:off x="5484569" y="3756062"/>
              <a:ext cx="1421047" cy="2833357"/>
              <a:chOff x="334358" y="2186737"/>
              <a:chExt cx="1421047" cy="2833357"/>
            </a:xfrm>
          </p:grpSpPr>
          <p:sp>
            <p:nvSpPr>
              <p:cNvPr id="1330" name="Google Shape;1330;p29"/>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 name="Google Shape;1331;p29"/>
              <p:cNvGrpSpPr/>
              <p:nvPr/>
            </p:nvGrpSpPr>
            <p:grpSpPr>
              <a:xfrm rot="5400000">
                <a:off x="1046250" y="3181856"/>
                <a:ext cx="161977" cy="161940"/>
                <a:chOff x="1101075" y="2142375"/>
                <a:chExt cx="439200" cy="439100"/>
              </a:xfrm>
            </p:grpSpPr>
            <p:sp>
              <p:nvSpPr>
                <p:cNvPr id="1332" name="Google Shape;1332;p2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 name="Google Shape;1334;p29"/>
              <p:cNvGrpSpPr/>
              <p:nvPr/>
            </p:nvGrpSpPr>
            <p:grpSpPr>
              <a:xfrm rot="-5400000">
                <a:off x="628029" y="4564272"/>
                <a:ext cx="161977" cy="161940"/>
                <a:chOff x="1101075" y="2142375"/>
                <a:chExt cx="439200" cy="439100"/>
              </a:xfrm>
            </p:grpSpPr>
            <p:sp>
              <p:nvSpPr>
                <p:cNvPr id="1335" name="Google Shape;1335;p2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337" name="Google Shape;1337;p29"/>
          <p:cNvSpPr txBox="1"/>
          <p:nvPr/>
        </p:nvSpPr>
        <p:spPr>
          <a:xfrm>
            <a:off x="1157300" y="3476950"/>
            <a:ext cx="5320200" cy="60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b="1" lang="en" sz="1200">
                <a:solidFill>
                  <a:schemeClr val="dk1"/>
                </a:solidFill>
                <a:latin typeface="Be Vietnam Pro"/>
                <a:ea typeface="Be Vietnam Pro"/>
                <a:cs typeface="Be Vietnam Pro"/>
                <a:sym typeface="Be Vietnam Pro"/>
              </a:rPr>
              <a:t>CREDITS: </a:t>
            </a:r>
            <a:r>
              <a:rPr lang="en" sz="1200">
                <a:solidFill>
                  <a:schemeClr val="dk1"/>
                </a:solidFill>
                <a:latin typeface="Be Vietnam Pro"/>
                <a:ea typeface="Be Vietnam Pro"/>
                <a:cs typeface="Be Vietnam Pro"/>
                <a:sym typeface="Be Vietnam Pro"/>
              </a:rPr>
              <a:t>This presentation template was created by </a:t>
            </a:r>
            <a:r>
              <a:rPr b="1" lang="en" sz="1200" u="sng">
                <a:solidFill>
                  <a:schemeClr val="dk1"/>
                </a:solidFill>
                <a:latin typeface="Be Vietnam Pro"/>
                <a:ea typeface="Be Vietnam Pro"/>
                <a:cs typeface="Be Vietnam Pro"/>
                <a:sym typeface="Be Vietnam Pro"/>
                <a:hlinkClick r:id="rId3">
                  <a:extLst>
                    <a:ext uri="{A12FA001-AC4F-418D-AE19-62706E023703}">
                      <ahyp:hlinkClr val="tx"/>
                    </a:ext>
                  </a:extLst>
                </a:hlinkClick>
              </a:rPr>
              <a:t>Slidesgo</a:t>
            </a:r>
            <a:r>
              <a:rPr lang="en" sz="1200">
                <a:solidFill>
                  <a:schemeClr val="dk1"/>
                </a:solidFill>
                <a:latin typeface="Be Vietnam Pro"/>
                <a:ea typeface="Be Vietnam Pro"/>
                <a:cs typeface="Be Vietnam Pro"/>
                <a:sym typeface="Be Vietnam Pro"/>
              </a:rPr>
              <a:t>, and includes icons, infographics &amp; images by</a:t>
            </a:r>
            <a:r>
              <a:rPr b="1" lang="en" sz="1200">
                <a:solidFill>
                  <a:schemeClr val="dk1"/>
                </a:solidFill>
                <a:latin typeface="Be Vietnam Pro"/>
                <a:ea typeface="Be Vietnam Pro"/>
                <a:cs typeface="Be Vietnam Pro"/>
                <a:sym typeface="Be Vietnam Pro"/>
              </a:rPr>
              <a:t> </a:t>
            </a:r>
            <a:r>
              <a:rPr b="1" lang="en" sz="1200" u="sng">
                <a:solidFill>
                  <a:schemeClr val="dk1"/>
                </a:solidFill>
                <a:latin typeface="Be Vietnam Pro"/>
                <a:ea typeface="Be Vietnam Pro"/>
                <a:cs typeface="Be Vietnam Pro"/>
                <a:sym typeface="Be Vietnam Pro"/>
                <a:hlinkClick r:id="rId4">
                  <a:extLst>
                    <a:ext uri="{A12FA001-AC4F-418D-AE19-62706E023703}">
                      <ahyp:hlinkClr val="tx"/>
                    </a:ext>
                  </a:extLst>
                </a:hlinkClick>
              </a:rPr>
              <a:t>Freepik</a:t>
            </a:r>
            <a:r>
              <a:rPr b="1" lang="en" sz="1200" u="sng">
                <a:solidFill>
                  <a:schemeClr val="dk1"/>
                </a:solidFill>
                <a:latin typeface="Be Vietnam Pro"/>
                <a:ea typeface="Be Vietnam Pro"/>
                <a:cs typeface="Be Vietnam Pro"/>
                <a:sym typeface="Be Vietnam Pro"/>
              </a:rPr>
              <a:t> </a:t>
            </a:r>
            <a:endParaRPr b="1" sz="1200" u="sng">
              <a:solidFill>
                <a:schemeClr val="dk1"/>
              </a:solidFill>
              <a:latin typeface="Be Vietnam Pro"/>
              <a:ea typeface="Be Vietnam Pro"/>
              <a:cs typeface="Be Vietnam Pro"/>
              <a:sym typeface="Be Vietnam Pro"/>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338" name="Shape 1338"/>
        <p:cNvGrpSpPr/>
        <p:nvPr/>
      </p:nvGrpSpPr>
      <p:grpSpPr>
        <a:xfrm>
          <a:off x="0" y="0"/>
          <a:ext cx="0" cy="0"/>
          <a:chOff x="0" y="0"/>
          <a:chExt cx="0" cy="0"/>
        </a:xfrm>
      </p:grpSpPr>
      <p:grpSp>
        <p:nvGrpSpPr>
          <p:cNvPr id="1339" name="Google Shape;1339;p30"/>
          <p:cNvGrpSpPr/>
          <p:nvPr/>
        </p:nvGrpSpPr>
        <p:grpSpPr>
          <a:xfrm>
            <a:off x="-623241" y="3925887"/>
            <a:ext cx="2833357" cy="1517787"/>
            <a:chOff x="-623241" y="3849687"/>
            <a:chExt cx="2833357" cy="1517787"/>
          </a:xfrm>
        </p:grpSpPr>
        <p:grpSp>
          <p:nvGrpSpPr>
            <p:cNvPr id="1340" name="Google Shape;1340;p30"/>
            <p:cNvGrpSpPr/>
            <p:nvPr/>
          </p:nvGrpSpPr>
          <p:grpSpPr>
            <a:xfrm rot="5400000">
              <a:off x="-879113" y="4155104"/>
              <a:ext cx="1517787" cy="906953"/>
              <a:chOff x="-55500" y="4835979"/>
              <a:chExt cx="1517787" cy="906953"/>
            </a:xfrm>
          </p:grpSpPr>
          <p:sp>
            <p:nvSpPr>
              <p:cNvPr id="1341" name="Google Shape;1341;p30"/>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0"/>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0"/>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0"/>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30"/>
            <p:cNvGrpSpPr/>
            <p:nvPr/>
          </p:nvGrpSpPr>
          <p:grpSpPr>
            <a:xfrm>
              <a:off x="-623241" y="3946426"/>
              <a:ext cx="2833357" cy="1421047"/>
              <a:chOff x="-677366" y="4067276"/>
              <a:chExt cx="2833357" cy="1421047"/>
            </a:xfrm>
          </p:grpSpPr>
          <p:sp>
            <p:nvSpPr>
              <p:cNvPr id="1346" name="Google Shape;1346;p30"/>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 name="Google Shape;1347;p30"/>
              <p:cNvGrpSpPr/>
              <p:nvPr/>
            </p:nvGrpSpPr>
            <p:grpSpPr>
              <a:xfrm>
                <a:off x="317735" y="4614472"/>
                <a:ext cx="161977" cy="161940"/>
                <a:chOff x="1101075" y="2142375"/>
                <a:chExt cx="439200" cy="439100"/>
              </a:xfrm>
            </p:grpSpPr>
            <p:sp>
              <p:nvSpPr>
                <p:cNvPr id="1348" name="Google Shape;1348;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30"/>
              <p:cNvGrpSpPr/>
              <p:nvPr/>
            </p:nvGrpSpPr>
            <p:grpSpPr>
              <a:xfrm rot="10800000">
                <a:off x="1700151" y="5032693"/>
                <a:ext cx="161977" cy="161940"/>
                <a:chOff x="1101075" y="2142375"/>
                <a:chExt cx="439200" cy="439100"/>
              </a:xfrm>
            </p:grpSpPr>
            <p:sp>
              <p:nvSpPr>
                <p:cNvPr id="1351" name="Google Shape;1351;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3" name="Google Shape;1353;p30"/>
            <p:cNvSpPr/>
            <p:nvPr/>
          </p:nvSpPr>
          <p:spPr>
            <a:xfrm rot="-5400000">
              <a:off x="289120"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30"/>
          <p:cNvGrpSpPr/>
          <p:nvPr/>
        </p:nvGrpSpPr>
        <p:grpSpPr>
          <a:xfrm>
            <a:off x="6323925" y="-1678249"/>
            <a:ext cx="4189199" cy="3065874"/>
            <a:chOff x="6171525" y="-1678249"/>
            <a:chExt cx="4189199" cy="3065874"/>
          </a:xfrm>
        </p:grpSpPr>
        <p:sp>
          <p:nvSpPr>
            <p:cNvPr id="1355" name="Google Shape;1355;p30"/>
            <p:cNvSpPr/>
            <p:nvPr/>
          </p:nvSpPr>
          <p:spPr>
            <a:xfrm rot="-5400000">
              <a:off x="6808863" y="-808395"/>
              <a:ext cx="1558682"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56" name="Google Shape;1356;p30"/>
            <p:cNvPicPr preferRelativeResize="0"/>
            <p:nvPr/>
          </p:nvPicPr>
          <p:blipFill rotWithShape="1">
            <a:blip r:embed="rId2">
              <a:alphaModFix/>
            </a:blip>
            <a:srcRect b="26177" l="16960" r="7121" t="24719"/>
            <a:stretch/>
          </p:blipFill>
          <p:spPr>
            <a:xfrm>
              <a:off x="6587425" y="-1678249"/>
              <a:ext cx="3773299" cy="2879876"/>
            </a:xfrm>
            <a:prstGeom prst="rect">
              <a:avLst/>
            </a:prstGeom>
            <a:noFill/>
            <a:ln>
              <a:noFill/>
            </a:ln>
          </p:spPr>
        </p:pic>
        <p:sp>
          <p:nvSpPr>
            <p:cNvPr id="1357" name="Google Shape;1357;p30"/>
            <p:cNvSpPr/>
            <p:nvPr/>
          </p:nvSpPr>
          <p:spPr>
            <a:xfrm>
              <a:off x="8292929" y="-80469"/>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 name="Google Shape;1358;p30"/>
            <p:cNvGrpSpPr/>
            <p:nvPr/>
          </p:nvGrpSpPr>
          <p:grpSpPr>
            <a:xfrm rot="-2700000">
              <a:off x="8302147" y="61289"/>
              <a:ext cx="582044" cy="582419"/>
              <a:chOff x="959750" y="3039275"/>
              <a:chExt cx="582050" cy="582425"/>
            </a:xfrm>
          </p:grpSpPr>
          <p:sp>
            <p:nvSpPr>
              <p:cNvPr id="1359" name="Google Shape;1359;p3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30"/>
            <p:cNvGrpSpPr/>
            <p:nvPr/>
          </p:nvGrpSpPr>
          <p:grpSpPr>
            <a:xfrm rot="-2700000">
              <a:off x="8551447" y="61289"/>
              <a:ext cx="582044" cy="582419"/>
              <a:chOff x="959750" y="3039275"/>
              <a:chExt cx="582050" cy="582425"/>
            </a:xfrm>
          </p:grpSpPr>
          <p:sp>
            <p:nvSpPr>
              <p:cNvPr id="1367" name="Google Shape;1367;p3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 name="Google Shape;1374;p30"/>
          <p:cNvGrpSpPr/>
          <p:nvPr/>
        </p:nvGrpSpPr>
        <p:grpSpPr>
          <a:xfrm rot="2700000">
            <a:off x="8945322" y="2352177"/>
            <a:ext cx="439196" cy="439096"/>
            <a:chOff x="1101075" y="2142375"/>
            <a:chExt cx="439200" cy="439100"/>
          </a:xfrm>
        </p:grpSpPr>
        <p:sp>
          <p:nvSpPr>
            <p:cNvPr id="1375" name="Google Shape;1375;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bg>
      <p:bgPr>
        <a:solidFill>
          <a:schemeClr val="dk2"/>
        </a:solidFill>
      </p:bgPr>
    </p:bg>
    <p:spTree>
      <p:nvGrpSpPr>
        <p:cNvPr id="1377" name="Shape 1377"/>
        <p:cNvGrpSpPr/>
        <p:nvPr/>
      </p:nvGrpSpPr>
      <p:grpSpPr>
        <a:xfrm>
          <a:off x="0" y="0"/>
          <a:ext cx="0" cy="0"/>
          <a:chOff x="0" y="0"/>
          <a:chExt cx="0" cy="0"/>
        </a:xfrm>
      </p:grpSpPr>
      <p:grpSp>
        <p:nvGrpSpPr>
          <p:cNvPr id="1378" name="Google Shape;1378;p31"/>
          <p:cNvGrpSpPr/>
          <p:nvPr/>
        </p:nvGrpSpPr>
        <p:grpSpPr>
          <a:xfrm>
            <a:off x="8332551" y="-7"/>
            <a:ext cx="2386151" cy="3293873"/>
            <a:chOff x="8256351" y="-7"/>
            <a:chExt cx="2386151" cy="3293873"/>
          </a:xfrm>
        </p:grpSpPr>
        <p:pic>
          <p:nvPicPr>
            <p:cNvPr id="1379" name="Google Shape;1379;p31"/>
            <p:cNvPicPr preferRelativeResize="0"/>
            <p:nvPr/>
          </p:nvPicPr>
          <p:blipFill rotWithShape="1">
            <a:blip r:embed="rId2">
              <a:alphaModFix/>
            </a:blip>
            <a:srcRect b="26177" l="16960" r="7121" t="24719"/>
            <a:stretch/>
          </p:blipFill>
          <p:spPr>
            <a:xfrm rot="5400000">
              <a:off x="7886227" y="537590"/>
              <a:ext cx="3126400" cy="2386151"/>
            </a:xfrm>
            <a:prstGeom prst="rect">
              <a:avLst/>
            </a:prstGeom>
            <a:noFill/>
            <a:ln>
              <a:noFill/>
            </a:ln>
          </p:spPr>
        </p:pic>
        <p:grpSp>
          <p:nvGrpSpPr>
            <p:cNvPr id="1380" name="Google Shape;1380;p31"/>
            <p:cNvGrpSpPr/>
            <p:nvPr/>
          </p:nvGrpSpPr>
          <p:grpSpPr>
            <a:xfrm rot="10800000">
              <a:off x="8452444" y="-7"/>
              <a:ext cx="325154" cy="1788670"/>
              <a:chOff x="8869019" y="-622132"/>
              <a:chExt cx="325154" cy="1788670"/>
            </a:xfrm>
          </p:grpSpPr>
          <p:sp>
            <p:nvSpPr>
              <p:cNvPr id="1381" name="Google Shape;1381;p31"/>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 name="Google Shape;1382;p31"/>
              <p:cNvGrpSpPr/>
              <p:nvPr/>
            </p:nvGrpSpPr>
            <p:grpSpPr>
              <a:xfrm rot="1800062">
                <a:off x="9035610" y="1007995"/>
                <a:ext cx="134040" cy="134009"/>
                <a:chOff x="1101075" y="2142375"/>
                <a:chExt cx="439200" cy="439100"/>
              </a:xfrm>
            </p:grpSpPr>
            <p:sp>
              <p:nvSpPr>
                <p:cNvPr id="1383" name="Google Shape;1383;p3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85" name="Google Shape;1385;p31"/>
          <p:cNvGrpSpPr/>
          <p:nvPr/>
        </p:nvGrpSpPr>
        <p:grpSpPr>
          <a:xfrm>
            <a:off x="-213525" y="171225"/>
            <a:ext cx="439200" cy="439100"/>
            <a:chOff x="1101075" y="2142375"/>
            <a:chExt cx="439200" cy="439100"/>
          </a:xfrm>
        </p:grpSpPr>
        <p:sp>
          <p:nvSpPr>
            <p:cNvPr id="1386" name="Google Shape;1386;p3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31"/>
          <p:cNvGrpSpPr/>
          <p:nvPr/>
        </p:nvGrpSpPr>
        <p:grpSpPr>
          <a:xfrm>
            <a:off x="-1262974" y="3161328"/>
            <a:ext cx="4822591" cy="2934500"/>
            <a:chOff x="-1186774" y="3161328"/>
            <a:chExt cx="4822591" cy="2934500"/>
          </a:xfrm>
        </p:grpSpPr>
        <p:pic>
          <p:nvPicPr>
            <p:cNvPr id="1389" name="Google Shape;1389;p31"/>
            <p:cNvPicPr preferRelativeResize="0"/>
            <p:nvPr/>
          </p:nvPicPr>
          <p:blipFill rotWithShape="1">
            <a:blip r:embed="rId2">
              <a:alphaModFix/>
            </a:blip>
            <a:srcRect b="26177" l="16960" r="7121" t="24719"/>
            <a:stretch/>
          </p:blipFill>
          <p:spPr>
            <a:xfrm rot="5400000">
              <a:off x="-1534175" y="3508728"/>
              <a:ext cx="2934500" cy="2239699"/>
            </a:xfrm>
            <a:prstGeom prst="rect">
              <a:avLst/>
            </a:prstGeom>
            <a:noFill/>
            <a:ln>
              <a:noFill/>
            </a:ln>
          </p:spPr>
        </p:pic>
        <p:sp>
          <p:nvSpPr>
            <p:cNvPr id="1390" name="Google Shape;1390;p31"/>
            <p:cNvSpPr/>
            <p:nvPr/>
          </p:nvSpPr>
          <p:spPr>
            <a:xfrm rot="-5400000">
              <a:off x="-184180" y="3596444"/>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 name="Google Shape;1391;p31"/>
            <p:cNvGrpSpPr/>
            <p:nvPr/>
          </p:nvGrpSpPr>
          <p:grpSpPr>
            <a:xfrm>
              <a:off x="58899" y="4608583"/>
              <a:ext cx="604346" cy="657081"/>
              <a:chOff x="58899" y="4608583"/>
              <a:chExt cx="604346" cy="657081"/>
            </a:xfrm>
          </p:grpSpPr>
          <p:grpSp>
            <p:nvGrpSpPr>
              <p:cNvPr id="1392" name="Google Shape;1392;p31"/>
              <p:cNvGrpSpPr/>
              <p:nvPr/>
            </p:nvGrpSpPr>
            <p:grpSpPr>
              <a:xfrm rot="10800000">
                <a:off x="58899" y="4608583"/>
                <a:ext cx="328346" cy="328531"/>
                <a:chOff x="3678700" y="407275"/>
                <a:chExt cx="708100" cy="708500"/>
              </a:xfrm>
            </p:grpSpPr>
            <p:sp>
              <p:nvSpPr>
                <p:cNvPr id="1393" name="Google Shape;1393;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31"/>
              <p:cNvGrpSpPr/>
              <p:nvPr/>
            </p:nvGrpSpPr>
            <p:grpSpPr>
              <a:xfrm rot="10800000">
                <a:off x="334899" y="4608583"/>
                <a:ext cx="328346" cy="328531"/>
                <a:chOff x="3678700" y="407275"/>
                <a:chExt cx="708100" cy="708500"/>
              </a:xfrm>
            </p:grpSpPr>
            <p:sp>
              <p:nvSpPr>
                <p:cNvPr id="1401" name="Google Shape;1401;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31"/>
              <p:cNvGrpSpPr/>
              <p:nvPr/>
            </p:nvGrpSpPr>
            <p:grpSpPr>
              <a:xfrm rot="10800000">
                <a:off x="282574" y="4937133"/>
                <a:ext cx="328346" cy="328531"/>
                <a:chOff x="3678700" y="407275"/>
                <a:chExt cx="708100" cy="708500"/>
              </a:xfrm>
            </p:grpSpPr>
            <p:sp>
              <p:nvSpPr>
                <p:cNvPr id="1409" name="Google Shape;1409;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6" name="Google Shape;1416;p31"/>
            <p:cNvGrpSpPr/>
            <p:nvPr/>
          </p:nvGrpSpPr>
          <p:grpSpPr>
            <a:xfrm>
              <a:off x="-923150" y="4796551"/>
              <a:ext cx="4558967" cy="134100"/>
              <a:chOff x="796100" y="3019701"/>
              <a:chExt cx="4558967" cy="134100"/>
            </a:xfrm>
          </p:grpSpPr>
          <p:sp>
            <p:nvSpPr>
              <p:cNvPr id="1417" name="Google Shape;1417;p31"/>
              <p:cNvSpPr/>
              <p:nvPr/>
            </p:nvSpPr>
            <p:spPr>
              <a:xfrm>
                <a:off x="5220967" y="3019701"/>
                <a:ext cx="134100" cy="1341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 name="Google Shape;1418;p31"/>
              <p:cNvCxnSpPr/>
              <p:nvPr/>
            </p:nvCxnSpPr>
            <p:spPr>
              <a:xfrm>
                <a:off x="796100" y="3086750"/>
                <a:ext cx="4462800" cy="0"/>
              </a:xfrm>
              <a:prstGeom prst="straightConnector1">
                <a:avLst/>
              </a:prstGeom>
              <a:noFill/>
              <a:ln cap="flat" cmpd="sng" w="9525">
                <a:solidFill>
                  <a:schemeClr val="lt1"/>
                </a:solidFill>
                <a:prstDash val="solid"/>
                <a:round/>
                <a:headEnd len="med" w="med" type="none"/>
                <a:tailEnd len="med" w="med" type="none"/>
              </a:ln>
            </p:spPr>
          </p:cxnSp>
          <p:sp>
            <p:nvSpPr>
              <p:cNvPr id="1419" name="Google Shape;1419;p31"/>
              <p:cNvSpPr/>
              <p:nvPr/>
            </p:nvSpPr>
            <p:spPr>
              <a:xfrm>
                <a:off x="5251079" y="3049843"/>
                <a:ext cx="73800" cy="73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23" name="Shape 1423"/>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24" name="Shape 1424"/>
        <p:cNvGrpSpPr/>
        <p:nvPr/>
      </p:nvGrpSpPr>
      <p:grpSpPr>
        <a:xfrm>
          <a:off x="0" y="0"/>
          <a:ext cx="0" cy="0"/>
          <a:chOff x="0" y="0"/>
          <a:chExt cx="0" cy="0"/>
        </a:xfrm>
      </p:grpSpPr>
      <p:sp>
        <p:nvSpPr>
          <p:cNvPr id="1425" name="Google Shape;1425;p3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3.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9pPr>
          </a:lstStyle>
          <a:p/>
        </p:txBody>
      </p:sp>
      <p:sp>
        <p:nvSpPr>
          <p:cNvPr id="7" name="Google Shape;7;p1"/>
          <p:cNvSpPr txBox="1"/>
          <p:nvPr>
            <p:ph idx="1" type="body"/>
          </p:nvPr>
        </p:nvSpPr>
        <p:spPr>
          <a:xfrm>
            <a:off x="713225" y="1152475"/>
            <a:ext cx="7681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1pPr>
            <a:lvl2pPr indent="-317500" lvl="1" marL="9144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2pPr>
            <a:lvl3pPr indent="-317500" lvl="2" marL="13716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3pPr>
            <a:lvl4pPr indent="-317500" lvl="3" marL="18288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4pPr>
            <a:lvl5pPr indent="-317500" lvl="4" marL="22860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5pPr>
            <a:lvl6pPr indent="-317500" lvl="5" marL="27432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6pPr>
            <a:lvl7pPr indent="-317500" lvl="6" marL="32004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7pPr>
            <a:lvl8pPr indent="-317500" lvl="7" marL="36576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8pPr>
            <a:lvl9pPr indent="-317500" lvl="8" marL="4114800">
              <a:lnSpc>
                <a:spcPct val="115000"/>
              </a:lnSpc>
              <a:spcBef>
                <a:spcPts val="0"/>
              </a:spcBef>
              <a:spcAft>
                <a:spcPts val="0"/>
              </a:spcAft>
              <a:buClr>
                <a:schemeClr val="dk1"/>
              </a:buClr>
              <a:buSzPts val="1400"/>
              <a:buFont typeface="Be Vietnam Pro"/>
              <a:buChar char="■"/>
              <a:defRPr>
                <a:solidFill>
                  <a:schemeClr val="dk1"/>
                </a:solidFill>
                <a:latin typeface="Be Vietnam Pro"/>
                <a:ea typeface="Be Vietnam Pro"/>
                <a:cs typeface="Be Vietnam Pro"/>
                <a:sym typeface="Be Vietnam Pr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20" name="Shape 1420"/>
        <p:cNvGrpSpPr/>
        <p:nvPr/>
      </p:nvGrpSpPr>
      <p:grpSpPr>
        <a:xfrm>
          <a:off x="0" y="0"/>
          <a:ext cx="0" cy="0"/>
          <a:chOff x="0" y="0"/>
          <a:chExt cx="0" cy="0"/>
        </a:xfrm>
      </p:grpSpPr>
      <p:sp>
        <p:nvSpPr>
          <p:cNvPr id="1421" name="Google Shape;1421;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422" name="Google Shape;1422;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1pPr>
            <a:lvl2pPr indent="-298450" lvl="1" marL="9144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2pPr>
            <a:lvl3pPr indent="-298450" lvl="2" marL="13716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3pPr>
            <a:lvl4pPr indent="-298450" lvl="3" marL="18288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4pPr>
            <a:lvl5pPr indent="-298450" lvl="4" marL="22860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5pPr>
            <a:lvl6pPr indent="-298450" lvl="5" marL="27432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6pPr>
            <a:lvl7pPr indent="-298450" lvl="6" marL="32004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7pPr>
            <a:lvl8pPr indent="-298450" lvl="7" marL="36576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8pPr>
            <a:lvl9pPr indent="-298450" lvl="8" marL="4114800" rtl="0">
              <a:lnSpc>
                <a:spcPct val="115000"/>
              </a:lnSpc>
              <a:spcBef>
                <a:spcPts val="0"/>
              </a:spcBef>
              <a:spcAft>
                <a:spcPts val="0"/>
              </a:spcAft>
              <a:buClr>
                <a:srgbClr val="435D74"/>
              </a:buClr>
              <a:buSzPts val="1100"/>
              <a:buFont typeface="Be Vietnam Pro"/>
              <a:buChar char="■"/>
              <a:defRPr sz="1100">
                <a:solidFill>
                  <a:srgbClr val="435D74"/>
                </a:solidFill>
                <a:latin typeface="Be Vietnam Pro"/>
                <a:ea typeface="Be Vietnam Pro"/>
                <a:cs typeface="Be Vietnam Pro"/>
                <a:sym typeface="Be Vietnam Pro"/>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6.xml"/><Relationship Id="rId4" Type="http://schemas.openxmlformats.org/officeDocument/2006/relationships/slide" Target="/ppt/slides/slide33.xml"/><Relationship Id="rId9" Type="http://schemas.openxmlformats.org/officeDocument/2006/relationships/slide" Target="/ppt/slides/slide44.xml"/><Relationship Id="rId5" Type="http://schemas.openxmlformats.org/officeDocument/2006/relationships/slide" Target="/ppt/slides/slide32.xml"/><Relationship Id="rId6" Type="http://schemas.openxmlformats.org/officeDocument/2006/relationships/slide" Target="/ppt/slides/slide32.xml"/><Relationship Id="rId7" Type="http://schemas.openxmlformats.org/officeDocument/2006/relationships/slide" Target="/ppt/slides/slide30.xml"/><Relationship Id="rId8" Type="http://schemas.openxmlformats.org/officeDocument/2006/relationships/slide" Target="/ppt/slides/slide36.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8.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 Id="rId3" Type="http://schemas.openxmlformats.org/officeDocument/2006/relationships/image" Target="../media/image1.png"/><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 Id="rId3" Type="http://schemas.openxmlformats.org/officeDocument/2006/relationships/image" Target="../media/image16.jpg"/><Relationship Id="rId4" Type="http://schemas.openxmlformats.org/officeDocument/2006/relationships/image" Target="../media/image15.jpg"/><Relationship Id="rId5"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 Id="rId3" Type="http://schemas.openxmlformats.org/officeDocument/2006/relationships/image" Target="../media/image17.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1.png"/><Relationship Id="rId4"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4.xml"/><Relationship Id="rId3"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1.jpg"/><Relationship Id="rId4" Type="http://schemas.openxmlformats.org/officeDocument/2006/relationships/image" Target="../media/image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6PeJrd7QuaEwtNjMzLFIwk8GMla41rffW2XDaGrDt4/copy" TargetMode="External"/><Relationship Id="rId5" Type="http://schemas.openxmlformats.org/officeDocument/2006/relationships/image" Target="../media/image7.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 Id="rId3" Type="http://schemas.openxmlformats.org/officeDocument/2006/relationships/image" Target="../media/image13.jpg"/><Relationship Id="rId4" Type="http://schemas.openxmlformats.org/officeDocument/2006/relationships/image" Target="../media/image6.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hyperlink" Target="https://www.freepik.com/free-photo/medium-shot-man-working-laptop_12689262.htm/?utm_source=slidesgo_template&amp;utm_medium=referral-link&amp;utm_campaign=sg_resources&amp;utm_content=freepik" TargetMode="External"/><Relationship Id="rId4" Type="http://schemas.openxmlformats.org/officeDocument/2006/relationships/hyperlink" Target="https://www.freepik.com/free-photo/group-friends-planning-trip-cafe_13839039.htm/?utm_source=slidesgo_template&amp;utm_medium=referral-link&amp;utm_campaign=sg_resources&amp;utm_content=freepik" TargetMode="External"/><Relationship Id="rId9" Type="http://schemas.openxmlformats.org/officeDocument/2006/relationships/hyperlink" Target="https://www.freepik.com/free-vector/abstract-gradient-circuit-board-background_4854963.htm/?utm_source=slidesgo_template&amp;utm_medium=referral-link&amp;utm_campaign=sg_resources&amp;utm_content=freepik" TargetMode="External"/><Relationship Id="rId5" Type="http://schemas.openxmlformats.org/officeDocument/2006/relationships/hyperlink" Target="https://www.freepik.com/free-photo/medium-shot-man-working-laptop_40132860.htm/?utm_source=slidesgo_template&amp;utm_medium=referral-link&amp;utm_campaign=sg_resources&amp;utm_content=freepik" TargetMode="External"/><Relationship Id="rId6" Type="http://schemas.openxmlformats.org/officeDocument/2006/relationships/hyperlink" Target="https://www.freepik.com/free-photo/side-view-men-working-laptops-office_7768804.htm/?utm_source=slidesgo_template&amp;utm_medium=referral-link&amp;utm_campaign=sg_resources&amp;utm_content=freepik" TargetMode="External"/><Relationship Id="rId7" Type="http://schemas.openxmlformats.org/officeDocument/2006/relationships/hyperlink" Target="https://www.freepik.com/free-photo/lifestyle-woman-office_20256619.htm/?utm_source=slidesgo_template&amp;utm_medium=referral-link&amp;utm_campaign=sg_resources&amp;utm_content=freepik" TargetMode="External"/><Relationship Id="rId8" Type="http://schemas.openxmlformats.org/officeDocument/2006/relationships/hyperlink" Target="https://www.freepik.com/free-photo/secretary-working-laptop_1128829.htm/?utm_source=slidesgo_template&amp;utm_medium=referral-link&amp;utm_campaign=sg_resources&amp;utm_content=freepik" TargetMode="External"/><Relationship Id="rId10" Type="http://schemas.openxmlformats.org/officeDocument/2006/relationships/hyperlink" Target="https://www.flaticon.com/packs/coding-30/?utm_source=slidesgo_template&amp;utm_medium=referral-link&amp;utm_campaign=sg_resources&amp;utm_content=flaticon"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s://fonts.google.com/specimen/IBM+Plex+Mono" TargetMode="External"/><Relationship Id="rId4" Type="http://schemas.openxmlformats.org/officeDocument/2006/relationships/hyperlink" Target="https://fonts.google.com/specimen/Be+Vietnam+Pro"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8.png"/><Relationship Id="rId17" Type="http://schemas.openxmlformats.org/officeDocument/2006/relationships/image" Target="../media/image4.png"/><Relationship Id="rId16" Type="http://schemas.openxmlformats.org/officeDocument/2006/relationships/image" Target="../media/image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 Id="rId3" Type="http://schemas.openxmlformats.org/officeDocument/2006/relationships/hyperlink" Target="https://bit.ly/2ZjL1p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 Id="rId3" Type="http://schemas.openxmlformats.org/officeDocument/2006/relationships/hyperlink" Target="https://workspace.google.com/marketplace/app/icons_for_slides_docs/381578326502"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429" name="Shape 1429"/>
        <p:cNvGrpSpPr/>
        <p:nvPr/>
      </p:nvGrpSpPr>
      <p:grpSpPr>
        <a:xfrm>
          <a:off x="0" y="0"/>
          <a:ext cx="0" cy="0"/>
          <a:chOff x="0" y="0"/>
          <a:chExt cx="0" cy="0"/>
        </a:xfrm>
      </p:grpSpPr>
      <p:sp>
        <p:nvSpPr>
          <p:cNvPr id="1430" name="Google Shape;1430;p35"/>
          <p:cNvSpPr txBox="1"/>
          <p:nvPr>
            <p:ph idx="1" type="subTitle"/>
          </p:nvPr>
        </p:nvSpPr>
        <p:spPr>
          <a:xfrm>
            <a:off x="1096850" y="3456250"/>
            <a:ext cx="48825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1431" name="Google Shape;1431;p35"/>
          <p:cNvSpPr txBox="1"/>
          <p:nvPr>
            <p:ph type="ctrTitle"/>
          </p:nvPr>
        </p:nvSpPr>
        <p:spPr>
          <a:xfrm>
            <a:off x="1096850" y="816324"/>
            <a:ext cx="6974700" cy="232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2"/>
                </a:solidFill>
              </a:rPr>
              <a:t>Introduction to Coding</a:t>
            </a:r>
            <a:r>
              <a:rPr lang="en"/>
              <a:t> </a:t>
            </a:r>
            <a:r>
              <a:rPr lang="en">
                <a:solidFill>
                  <a:schemeClr val="dk1"/>
                </a:solidFill>
              </a:rPr>
              <a:t>Workshop</a:t>
            </a:r>
            <a:endParaRPr>
              <a:solidFill>
                <a:schemeClr val="dk1"/>
              </a:solidFill>
            </a:endParaRPr>
          </a:p>
        </p:txBody>
      </p:sp>
      <p:grpSp>
        <p:nvGrpSpPr>
          <p:cNvPr id="1432" name="Google Shape;1432;p35"/>
          <p:cNvGrpSpPr/>
          <p:nvPr/>
        </p:nvGrpSpPr>
        <p:grpSpPr>
          <a:xfrm>
            <a:off x="1096850" y="3242811"/>
            <a:ext cx="3936683" cy="134070"/>
            <a:chOff x="1096850" y="3242811"/>
            <a:chExt cx="3936683" cy="134070"/>
          </a:xfrm>
        </p:grpSpPr>
        <p:cxnSp>
          <p:nvCxnSpPr>
            <p:cNvPr id="1433" name="Google Shape;1433;p35"/>
            <p:cNvCxnSpPr/>
            <p:nvPr/>
          </p:nvCxnSpPr>
          <p:spPr>
            <a:xfrm>
              <a:off x="1096850" y="3309850"/>
              <a:ext cx="3840600" cy="0"/>
            </a:xfrm>
            <a:prstGeom prst="straightConnector1">
              <a:avLst/>
            </a:prstGeom>
            <a:noFill/>
            <a:ln cap="flat" cmpd="sng" w="9525">
              <a:solidFill>
                <a:schemeClr val="dk2"/>
              </a:solidFill>
              <a:prstDash val="solid"/>
              <a:round/>
              <a:headEnd len="med" w="med" type="none"/>
              <a:tailEnd len="med" w="med" type="none"/>
            </a:ln>
          </p:spPr>
        </p:cxnSp>
        <p:grpSp>
          <p:nvGrpSpPr>
            <p:cNvPr id="1434" name="Google Shape;1434;p35"/>
            <p:cNvGrpSpPr/>
            <p:nvPr/>
          </p:nvGrpSpPr>
          <p:grpSpPr>
            <a:xfrm>
              <a:off x="4899464" y="3242811"/>
              <a:ext cx="134070" cy="134070"/>
              <a:chOff x="8382514" y="1084976"/>
              <a:chExt cx="265800" cy="265800"/>
            </a:xfrm>
          </p:grpSpPr>
          <p:sp>
            <p:nvSpPr>
              <p:cNvPr id="1435" name="Google Shape;1435;p35"/>
              <p:cNvSpPr/>
              <p:nvPr/>
            </p:nvSpPr>
            <p:spPr>
              <a:xfrm>
                <a:off x="8442213" y="1144734"/>
                <a:ext cx="146400" cy="14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5"/>
              <p:cNvSpPr/>
              <p:nvPr/>
            </p:nvSpPr>
            <p:spPr>
              <a:xfrm>
                <a:off x="8382514" y="1084976"/>
                <a:ext cx="265800" cy="2658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 name="Google Shape;1437;p35"/>
          <p:cNvGrpSpPr/>
          <p:nvPr/>
        </p:nvGrpSpPr>
        <p:grpSpPr>
          <a:xfrm>
            <a:off x="8017432" y="-313900"/>
            <a:ext cx="134070" cy="1891362"/>
            <a:chOff x="8017432" y="-313900"/>
            <a:chExt cx="134070" cy="1891362"/>
          </a:xfrm>
        </p:grpSpPr>
        <p:sp>
          <p:nvSpPr>
            <p:cNvPr id="1438" name="Google Shape;1438;p35"/>
            <p:cNvSpPr/>
            <p:nvPr/>
          </p:nvSpPr>
          <p:spPr>
            <a:xfrm rot="5400000">
              <a:off x="8017432" y="1443393"/>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9" name="Google Shape;1439;p35"/>
            <p:cNvCxnSpPr/>
            <p:nvPr/>
          </p:nvCxnSpPr>
          <p:spPr>
            <a:xfrm>
              <a:off x="8084450" y="-313900"/>
              <a:ext cx="0" cy="1795200"/>
            </a:xfrm>
            <a:prstGeom prst="straightConnector1">
              <a:avLst/>
            </a:prstGeom>
            <a:noFill/>
            <a:ln cap="flat" cmpd="sng" w="9525">
              <a:solidFill>
                <a:schemeClr val="dk2"/>
              </a:solidFill>
              <a:prstDash val="solid"/>
              <a:round/>
              <a:headEnd len="med" w="med" type="none"/>
              <a:tailEnd len="med" w="med" type="none"/>
            </a:ln>
          </p:spPr>
        </p:cxnSp>
        <p:sp>
          <p:nvSpPr>
            <p:cNvPr id="1440" name="Google Shape;1440;p35"/>
            <p:cNvSpPr/>
            <p:nvPr/>
          </p:nvSpPr>
          <p:spPr>
            <a:xfrm rot="5400000">
              <a:off x="8047515" y="1473505"/>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35"/>
          <p:cNvGrpSpPr/>
          <p:nvPr/>
        </p:nvGrpSpPr>
        <p:grpSpPr>
          <a:xfrm>
            <a:off x="6309526" y="957475"/>
            <a:ext cx="3504715" cy="5119205"/>
            <a:chOff x="6309526" y="836950"/>
            <a:chExt cx="3504715" cy="5119205"/>
          </a:xfrm>
        </p:grpSpPr>
        <p:sp>
          <p:nvSpPr>
            <p:cNvPr id="1442" name="Google Shape;1442;p35"/>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 name="Google Shape;1443;p35"/>
            <p:cNvGrpSpPr/>
            <p:nvPr/>
          </p:nvGrpSpPr>
          <p:grpSpPr>
            <a:xfrm>
              <a:off x="7728436" y="3524084"/>
              <a:ext cx="134004" cy="134004"/>
              <a:chOff x="8356813" y="1074288"/>
              <a:chExt cx="351900" cy="351900"/>
            </a:xfrm>
          </p:grpSpPr>
          <p:sp>
            <p:nvSpPr>
              <p:cNvPr id="1444" name="Google Shape;1444;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35"/>
            <p:cNvGrpSpPr/>
            <p:nvPr/>
          </p:nvGrpSpPr>
          <p:grpSpPr>
            <a:xfrm>
              <a:off x="7344361" y="3150259"/>
              <a:ext cx="134004" cy="134004"/>
              <a:chOff x="8356813" y="1074288"/>
              <a:chExt cx="351900" cy="351900"/>
            </a:xfrm>
          </p:grpSpPr>
          <p:sp>
            <p:nvSpPr>
              <p:cNvPr id="1447" name="Google Shape;1447;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35"/>
            <p:cNvGrpSpPr/>
            <p:nvPr/>
          </p:nvGrpSpPr>
          <p:grpSpPr>
            <a:xfrm>
              <a:off x="8337811" y="2464059"/>
              <a:ext cx="134004" cy="134004"/>
              <a:chOff x="8356813" y="1074288"/>
              <a:chExt cx="351900" cy="351900"/>
            </a:xfrm>
          </p:grpSpPr>
          <p:sp>
            <p:nvSpPr>
              <p:cNvPr id="1450" name="Google Shape;1450;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 name="Google Shape;1452;p35"/>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458" name="Google Shape;1458;p36"/>
          <p:cNvSpPr txBox="1"/>
          <p:nvPr>
            <p:ph idx="1" type="body"/>
          </p:nvPr>
        </p:nvSpPr>
        <p:spPr>
          <a:xfrm>
            <a:off x="720000" y="1139551"/>
            <a:ext cx="7704000" cy="41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You can delete this slide when you’re done editing the presentation</a:t>
            </a:r>
            <a:endParaRPr>
              <a:solidFill>
                <a:schemeClr val="dk1"/>
              </a:solidFill>
            </a:endParaRPr>
          </a:p>
        </p:txBody>
      </p:sp>
      <p:graphicFrame>
        <p:nvGraphicFramePr>
          <p:cNvPr id="1459" name="Google Shape;1459;p36"/>
          <p:cNvGraphicFramePr/>
          <p:nvPr/>
        </p:nvGraphicFramePr>
        <p:xfrm>
          <a:off x="720000" y="1614825"/>
          <a:ext cx="3000000" cy="3000000"/>
        </p:xfrm>
        <a:graphic>
          <a:graphicData uri="http://schemas.openxmlformats.org/drawingml/2006/table">
            <a:tbl>
              <a:tblPr>
                <a:noFill/>
                <a:tableStyleId>{7D878CF6-9ED4-40B7-9E80-8D88FA82EDE6}</a:tableStyleId>
              </a:tblPr>
              <a:tblGrid>
                <a:gridCol w="2638000"/>
                <a:gridCol w="5066000"/>
              </a:tblGrid>
              <a:tr h="402575">
                <a:tc>
                  <a:txBody>
                    <a:bodyPr/>
                    <a:lstStyle/>
                    <a:p>
                      <a:pPr indent="0" lvl="0" marL="0" rtl="0" algn="l">
                        <a:lnSpc>
                          <a:spcPct val="115000"/>
                        </a:lnSpc>
                        <a:spcBef>
                          <a:spcPts val="0"/>
                        </a:spcBef>
                        <a:spcAft>
                          <a:spcPts val="0"/>
                        </a:spcAft>
                        <a:buNone/>
                      </a:pPr>
                      <a:r>
                        <a:rPr b="1" lang="en" sz="1000" u="sng">
                          <a:solidFill>
                            <a:schemeClr val="dk1"/>
                          </a:solidFill>
                          <a:latin typeface="IBM Plex Mono"/>
                          <a:ea typeface="IBM Plex Mono"/>
                          <a:cs typeface="IBM Plex Mono"/>
                          <a:sym typeface="IBM Plex Mono"/>
                          <a:hlinkClick action="ppaction://hlinksldjump" r:id="rId3">
                            <a:extLst>
                              <a:ext uri="{A12FA001-AC4F-418D-AE19-62706E023703}">
                                <ahyp:hlinkClr val="tx"/>
                              </a:ext>
                            </a:extLst>
                          </a:hlinkClick>
                        </a:rPr>
                        <a:t>Fonts</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Be Vietnam Pro"/>
                          <a:ea typeface="Be Vietnam Pro"/>
                          <a:cs typeface="Be Vietnam Pro"/>
                          <a:sym typeface="Be Vietnam Pro"/>
                        </a:rPr>
                        <a:t>To view this template correctly in PowerPoint, download and install the fonts we used</a:t>
                      </a:r>
                      <a:endParaRPr sz="900">
                        <a:solidFill>
                          <a:schemeClr val="dk1"/>
                        </a:solidFill>
                        <a:latin typeface="Be Vietnam Pro"/>
                        <a:ea typeface="Be Vietnam Pro"/>
                        <a:cs typeface="Be Vietnam Pro"/>
                        <a:sym typeface="Be Vietnam Pr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u="sng">
                          <a:solidFill>
                            <a:schemeClr val="dk1"/>
                          </a:solidFill>
                          <a:latin typeface="IBM Plex Mono"/>
                          <a:ea typeface="IBM Plex Mono"/>
                          <a:cs typeface="IBM Plex Mono"/>
                          <a:sym typeface="IBM Plex Mono"/>
                          <a:hlinkClick action="ppaction://hlinksldjump" r:id="rId4">
                            <a:extLst>
                              <a:ext uri="{A12FA001-AC4F-418D-AE19-62706E023703}">
                                <ahyp:hlinkClr val="tx"/>
                              </a:ext>
                            </a:extLst>
                          </a:hlinkClick>
                        </a:rPr>
                        <a:t>Used</a:t>
                      </a:r>
                      <a:r>
                        <a:rPr b="1" lang="en" sz="1000">
                          <a:solidFill>
                            <a:schemeClr val="dk1"/>
                          </a:solidFill>
                          <a:latin typeface="IBM Plex Mono"/>
                          <a:ea typeface="IBM Plex Mono"/>
                          <a:cs typeface="IBM Plex Mono"/>
                          <a:sym typeface="IBM Plex Mono"/>
                        </a:rPr>
                        <a:t> and </a:t>
                      </a:r>
                      <a:r>
                        <a:rPr b="1" lang="en" sz="1000" u="sng">
                          <a:solidFill>
                            <a:schemeClr val="dk1"/>
                          </a:solidFill>
                          <a:latin typeface="IBM Plex Mono"/>
                          <a:ea typeface="IBM Plex Mono"/>
                          <a:cs typeface="IBM Plex Mono"/>
                          <a:sym typeface="IBM Plex Mono"/>
                          <a:hlinkClick action="ppaction://hlinksldjump" r:id="rId5">
                            <a:extLst>
                              <a:ext uri="{A12FA001-AC4F-418D-AE19-62706E023703}">
                                <ahyp:hlinkClr val="tx"/>
                              </a:ext>
                            </a:extLst>
                          </a:hlinkClick>
                        </a:rPr>
                        <a:t>alternative</a:t>
                      </a:r>
                      <a:r>
                        <a:rPr b="1" lang="en" sz="1000" u="sng">
                          <a:solidFill>
                            <a:schemeClr val="dk1"/>
                          </a:solidFill>
                          <a:latin typeface="IBM Plex Mono"/>
                          <a:ea typeface="IBM Plex Mono"/>
                          <a:cs typeface="IBM Plex Mono"/>
                          <a:sym typeface="IBM Plex Mono"/>
                          <a:hlinkClick action="ppaction://hlinksldjump" r:id="rId6">
                            <a:extLst>
                              <a:ext uri="{A12FA001-AC4F-418D-AE19-62706E023703}">
                                <ahyp:hlinkClr val="tx"/>
                              </a:ext>
                            </a:extLst>
                          </a:hlinkClick>
                        </a:rPr>
                        <a:t> resources</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marR="0" rtl="0" algn="l">
                        <a:lnSpc>
                          <a:spcPct val="115000"/>
                        </a:lnSpc>
                        <a:spcBef>
                          <a:spcPts val="0"/>
                        </a:spcBef>
                        <a:spcAft>
                          <a:spcPts val="1600"/>
                        </a:spcAft>
                        <a:buNone/>
                      </a:pPr>
                      <a:r>
                        <a:rPr lang="en" sz="900">
                          <a:solidFill>
                            <a:schemeClr val="dk1"/>
                          </a:solidFill>
                          <a:latin typeface="Be Vietnam Pro"/>
                          <a:ea typeface="Be Vietnam Pro"/>
                          <a:cs typeface="Be Vietnam Pro"/>
                          <a:sym typeface="Be Vietnam Pro"/>
                        </a:rPr>
                        <a:t>An assortment of graphic resources that are suitable for use in this presentation</a:t>
                      </a:r>
                      <a:endParaRPr sz="900">
                        <a:solidFill>
                          <a:schemeClr val="dk1"/>
                        </a:solidFill>
                        <a:latin typeface="Be Vietnam Pro"/>
                        <a:ea typeface="Be Vietnam Pro"/>
                        <a:cs typeface="Be Vietnam Pro"/>
                        <a:sym typeface="Be Vietnam Pr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2575">
                <a:tc>
                  <a:txBody>
                    <a:bodyPr/>
                    <a:lstStyle/>
                    <a:p>
                      <a:pPr indent="0" lvl="0" marL="0" rtl="0" algn="l">
                        <a:lnSpc>
                          <a:spcPct val="115000"/>
                        </a:lnSpc>
                        <a:spcBef>
                          <a:spcPts val="0"/>
                        </a:spcBef>
                        <a:spcAft>
                          <a:spcPts val="0"/>
                        </a:spcAft>
                        <a:buNone/>
                      </a:pPr>
                      <a:r>
                        <a:rPr b="1" lang="en" sz="1000" u="sng">
                          <a:solidFill>
                            <a:schemeClr val="dk1"/>
                          </a:solidFill>
                          <a:latin typeface="IBM Plex Mono"/>
                          <a:ea typeface="IBM Plex Mono"/>
                          <a:cs typeface="IBM Plex Mono"/>
                          <a:sym typeface="IBM Plex Mono"/>
                          <a:hlinkClick action="ppaction://hlinksldjump" r:id="rId7">
                            <a:extLst>
                              <a:ext uri="{A12FA001-AC4F-418D-AE19-62706E023703}">
                                <ahyp:hlinkClr val="tx"/>
                              </a:ext>
                            </a:extLst>
                          </a:hlinkClick>
                        </a:rPr>
                        <a:t>Thanks slide</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Be Vietnam Pro"/>
                          <a:ea typeface="Be Vietnam Pro"/>
                          <a:cs typeface="Be Vietnam Pro"/>
                          <a:sym typeface="Be Vietnam Pro"/>
                        </a:rPr>
                        <a:t>You must keep it so that proper credits for our design are given</a:t>
                      </a:r>
                      <a:endParaRPr sz="900">
                        <a:solidFill>
                          <a:schemeClr val="dk1"/>
                        </a:solidFill>
                        <a:latin typeface="Be Vietnam Pro"/>
                        <a:ea typeface="Be Vietnam Pro"/>
                        <a:cs typeface="Be Vietnam Pro"/>
                        <a:sym typeface="Be Vietnam Pr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2575">
                <a:tc>
                  <a:txBody>
                    <a:bodyPr/>
                    <a:lstStyle/>
                    <a:p>
                      <a:pPr indent="0" lvl="0" marL="0" rtl="0" algn="l">
                        <a:lnSpc>
                          <a:spcPct val="115000"/>
                        </a:lnSpc>
                        <a:spcBef>
                          <a:spcPts val="0"/>
                        </a:spcBef>
                        <a:spcAft>
                          <a:spcPts val="0"/>
                        </a:spcAft>
                        <a:buNone/>
                      </a:pPr>
                      <a:r>
                        <a:rPr b="1" lang="en" sz="1000" u="sng">
                          <a:solidFill>
                            <a:schemeClr val="hlink"/>
                          </a:solidFill>
                          <a:latin typeface="IBM Plex Mono"/>
                          <a:ea typeface="IBM Plex Mono"/>
                          <a:cs typeface="IBM Plex Mono"/>
                          <a:sym typeface="IBM Plex Mono"/>
                          <a:hlinkClick action="ppaction://hlinksldjump" r:id="rId8"/>
                        </a:rPr>
                        <a:t>Colors</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Be Vietnam Pro"/>
                          <a:ea typeface="Be Vietnam Pro"/>
                          <a:cs typeface="Be Vietnam Pro"/>
                          <a:sym typeface="Be Vietnam Pro"/>
                        </a:rPr>
                        <a:t>All the colors used in this presentation</a:t>
                      </a:r>
                      <a:endParaRPr sz="900">
                        <a:solidFill>
                          <a:schemeClr val="dk1"/>
                        </a:solidFill>
                        <a:latin typeface="Be Vietnam Pro"/>
                        <a:ea typeface="Be Vietnam Pro"/>
                        <a:cs typeface="Be Vietnam Pro"/>
                        <a:sym typeface="Be Vietnam Pr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u="sng">
                          <a:solidFill>
                            <a:schemeClr val="dk1"/>
                          </a:solidFill>
                          <a:latin typeface="IBM Plex Mono"/>
                          <a:ea typeface="IBM Plex Mono"/>
                          <a:cs typeface="IBM Plex Mono"/>
                          <a:sym typeface="IBM Plex Mono"/>
                          <a:hlinkClick action="ppaction://hlinksldjump" r:id="rId9">
                            <a:extLst>
                              <a:ext uri="{A12FA001-AC4F-418D-AE19-62706E023703}">
                                <ahyp:hlinkClr val="tx"/>
                              </a:ext>
                            </a:extLst>
                          </a:hlinkClick>
                        </a:rPr>
                        <a:t>Icons</a:t>
                      </a:r>
                      <a:r>
                        <a:rPr b="1" lang="en" sz="1000">
                          <a:solidFill>
                            <a:schemeClr val="dk1"/>
                          </a:solidFill>
                          <a:latin typeface="IBM Plex Mono"/>
                          <a:ea typeface="IBM Plex Mono"/>
                          <a:cs typeface="IBM Plex Mono"/>
                          <a:sym typeface="IBM Plex Mono"/>
                        </a:rPr>
                        <a:t> and </a:t>
                      </a:r>
                      <a:r>
                        <a:rPr b="1" lang="en" sz="1000" u="sng">
                          <a:solidFill>
                            <a:schemeClr val="dk1"/>
                          </a:solidFill>
                          <a:latin typeface="IBM Plex Mono"/>
                          <a:ea typeface="IBM Plex Mono"/>
                          <a:cs typeface="IBM Plex Mono"/>
                          <a:sym typeface="IBM Plex Mono"/>
                          <a:hlinkClick action="ppaction://hlinksldjump" r:id="rId10">
                            <a:extLst>
                              <a:ext uri="{A12FA001-AC4F-418D-AE19-62706E023703}">
                                <ahyp:hlinkClr val="tx"/>
                              </a:ext>
                            </a:extLst>
                          </a:hlinkClick>
                        </a:rPr>
                        <a:t>infographic resources</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900">
                          <a:solidFill>
                            <a:schemeClr val="dk1"/>
                          </a:solidFill>
                          <a:latin typeface="Be Vietnam Pro"/>
                          <a:ea typeface="Be Vietnam Pro"/>
                          <a:cs typeface="Be Vietnam Pro"/>
                          <a:sym typeface="Be Vietnam Pro"/>
                        </a:rPr>
                        <a:t>These can be used in the template, and their size and color can be edited</a:t>
                      </a:r>
                      <a:endParaRPr sz="900">
                        <a:solidFill>
                          <a:schemeClr val="dk1"/>
                        </a:solidFill>
                        <a:latin typeface="Be Vietnam Pro"/>
                        <a:ea typeface="Be Vietnam Pro"/>
                        <a:cs typeface="Be Vietnam Pro"/>
                        <a:sym typeface="Be Vietnam Pr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a:solidFill>
                            <a:schemeClr val="dk1"/>
                          </a:solidFill>
                          <a:latin typeface="IBM Plex Mono"/>
                          <a:ea typeface="IBM Plex Mono"/>
                          <a:cs typeface="IBM Plex Mono"/>
                          <a:sym typeface="IBM Plex Mono"/>
                        </a:rPr>
                        <a:t>Editable presentation theme </a:t>
                      </a:r>
                      <a:endParaRPr b="1" sz="1000">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Be Vietnam Pro"/>
                          <a:ea typeface="Be Vietnam Pro"/>
                          <a:cs typeface="Be Vietnam Pro"/>
                          <a:sym typeface="Be Vietnam Pro"/>
                        </a:rPr>
                        <a:t>You can edit the master slides easily. For more info, click </a:t>
                      </a:r>
                      <a:r>
                        <a:rPr b="1" lang="en" sz="900" u="sng">
                          <a:solidFill>
                            <a:schemeClr val="dk1"/>
                          </a:solidFill>
                          <a:latin typeface="Be Vietnam Pro"/>
                          <a:ea typeface="Be Vietnam Pro"/>
                          <a:cs typeface="Be Vietnam Pro"/>
                          <a:sym typeface="Be Vietnam Pro"/>
                          <a:hlinkClick r:id="rId11">
                            <a:extLst>
                              <a:ext uri="{A12FA001-AC4F-418D-AE19-62706E023703}">
                                <ahyp:hlinkClr val="tx"/>
                              </a:ext>
                            </a:extLst>
                          </a:hlinkClick>
                        </a:rPr>
                        <a:t>here</a:t>
                      </a:r>
                      <a:endParaRPr sz="900">
                        <a:solidFill>
                          <a:schemeClr val="dk1"/>
                        </a:solidFill>
                        <a:latin typeface="Be Vietnam Pro"/>
                        <a:ea typeface="Be Vietnam Pro"/>
                        <a:cs typeface="Be Vietnam Pro"/>
                        <a:sym typeface="Be Vietnam Pr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
        <p:nvSpPr>
          <p:cNvPr id="1460" name="Google Shape;1460;p36"/>
          <p:cNvSpPr txBox="1"/>
          <p:nvPr/>
        </p:nvSpPr>
        <p:spPr>
          <a:xfrm>
            <a:off x="713222" y="4133675"/>
            <a:ext cx="38589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900">
                <a:solidFill>
                  <a:schemeClr val="dk1"/>
                </a:solidFill>
                <a:latin typeface="Be Vietnam Pro"/>
                <a:ea typeface="Be Vietnam Pro"/>
                <a:cs typeface="Be Vietnam Pro"/>
                <a:sym typeface="Be Vietnam Pro"/>
              </a:rPr>
              <a:t>For more info:</a:t>
            </a:r>
            <a:br>
              <a:rPr lang="en" sz="1200">
                <a:solidFill>
                  <a:schemeClr val="dk1"/>
                </a:solidFill>
                <a:latin typeface="Be Vietnam Pro"/>
                <a:ea typeface="Be Vietnam Pro"/>
                <a:cs typeface="Be Vietnam Pro"/>
                <a:sym typeface="Be Vietnam Pro"/>
              </a:rPr>
            </a:br>
            <a:r>
              <a:rPr b="1" lang="en" sz="1000" u="sng">
                <a:solidFill>
                  <a:schemeClr val="dk2"/>
                </a:solidFill>
                <a:latin typeface="IBM Plex Mono"/>
                <a:ea typeface="IBM Plex Mono"/>
                <a:cs typeface="IBM Plex Mono"/>
                <a:sym typeface="IBM Plex Mono"/>
                <a:hlinkClick r:id="rId12">
                  <a:extLst>
                    <a:ext uri="{A12FA001-AC4F-418D-AE19-62706E023703}">
                      <ahyp:hlinkClr val="tx"/>
                    </a:ext>
                  </a:extLst>
                </a:hlinkClick>
              </a:rPr>
              <a:t>Slidesgo</a:t>
            </a:r>
            <a:r>
              <a:rPr b="1" lang="en" sz="1000">
                <a:solidFill>
                  <a:schemeClr val="dk2"/>
                </a:solidFill>
                <a:uFill>
                  <a:noFill/>
                </a:uFill>
                <a:latin typeface="IBM Plex Mono"/>
                <a:ea typeface="IBM Plex Mono"/>
                <a:cs typeface="IBM Plex Mono"/>
                <a:sym typeface="IBM Plex Mono"/>
                <a:hlinkClick r:id="rId13">
                  <a:extLst>
                    <a:ext uri="{A12FA001-AC4F-418D-AE19-62706E023703}">
                      <ahyp:hlinkClr val="tx"/>
                    </a:ext>
                  </a:extLst>
                </a:hlinkClick>
              </a:rPr>
              <a:t> </a:t>
            </a:r>
            <a:r>
              <a:rPr b="1" lang="en" sz="1000">
                <a:solidFill>
                  <a:schemeClr val="dk2"/>
                </a:solidFill>
                <a:latin typeface="IBM Plex Mono"/>
                <a:ea typeface="IBM Plex Mono"/>
                <a:cs typeface="IBM Plex Mono"/>
                <a:sym typeface="IBM Plex Mono"/>
              </a:rPr>
              <a:t>| </a:t>
            </a:r>
            <a:r>
              <a:rPr b="1" lang="en" sz="1000" u="sng">
                <a:solidFill>
                  <a:schemeClr val="dk2"/>
                </a:solidFill>
                <a:latin typeface="IBM Plex Mono"/>
                <a:ea typeface="IBM Plex Mono"/>
                <a:cs typeface="IBM Plex Mono"/>
                <a:sym typeface="IBM Plex Mono"/>
                <a:hlinkClick r:id="rId14">
                  <a:extLst>
                    <a:ext uri="{A12FA001-AC4F-418D-AE19-62706E023703}">
                      <ahyp:hlinkClr val="tx"/>
                    </a:ext>
                  </a:extLst>
                </a:hlinkClick>
              </a:rPr>
              <a:t>Blog</a:t>
            </a:r>
            <a:r>
              <a:rPr b="1" lang="en" sz="1000">
                <a:solidFill>
                  <a:schemeClr val="dk2"/>
                </a:solidFill>
                <a:latin typeface="IBM Plex Mono"/>
                <a:ea typeface="IBM Plex Mono"/>
                <a:cs typeface="IBM Plex Mono"/>
                <a:sym typeface="IBM Plex Mono"/>
              </a:rPr>
              <a:t> | </a:t>
            </a:r>
            <a:r>
              <a:rPr b="1" lang="en" sz="1000" u="sng">
                <a:solidFill>
                  <a:schemeClr val="dk2"/>
                </a:solidFill>
                <a:latin typeface="IBM Plex Mono"/>
                <a:ea typeface="IBM Plex Mono"/>
                <a:cs typeface="IBM Plex Mono"/>
                <a:sym typeface="IBM Plex Mono"/>
                <a:hlinkClick r:id="rId15">
                  <a:extLst>
                    <a:ext uri="{A12FA001-AC4F-418D-AE19-62706E023703}">
                      <ahyp:hlinkClr val="tx"/>
                    </a:ext>
                  </a:extLst>
                </a:hlinkClick>
              </a:rPr>
              <a:t>F</a:t>
            </a:r>
            <a:r>
              <a:rPr b="1" lang="en" sz="1000" u="sng">
                <a:solidFill>
                  <a:schemeClr val="dk2"/>
                </a:solidFill>
                <a:latin typeface="IBM Plex Mono"/>
                <a:ea typeface="IBM Plex Mono"/>
                <a:cs typeface="IBM Plex Mono"/>
                <a:sym typeface="IBM Plex Mono"/>
              </a:rPr>
              <a:t>AQs</a:t>
            </a:r>
            <a:endParaRPr b="1" sz="1000" u="sng">
              <a:solidFill>
                <a:schemeClr val="dk2"/>
              </a:solidFill>
              <a:latin typeface="IBM Plex Mono"/>
              <a:ea typeface="IBM Plex Mono"/>
              <a:cs typeface="IBM Plex Mono"/>
              <a:sym typeface="IBM Plex Mono"/>
            </a:endParaRPr>
          </a:p>
        </p:txBody>
      </p:sp>
      <p:sp>
        <p:nvSpPr>
          <p:cNvPr id="1461" name="Google Shape;1461;p36"/>
          <p:cNvSpPr txBox="1"/>
          <p:nvPr/>
        </p:nvSpPr>
        <p:spPr>
          <a:xfrm>
            <a:off x="4369000" y="4133675"/>
            <a:ext cx="40620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900">
                <a:solidFill>
                  <a:schemeClr val="dk1"/>
                </a:solidFill>
                <a:latin typeface="Be Vietnam Pro"/>
                <a:ea typeface="Be Vietnam Pro"/>
                <a:cs typeface="Be Vietnam Pro"/>
                <a:sym typeface="Be Vietnam Pro"/>
              </a:rPr>
              <a:t>You can visit our sister </a:t>
            </a:r>
            <a:r>
              <a:rPr lang="en" sz="900">
                <a:solidFill>
                  <a:schemeClr val="dk1"/>
                </a:solidFill>
                <a:latin typeface="Be Vietnam Pro"/>
                <a:ea typeface="Be Vietnam Pro"/>
                <a:cs typeface="Be Vietnam Pro"/>
                <a:sym typeface="Be Vietnam Pro"/>
              </a:rPr>
              <a:t>projects</a:t>
            </a:r>
            <a:r>
              <a:rPr lang="en" sz="900">
                <a:solidFill>
                  <a:schemeClr val="dk1"/>
                </a:solidFill>
                <a:latin typeface="Be Vietnam Pro"/>
                <a:ea typeface="Be Vietnam Pro"/>
                <a:cs typeface="Be Vietnam Pro"/>
                <a:sym typeface="Be Vietnam Pro"/>
              </a:rPr>
              <a:t>:</a:t>
            </a:r>
            <a:br>
              <a:rPr lang="en" sz="1200">
                <a:solidFill>
                  <a:schemeClr val="dk1"/>
                </a:solidFill>
                <a:latin typeface="Be Vietnam Pro"/>
                <a:ea typeface="Be Vietnam Pro"/>
                <a:cs typeface="Be Vietnam Pro"/>
                <a:sym typeface="Be Vietnam Pro"/>
              </a:rPr>
            </a:br>
            <a:r>
              <a:rPr b="1" lang="en" sz="1000" u="sng">
                <a:solidFill>
                  <a:schemeClr val="dk2"/>
                </a:solidFill>
                <a:latin typeface="IBM Plex Mono"/>
                <a:ea typeface="IBM Plex Mono"/>
                <a:cs typeface="IBM Plex Mono"/>
                <a:sym typeface="IBM Plex Mono"/>
                <a:hlinkClick r:id="rId16">
                  <a:extLst>
                    <a:ext uri="{A12FA001-AC4F-418D-AE19-62706E023703}">
                      <ahyp:hlinkClr val="tx"/>
                    </a:ext>
                  </a:extLst>
                </a:hlinkClick>
              </a:rPr>
              <a:t>Freepik</a:t>
            </a:r>
            <a:r>
              <a:rPr b="1" lang="en" sz="1000">
                <a:solidFill>
                  <a:schemeClr val="dk2"/>
                </a:solidFill>
                <a:latin typeface="IBM Plex Mono"/>
                <a:ea typeface="IBM Plex Mono"/>
                <a:cs typeface="IBM Plex Mono"/>
                <a:sym typeface="IBM Plex Mono"/>
              </a:rPr>
              <a:t> | </a:t>
            </a:r>
            <a:r>
              <a:rPr b="1" lang="en" sz="1000" u="sng">
                <a:solidFill>
                  <a:schemeClr val="dk2"/>
                </a:solidFill>
                <a:latin typeface="IBM Plex Mono"/>
                <a:ea typeface="IBM Plex Mono"/>
                <a:cs typeface="IBM Plex Mono"/>
                <a:sym typeface="IBM Plex Mono"/>
                <a:hlinkClick r:id="rId17">
                  <a:extLst>
                    <a:ext uri="{A12FA001-AC4F-418D-AE19-62706E023703}">
                      <ahyp:hlinkClr val="tx"/>
                    </a:ext>
                  </a:extLst>
                </a:hlinkClick>
              </a:rPr>
              <a:t>Flaticon</a:t>
            </a:r>
            <a:r>
              <a:rPr b="1" lang="en" sz="1000">
                <a:solidFill>
                  <a:schemeClr val="dk2"/>
                </a:solidFill>
                <a:latin typeface="IBM Plex Mono"/>
                <a:ea typeface="IBM Plex Mono"/>
                <a:cs typeface="IBM Plex Mono"/>
                <a:sym typeface="IBM Plex Mono"/>
              </a:rPr>
              <a:t> | </a:t>
            </a:r>
            <a:r>
              <a:rPr b="1" lang="en" sz="1000" u="sng">
                <a:solidFill>
                  <a:schemeClr val="dk2"/>
                </a:solidFill>
                <a:latin typeface="IBM Plex Mono"/>
                <a:ea typeface="IBM Plex Mono"/>
                <a:cs typeface="IBM Plex Mono"/>
                <a:sym typeface="IBM Plex Mono"/>
                <a:hlinkClick r:id="rId18">
                  <a:extLst>
                    <a:ext uri="{A12FA001-AC4F-418D-AE19-62706E023703}">
                      <ahyp:hlinkClr val="tx"/>
                    </a:ext>
                  </a:extLst>
                </a:hlinkClick>
              </a:rPr>
              <a:t>Storyset</a:t>
            </a:r>
            <a:r>
              <a:rPr b="1" lang="en" sz="1000">
                <a:solidFill>
                  <a:schemeClr val="dk2"/>
                </a:solidFill>
                <a:latin typeface="IBM Plex Mono"/>
                <a:ea typeface="IBM Plex Mono"/>
                <a:cs typeface="IBM Plex Mono"/>
                <a:sym typeface="IBM Plex Mono"/>
              </a:rPr>
              <a:t> | </a:t>
            </a:r>
            <a:r>
              <a:rPr b="1" lang="en" sz="1000" u="sng">
                <a:solidFill>
                  <a:schemeClr val="dk2"/>
                </a:solidFill>
                <a:latin typeface="IBM Plex Mono"/>
                <a:ea typeface="IBM Plex Mono"/>
                <a:cs typeface="IBM Plex Mono"/>
                <a:sym typeface="IBM Plex Mono"/>
                <a:hlinkClick r:id="rId19">
                  <a:extLst>
                    <a:ext uri="{A12FA001-AC4F-418D-AE19-62706E023703}">
                      <ahyp:hlinkClr val="tx"/>
                    </a:ext>
                  </a:extLst>
                </a:hlinkClick>
              </a:rPr>
              <a:t>Wepik</a:t>
            </a:r>
            <a:r>
              <a:rPr b="1" lang="en" sz="1000">
                <a:solidFill>
                  <a:schemeClr val="dk2"/>
                </a:solidFill>
                <a:uFill>
                  <a:noFill/>
                </a:uFill>
                <a:latin typeface="IBM Plex Mono"/>
                <a:ea typeface="IBM Plex Mono"/>
                <a:cs typeface="IBM Plex Mono"/>
                <a:sym typeface="IBM Plex Mono"/>
                <a:hlinkClick r:id="rId20">
                  <a:extLst>
                    <a:ext uri="{A12FA001-AC4F-418D-AE19-62706E023703}">
                      <ahyp:hlinkClr val="tx"/>
                    </a:ext>
                  </a:extLst>
                </a:hlinkClick>
              </a:rPr>
              <a:t> </a:t>
            </a:r>
            <a:r>
              <a:rPr b="1" lang="en" sz="1000">
                <a:solidFill>
                  <a:schemeClr val="dk2"/>
                </a:solidFill>
                <a:latin typeface="IBM Plex Mono"/>
                <a:ea typeface="IBM Plex Mono"/>
                <a:cs typeface="IBM Plex Mono"/>
                <a:sym typeface="IBM Plex Mono"/>
              </a:rPr>
              <a:t>| </a:t>
            </a:r>
            <a:r>
              <a:rPr b="1" lang="en" sz="1000" u="sng">
                <a:solidFill>
                  <a:schemeClr val="dk2"/>
                </a:solidFill>
                <a:latin typeface="IBM Plex Mono"/>
                <a:ea typeface="IBM Plex Mono"/>
                <a:cs typeface="IBM Plex Mono"/>
                <a:sym typeface="IBM Plex Mono"/>
                <a:hlinkClick r:id="rId21">
                  <a:extLst>
                    <a:ext uri="{A12FA001-AC4F-418D-AE19-62706E023703}">
                      <ahyp:hlinkClr val="tx"/>
                    </a:ext>
                  </a:extLst>
                </a:hlinkClick>
              </a:rPr>
              <a:t>Videvo</a:t>
            </a:r>
            <a:endParaRPr b="1" sz="1000">
              <a:solidFill>
                <a:schemeClr val="dk2"/>
              </a:solidFill>
              <a:latin typeface="IBM Plex Mono"/>
              <a:ea typeface="IBM Plex Mono"/>
              <a:cs typeface="IBM Plex Mono"/>
              <a:sym typeface="IBM Plex Mon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5" name="Shape 1465"/>
        <p:cNvGrpSpPr/>
        <p:nvPr/>
      </p:nvGrpSpPr>
      <p:grpSpPr>
        <a:xfrm>
          <a:off x="0" y="0"/>
          <a:ext cx="0" cy="0"/>
          <a:chOff x="0" y="0"/>
          <a:chExt cx="0" cy="0"/>
        </a:xfrm>
      </p:grpSpPr>
      <p:sp>
        <p:nvSpPr>
          <p:cNvPr id="1466" name="Google Shape;1466;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200">
                <a:solidFill>
                  <a:schemeClr val="dk2"/>
                </a:solidFill>
                <a:latin typeface="IBM Plex Mono"/>
                <a:ea typeface="IBM Plex Mono"/>
                <a:cs typeface="IBM Plex Mono"/>
                <a:sym typeface="IBM Plex Mono"/>
              </a:rPr>
              <a:t>Table of contents</a:t>
            </a:r>
            <a:endParaRPr sz="3200">
              <a:solidFill>
                <a:schemeClr val="dk2"/>
              </a:solidFill>
              <a:latin typeface="IBM Plex Mono"/>
              <a:ea typeface="IBM Plex Mono"/>
              <a:cs typeface="IBM Plex Mono"/>
              <a:sym typeface="IBM Plex Mono"/>
            </a:endParaRPr>
          </a:p>
        </p:txBody>
      </p:sp>
      <p:sp>
        <p:nvSpPr>
          <p:cNvPr id="1467" name="Google Shape;1467;p37"/>
          <p:cNvSpPr txBox="1"/>
          <p:nvPr>
            <p:ph idx="9" type="subTitle"/>
          </p:nvPr>
        </p:nvSpPr>
        <p:spPr>
          <a:xfrm>
            <a:off x="720000" y="1918675"/>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1468" name="Google Shape;1468;p37"/>
          <p:cNvSpPr txBox="1"/>
          <p:nvPr>
            <p:ph idx="1" type="subTitle"/>
          </p:nvPr>
        </p:nvSpPr>
        <p:spPr>
          <a:xfrm>
            <a:off x="720000" y="2244725"/>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69" name="Google Shape;1469;p37"/>
          <p:cNvSpPr txBox="1"/>
          <p:nvPr>
            <p:ph idx="2" type="subTitle"/>
          </p:nvPr>
        </p:nvSpPr>
        <p:spPr>
          <a:xfrm>
            <a:off x="4366700" y="2244725"/>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0" name="Google Shape;1470;p37"/>
          <p:cNvSpPr txBox="1"/>
          <p:nvPr>
            <p:ph idx="3" type="subTitle"/>
          </p:nvPr>
        </p:nvSpPr>
        <p:spPr>
          <a:xfrm>
            <a:off x="720000" y="3940900"/>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1" name="Google Shape;1471;p37"/>
          <p:cNvSpPr txBox="1"/>
          <p:nvPr>
            <p:ph idx="4" type="subTitle"/>
          </p:nvPr>
        </p:nvSpPr>
        <p:spPr>
          <a:xfrm>
            <a:off x="4366700" y="3940900"/>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2" name="Google Shape;1472;p37"/>
          <p:cNvSpPr txBox="1"/>
          <p:nvPr>
            <p:ph idx="5" type="title"/>
          </p:nvPr>
        </p:nvSpPr>
        <p:spPr>
          <a:xfrm>
            <a:off x="720003" y="1344775"/>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473" name="Google Shape;1473;p37"/>
          <p:cNvSpPr txBox="1"/>
          <p:nvPr>
            <p:ph idx="6" type="title"/>
          </p:nvPr>
        </p:nvSpPr>
        <p:spPr>
          <a:xfrm>
            <a:off x="720003" y="3040971"/>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474" name="Google Shape;1474;p37"/>
          <p:cNvSpPr txBox="1"/>
          <p:nvPr>
            <p:ph idx="7" type="title"/>
          </p:nvPr>
        </p:nvSpPr>
        <p:spPr>
          <a:xfrm>
            <a:off x="4366698" y="1344775"/>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475" name="Google Shape;1475;p37"/>
          <p:cNvSpPr txBox="1"/>
          <p:nvPr>
            <p:ph idx="8" type="title"/>
          </p:nvPr>
        </p:nvSpPr>
        <p:spPr>
          <a:xfrm>
            <a:off x="4366698" y="3040971"/>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476" name="Google Shape;1476;p37"/>
          <p:cNvSpPr txBox="1"/>
          <p:nvPr>
            <p:ph idx="13" type="subTitle"/>
          </p:nvPr>
        </p:nvSpPr>
        <p:spPr>
          <a:xfrm>
            <a:off x="4366698" y="1918675"/>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1477" name="Google Shape;1477;p37"/>
          <p:cNvSpPr txBox="1"/>
          <p:nvPr>
            <p:ph idx="14" type="subTitle"/>
          </p:nvPr>
        </p:nvSpPr>
        <p:spPr>
          <a:xfrm>
            <a:off x="720000" y="3614801"/>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Tips</a:t>
            </a:r>
            <a:endParaRPr/>
          </a:p>
        </p:txBody>
      </p:sp>
      <p:sp>
        <p:nvSpPr>
          <p:cNvPr id="1478" name="Google Shape;1478;p37"/>
          <p:cNvSpPr txBox="1"/>
          <p:nvPr>
            <p:ph idx="15" type="subTitle"/>
          </p:nvPr>
        </p:nvSpPr>
        <p:spPr>
          <a:xfrm>
            <a:off x="4366698" y="3614801"/>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Practical exercise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2" name="Shape 1482"/>
        <p:cNvGrpSpPr/>
        <p:nvPr/>
      </p:nvGrpSpPr>
      <p:grpSpPr>
        <a:xfrm>
          <a:off x="0" y="0"/>
          <a:ext cx="0" cy="0"/>
          <a:chOff x="0" y="0"/>
          <a:chExt cx="0" cy="0"/>
        </a:xfrm>
      </p:grpSpPr>
      <p:sp>
        <p:nvSpPr>
          <p:cNvPr id="1483" name="Google Shape;1483;p38"/>
          <p:cNvSpPr txBox="1"/>
          <p:nvPr>
            <p:ph idx="2" type="title"/>
          </p:nvPr>
        </p:nvSpPr>
        <p:spPr>
          <a:xfrm>
            <a:off x="720000" y="1025725"/>
            <a:ext cx="1702500" cy="9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484" name="Google Shape;1484;p38"/>
          <p:cNvSpPr txBox="1"/>
          <p:nvPr>
            <p:ph idx="1" type="subTitle"/>
          </p:nvPr>
        </p:nvSpPr>
        <p:spPr>
          <a:xfrm>
            <a:off x="720000" y="3252375"/>
            <a:ext cx="5598000" cy="45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1485" name="Google Shape;1485;p38"/>
          <p:cNvGrpSpPr/>
          <p:nvPr/>
        </p:nvGrpSpPr>
        <p:grpSpPr>
          <a:xfrm>
            <a:off x="-374387" y="3354325"/>
            <a:ext cx="3922590" cy="2969900"/>
            <a:chOff x="-374387" y="3354325"/>
            <a:chExt cx="3922590" cy="2969900"/>
          </a:xfrm>
        </p:grpSpPr>
        <p:pic>
          <p:nvPicPr>
            <p:cNvPr id="1486" name="Google Shape;1486;p38"/>
            <p:cNvPicPr preferRelativeResize="0"/>
            <p:nvPr/>
          </p:nvPicPr>
          <p:blipFill rotWithShape="1">
            <a:blip r:embed="rId3">
              <a:alphaModFix/>
            </a:blip>
            <a:srcRect b="26177" l="16960" r="7121" t="24719"/>
            <a:stretch/>
          </p:blipFill>
          <p:spPr>
            <a:xfrm>
              <a:off x="-374387" y="3354325"/>
              <a:ext cx="3891276" cy="2969900"/>
            </a:xfrm>
            <a:prstGeom prst="rect">
              <a:avLst/>
            </a:prstGeom>
            <a:noFill/>
            <a:ln>
              <a:noFill/>
            </a:ln>
          </p:spPr>
        </p:pic>
        <p:grpSp>
          <p:nvGrpSpPr>
            <p:cNvPr id="1487" name="Google Shape;1487;p38"/>
            <p:cNvGrpSpPr/>
            <p:nvPr/>
          </p:nvGrpSpPr>
          <p:grpSpPr>
            <a:xfrm>
              <a:off x="1853583" y="4445557"/>
              <a:ext cx="1694620" cy="1360169"/>
              <a:chOff x="7945225" y="4302000"/>
              <a:chExt cx="904666" cy="726121"/>
            </a:xfrm>
          </p:grpSpPr>
          <p:sp>
            <p:nvSpPr>
              <p:cNvPr id="1488" name="Google Shape;1488;p38"/>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8"/>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8"/>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1" name="Google Shape;1491;p38"/>
          <p:cNvSpPr txBox="1"/>
          <p:nvPr>
            <p:ph type="title"/>
          </p:nvPr>
        </p:nvSpPr>
        <p:spPr>
          <a:xfrm>
            <a:off x="720000" y="2079325"/>
            <a:ext cx="55980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Theory lesson</a:t>
            </a:r>
            <a:endParaRPr/>
          </a:p>
        </p:txBody>
      </p:sp>
      <p:grpSp>
        <p:nvGrpSpPr>
          <p:cNvPr id="1492" name="Google Shape;1492;p38"/>
          <p:cNvGrpSpPr/>
          <p:nvPr/>
        </p:nvGrpSpPr>
        <p:grpSpPr>
          <a:xfrm>
            <a:off x="6487513" y="-1301175"/>
            <a:ext cx="4268216" cy="6666030"/>
            <a:chOff x="6128138" y="-1301175"/>
            <a:chExt cx="4268216" cy="6666030"/>
          </a:xfrm>
        </p:grpSpPr>
        <p:sp>
          <p:nvSpPr>
            <p:cNvPr id="1493" name="Google Shape;1493;p38"/>
            <p:cNvSpPr/>
            <p:nvPr/>
          </p:nvSpPr>
          <p:spPr>
            <a:xfrm>
              <a:off x="6368175" y="103161"/>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8"/>
            <p:cNvSpPr/>
            <p:nvPr/>
          </p:nvSpPr>
          <p:spPr>
            <a:xfrm>
              <a:off x="6711143" y="81300"/>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8"/>
            <p:cNvSpPr/>
            <p:nvPr/>
          </p:nvSpPr>
          <p:spPr>
            <a:xfrm>
              <a:off x="7243039" y="2456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8"/>
            <p:cNvSpPr/>
            <p:nvPr/>
          </p:nvSpPr>
          <p:spPr>
            <a:xfrm>
              <a:off x="6875804" y="622450"/>
              <a:ext cx="1860443" cy="4595326"/>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8"/>
            <p:cNvSpPr/>
            <p:nvPr/>
          </p:nvSpPr>
          <p:spPr>
            <a:xfrm>
              <a:off x="6573850" y="621225"/>
              <a:ext cx="1860443" cy="4595326"/>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8" name="Google Shape;1498;p38"/>
            <p:cNvPicPr preferRelativeResize="0"/>
            <p:nvPr/>
          </p:nvPicPr>
          <p:blipFill rotWithShape="1">
            <a:blip r:embed="rId3">
              <a:alphaModFix/>
            </a:blip>
            <a:srcRect b="26177" l="16960" r="7121" t="24719"/>
            <a:stretch/>
          </p:blipFill>
          <p:spPr>
            <a:xfrm>
              <a:off x="6128138" y="-1301175"/>
              <a:ext cx="4198516" cy="3204401"/>
            </a:xfrm>
            <a:prstGeom prst="rect">
              <a:avLst/>
            </a:prstGeom>
            <a:noFill/>
            <a:ln>
              <a:noFill/>
            </a:ln>
          </p:spPr>
        </p:pic>
        <p:grpSp>
          <p:nvGrpSpPr>
            <p:cNvPr id="1499" name="Google Shape;1499;p38"/>
            <p:cNvGrpSpPr/>
            <p:nvPr/>
          </p:nvGrpSpPr>
          <p:grpSpPr>
            <a:xfrm rot="5400000">
              <a:off x="7873341" y="4254316"/>
              <a:ext cx="708100" cy="708500"/>
              <a:chOff x="3678700" y="407275"/>
              <a:chExt cx="708100" cy="708500"/>
            </a:xfrm>
          </p:grpSpPr>
          <p:sp>
            <p:nvSpPr>
              <p:cNvPr id="1500" name="Google Shape;1500;p38"/>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8"/>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8"/>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8"/>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8"/>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8"/>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8"/>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38"/>
            <p:cNvGrpSpPr/>
            <p:nvPr/>
          </p:nvGrpSpPr>
          <p:grpSpPr>
            <a:xfrm rot="5400000">
              <a:off x="8639847" y="3354200"/>
              <a:ext cx="457787" cy="458045"/>
              <a:chOff x="3678700" y="407275"/>
              <a:chExt cx="708100" cy="708500"/>
            </a:xfrm>
          </p:grpSpPr>
          <p:sp>
            <p:nvSpPr>
              <p:cNvPr id="1508" name="Google Shape;1508;p38"/>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8"/>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8"/>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8"/>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8"/>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8"/>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8"/>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38"/>
            <p:cNvGrpSpPr/>
            <p:nvPr/>
          </p:nvGrpSpPr>
          <p:grpSpPr>
            <a:xfrm>
              <a:off x="7787267" y="539497"/>
              <a:ext cx="208184" cy="208184"/>
              <a:chOff x="8356813" y="1074288"/>
              <a:chExt cx="351900" cy="351900"/>
            </a:xfrm>
          </p:grpSpPr>
          <p:sp>
            <p:nvSpPr>
              <p:cNvPr id="1516" name="Google Shape;1516;p3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38"/>
            <p:cNvGrpSpPr/>
            <p:nvPr/>
          </p:nvGrpSpPr>
          <p:grpSpPr>
            <a:xfrm>
              <a:off x="7194842" y="2467660"/>
              <a:ext cx="208184" cy="208184"/>
              <a:chOff x="8356813" y="1074288"/>
              <a:chExt cx="351900" cy="351900"/>
            </a:xfrm>
          </p:grpSpPr>
          <p:sp>
            <p:nvSpPr>
              <p:cNvPr id="1519" name="Google Shape;1519;p3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 name="Google Shape;1521;p38"/>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 name="Google Shape;1522;p38"/>
          <p:cNvGrpSpPr/>
          <p:nvPr/>
        </p:nvGrpSpPr>
        <p:grpSpPr>
          <a:xfrm>
            <a:off x="796100" y="3019701"/>
            <a:ext cx="4558967" cy="134100"/>
            <a:chOff x="796100" y="3019701"/>
            <a:chExt cx="4558967" cy="134100"/>
          </a:xfrm>
        </p:grpSpPr>
        <p:sp>
          <p:nvSpPr>
            <p:cNvPr id="1523" name="Google Shape;1523;p38"/>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 name="Google Shape;1524;p38"/>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525" name="Google Shape;1525;p38"/>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9" name="Shape 1529"/>
        <p:cNvGrpSpPr/>
        <p:nvPr/>
      </p:nvGrpSpPr>
      <p:grpSpPr>
        <a:xfrm>
          <a:off x="0" y="0"/>
          <a:ext cx="0" cy="0"/>
          <a:chOff x="0" y="0"/>
          <a:chExt cx="0" cy="0"/>
        </a:xfrm>
      </p:grpSpPr>
      <p:sp>
        <p:nvSpPr>
          <p:cNvPr id="1530" name="Google Shape;1530;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531" name="Google Shape;1531;p39"/>
          <p:cNvSpPr txBox="1"/>
          <p:nvPr>
            <p:ph idx="1" type="subTitle"/>
          </p:nvPr>
        </p:nvSpPr>
        <p:spPr>
          <a:xfrm>
            <a:off x="4881006" y="1786675"/>
            <a:ext cx="3543000" cy="18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a:t>
            </a:r>
            <a:r>
              <a:rPr b="1" lang="en"/>
              <a:t>Since the temperatures are so extreme, albeit not as extreme</a:t>
            </a:r>
            <a:r>
              <a:rPr lang="en"/>
              <a:t> as on Venus, Mercury has been deemed to be non-habitable for humans</a:t>
            </a:r>
            <a:endParaRPr/>
          </a:p>
        </p:txBody>
      </p:sp>
      <p:sp>
        <p:nvSpPr>
          <p:cNvPr id="1532" name="Google Shape;1532;p39"/>
          <p:cNvSpPr txBox="1"/>
          <p:nvPr>
            <p:ph idx="2" type="subTitle"/>
          </p:nvPr>
        </p:nvSpPr>
        <p:spPr>
          <a:xfrm>
            <a:off x="720000" y="1786675"/>
            <a:ext cx="3543000" cy="18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a:t>
            </a:r>
            <a:r>
              <a:rPr b="1" lang="en"/>
              <a:t>This planet’s name has nothing to do with the liquid metal, </a:t>
            </a:r>
            <a:r>
              <a:rPr lang="en"/>
              <a:t>since Mercury was named after the Roman messenger god. Mercury’s surface is filled with craters</a:t>
            </a:r>
            <a:endParaRPr/>
          </a:p>
        </p:txBody>
      </p:sp>
      <p:grpSp>
        <p:nvGrpSpPr>
          <p:cNvPr id="1533" name="Google Shape;1533;p39"/>
          <p:cNvGrpSpPr/>
          <p:nvPr/>
        </p:nvGrpSpPr>
        <p:grpSpPr>
          <a:xfrm>
            <a:off x="-123925" y="4132283"/>
            <a:ext cx="4558967" cy="1141122"/>
            <a:chOff x="-123925" y="4132283"/>
            <a:chExt cx="4558967" cy="1141122"/>
          </a:xfrm>
        </p:grpSpPr>
        <p:grpSp>
          <p:nvGrpSpPr>
            <p:cNvPr id="1534" name="Google Shape;1534;p39"/>
            <p:cNvGrpSpPr/>
            <p:nvPr/>
          </p:nvGrpSpPr>
          <p:grpSpPr>
            <a:xfrm>
              <a:off x="-2" y="4132283"/>
              <a:ext cx="2308406" cy="1141122"/>
              <a:chOff x="-2" y="4132283"/>
              <a:chExt cx="2308406" cy="1141122"/>
            </a:xfrm>
          </p:grpSpPr>
          <p:sp>
            <p:nvSpPr>
              <p:cNvPr id="1535" name="Google Shape;1535;p39"/>
              <p:cNvSpPr/>
              <p:nvPr/>
            </p:nvSpPr>
            <p:spPr>
              <a:xfrm rot="5400000">
                <a:off x="663005" y="362862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9"/>
              <p:cNvSpPr/>
              <p:nvPr/>
            </p:nvSpPr>
            <p:spPr>
              <a:xfrm rot="5400000">
                <a:off x="663620" y="3469276"/>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39"/>
            <p:cNvGrpSpPr/>
            <p:nvPr/>
          </p:nvGrpSpPr>
          <p:grpSpPr>
            <a:xfrm>
              <a:off x="-123925" y="4386226"/>
              <a:ext cx="4558967" cy="134100"/>
              <a:chOff x="796100" y="3019701"/>
              <a:chExt cx="4558967" cy="134100"/>
            </a:xfrm>
          </p:grpSpPr>
          <p:sp>
            <p:nvSpPr>
              <p:cNvPr id="1538" name="Google Shape;1538;p3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9" name="Google Shape;1539;p39"/>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540" name="Google Shape;1540;p3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4" name="Shape 1544"/>
        <p:cNvGrpSpPr/>
        <p:nvPr/>
      </p:nvGrpSpPr>
      <p:grpSpPr>
        <a:xfrm>
          <a:off x="0" y="0"/>
          <a:ext cx="0" cy="0"/>
          <a:chOff x="0" y="0"/>
          <a:chExt cx="0" cy="0"/>
        </a:xfrm>
      </p:grpSpPr>
      <p:grpSp>
        <p:nvGrpSpPr>
          <p:cNvPr id="1545" name="Google Shape;1545;p40"/>
          <p:cNvGrpSpPr/>
          <p:nvPr/>
        </p:nvGrpSpPr>
        <p:grpSpPr>
          <a:xfrm>
            <a:off x="-2765817" y="-2958610"/>
            <a:ext cx="8164418" cy="6343459"/>
            <a:chOff x="-2613417" y="-2806210"/>
            <a:chExt cx="8164418" cy="6343459"/>
          </a:xfrm>
        </p:grpSpPr>
        <p:grpSp>
          <p:nvGrpSpPr>
            <p:cNvPr id="1546" name="Google Shape;1546;p40"/>
            <p:cNvGrpSpPr/>
            <p:nvPr/>
          </p:nvGrpSpPr>
          <p:grpSpPr>
            <a:xfrm>
              <a:off x="-2613417" y="-2806210"/>
              <a:ext cx="8164418" cy="6343459"/>
              <a:chOff x="-2613417" y="-2806210"/>
              <a:chExt cx="8164418" cy="6343459"/>
            </a:xfrm>
          </p:grpSpPr>
          <p:grpSp>
            <p:nvGrpSpPr>
              <p:cNvPr id="1547" name="Google Shape;1547;p40"/>
              <p:cNvGrpSpPr/>
              <p:nvPr/>
            </p:nvGrpSpPr>
            <p:grpSpPr>
              <a:xfrm>
                <a:off x="-191059" y="95963"/>
                <a:ext cx="1538562" cy="971589"/>
                <a:chOff x="-191059" y="95963"/>
                <a:chExt cx="1538562" cy="971589"/>
              </a:xfrm>
            </p:grpSpPr>
            <p:grpSp>
              <p:nvGrpSpPr>
                <p:cNvPr id="1548" name="Google Shape;1548;p40"/>
                <p:cNvGrpSpPr/>
                <p:nvPr/>
              </p:nvGrpSpPr>
              <p:grpSpPr>
                <a:xfrm>
                  <a:off x="-191059" y="201619"/>
                  <a:ext cx="904284" cy="865933"/>
                  <a:chOff x="2038491" y="-937756"/>
                  <a:chExt cx="904284" cy="865933"/>
                </a:xfrm>
              </p:grpSpPr>
              <p:grpSp>
                <p:nvGrpSpPr>
                  <p:cNvPr id="1549" name="Google Shape;1549;p40"/>
                  <p:cNvGrpSpPr/>
                  <p:nvPr/>
                </p:nvGrpSpPr>
                <p:grpSpPr>
                  <a:xfrm>
                    <a:off x="2096570" y="-863491"/>
                    <a:ext cx="717621" cy="717392"/>
                    <a:chOff x="1483457" y="3953671"/>
                    <a:chExt cx="717621" cy="717392"/>
                  </a:xfrm>
                </p:grpSpPr>
                <p:sp>
                  <p:nvSpPr>
                    <p:cNvPr id="1550" name="Google Shape;1550;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 name="Google Shape;1555;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 name="Google Shape;1556;p40"/>
                <p:cNvGrpSpPr/>
                <p:nvPr/>
              </p:nvGrpSpPr>
              <p:grpSpPr>
                <a:xfrm>
                  <a:off x="584533" y="95963"/>
                  <a:ext cx="473483" cy="453403"/>
                  <a:chOff x="2038491" y="-937756"/>
                  <a:chExt cx="904284" cy="865933"/>
                </a:xfrm>
              </p:grpSpPr>
              <p:grpSp>
                <p:nvGrpSpPr>
                  <p:cNvPr id="1557" name="Google Shape;1557;p40"/>
                  <p:cNvGrpSpPr/>
                  <p:nvPr/>
                </p:nvGrpSpPr>
                <p:grpSpPr>
                  <a:xfrm>
                    <a:off x="2096570" y="-863491"/>
                    <a:ext cx="717621" cy="717392"/>
                    <a:chOff x="1483457" y="3953671"/>
                    <a:chExt cx="717621" cy="717392"/>
                  </a:xfrm>
                </p:grpSpPr>
                <p:sp>
                  <p:nvSpPr>
                    <p:cNvPr id="1558" name="Google Shape;1558;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 name="Google Shape;1563;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40"/>
                <p:cNvGrpSpPr/>
                <p:nvPr/>
              </p:nvGrpSpPr>
              <p:grpSpPr>
                <a:xfrm>
                  <a:off x="530445" y="481913"/>
                  <a:ext cx="473483" cy="453403"/>
                  <a:chOff x="2038491" y="-937756"/>
                  <a:chExt cx="904284" cy="865933"/>
                </a:xfrm>
              </p:grpSpPr>
              <p:grpSp>
                <p:nvGrpSpPr>
                  <p:cNvPr id="1565" name="Google Shape;1565;p40"/>
                  <p:cNvGrpSpPr/>
                  <p:nvPr/>
                </p:nvGrpSpPr>
                <p:grpSpPr>
                  <a:xfrm>
                    <a:off x="2096570" y="-863491"/>
                    <a:ext cx="717621" cy="717392"/>
                    <a:chOff x="1483457" y="3953671"/>
                    <a:chExt cx="717621" cy="717392"/>
                  </a:xfrm>
                </p:grpSpPr>
                <p:sp>
                  <p:nvSpPr>
                    <p:cNvPr id="1566" name="Google Shape;1566;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 name="Google Shape;1571;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0"/>
                <p:cNvGrpSpPr/>
                <p:nvPr/>
              </p:nvGrpSpPr>
              <p:grpSpPr>
                <a:xfrm>
                  <a:off x="874020" y="312788"/>
                  <a:ext cx="473483" cy="453403"/>
                  <a:chOff x="2038491" y="-937756"/>
                  <a:chExt cx="904284" cy="865933"/>
                </a:xfrm>
              </p:grpSpPr>
              <p:grpSp>
                <p:nvGrpSpPr>
                  <p:cNvPr id="1573" name="Google Shape;1573;p40"/>
                  <p:cNvGrpSpPr/>
                  <p:nvPr/>
                </p:nvGrpSpPr>
                <p:grpSpPr>
                  <a:xfrm>
                    <a:off x="2096570" y="-863491"/>
                    <a:ext cx="717621" cy="717392"/>
                    <a:chOff x="1483457" y="3953671"/>
                    <a:chExt cx="717621" cy="717392"/>
                  </a:xfrm>
                </p:grpSpPr>
                <p:sp>
                  <p:nvSpPr>
                    <p:cNvPr id="1574" name="Google Shape;1574;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9" name="Google Shape;1579;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0" name="Google Shape;1580;p40"/>
              <p:cNvGrpSpPr/>
              <p:nvPr/>
            </p:nvGrpSpPr>
            <p:grpSpPr>
              <a:xfrm rot="-7479050">
                <a:off x="-2051246" y="-1642948"/>
                <a:ext cx="4889863" cy="3931229"/>
                <a:chOff x="7103825" y="-713112"/>
                <a:chExt cx="3785226" cy="3043150"/>
              </a:xfrm>
            </p:grpSpPr>
            <p:sp>
              <p:nvSpPr>
                <p:cNvPr id="1581" name="Google Shape;1581;p40"/>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82" name="Google Shape;1582;p40"/>
                <p:cNvPicPr preferRelativeResize="0"/>
                <p:nvPr/>
              </p:nvPicPr>
              <p:blipFill rotWithShape="1">
                <a:blip r:embed="rId3">
                  <a:alphaModFix/>
                </a:blip>
                <a:srcRect b="17664" l="0" r="0" t="17657"/>
                <a:stretch/>
              </p:blipFill>
              <p:spPr>
                <a:xfrm>
                  <a:off x="7103825" y="-713112"/>
                  <a:ext cx="3785226" cy="2888974"/>
                </a:xfrm>
                <a:prstGeom prst="rect">
                  <a:avLst/>
                </a:prstGeom>
                <a:noFill/>
                <a:ln>
                  <a:noFill/>
                </a:ln>
              </p:spPr>
            </p:pic>
          </p:grpSp>
          <p:grpSp>
            <p:nvGrpSpPr>
              <p:cNvPr id="1583" name="Google Shape;1583;p40"/>
              <p:cNvGrpSpPr/>
              <p:nvPr/>
            </p:nvGrpSpPr>
            <p:grpSpPr>
              <a:xfrm>
                <a:off x="-640220" y="-2653973"/>
                <a:ext cx="6191222" cy="6191222"/>
                <a:chOff x="-640220" y="-2502423"/>
                <a:chExt cx="6191222" cy="6191222"/>
              </a:xfrm>
            </p:grpSpPr>
            <p:sp>
              <p:nvSpPr>
                <p:cNvPr id="1584" name="Google Shape;1584;p40"/>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0"/>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6" name="Google Shape;1586;p40"/>
            <p:cNvGrpSpPr/>
            <p:nvPr/>
          </p:nvGrpSpPr>
          <p:grpSpPr>
            <a:xfrm>
              <a:off x="-12" y="-195650"/>
              <a:ext cx="439200" cy="439100"/>
              <a:chOff x="1101075" y="2142375"/>
              <a:chExt cx="439200" cy="439100"/>
            </a:xfrm>
          </p:grpSpPr>
          <p:sp>
            <p:nvSpPr>
              <p:cNvPr id="1587" name="Google Shape;1587;p4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9" name="Google Shape;1589;p40"/>
          <p:cNvGrpSpPr/>
          <p:nvPr/>
        </p:nvGrpSpPr>
        <p:grpSpPr>
          <a:xfrm>
            <a:off x="4605344" y="2412775"/>
            <a:ext cx="5765856" cy="4103650"/>
            <a:chOff x="4452944" y="2184175"/>
            <a:chExt cx="5765856" cy="4103650"/>
          </a:xfrm>
        </p:grpSpPr>
        <p:pic>
          <p:nvPicPr>
            <p:cNvPr id="1590" name="Google Shape;1590;p40"/>
            <p:cNvPicPr preferRelativeResize="0"/>
            <p:nvPr/>
          </p:nvPicPr>
          <p:blipFill rotWithShape="1">
            <a:blip r:embed="rId4">
              <a:alphaModFix/>
            </a:blip>
            <a:srcRect b="26177" l="16960" r="7121" t="24719"/>
            <a:stretch/>
          </p:blipFill>
          <p:spPr>
            <a:xfrm flipH="1" rot="-5400000">
              <a:off x="6600975" y="2670000"/>
              <a:ext cx="4103650" cy="3132000"/>
            </a:xfrm>
            <a:prstGeom prst="rect">
              <a:avLst/>
            </a:prstGeom>
            <a:noFill/>
            <a:ln>
              <a:noFill/>
            </a:ln>
          </p:spPr>
        </p:pic>
        <p:grpSp>
          <p:nvGrpSpPr>
            <p:cNvPr id="1591" name="Google Shape;1591;p40"/>
            <p:cNvGrpSpPr/>
            <p:nvPr/>
          </p:nvGrpSpPr>
          <p:grpSpPr>
            <a:xfrm flipH="1" rot="-5400000">
              <a:off x="8074852" y="4089881"/>
              <a:ext cx="1478405" cy="1186772"/>
              <a:chOff x="7945225" y="4302000"/>
              <a:chExt cx="904666" cy="726121"/>
            </a:xfrm>
          </p:grpSpPr>
          <p:sp>
            <p:nvSpPr>
              <p:cNvPr id="1592" name="Google Shape;1592;p4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 name="Google Shape;1595;p40"/>
            <p:cNvSpPr/>
            <p:nvPr/>
          </p:nvSpPr>
          <p:spPr>
            <a:xfrm flipH="1" rot="-5400000">
              <a:off x="5435889" y="14813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 name="Google Shape;1596;p40"/>
            <p:cNvGrpSpPr/>
            <p:nvPr/>
          </p:nvGrpSpPr>
          <p:grpSpPr>
            <a:xfrm flipH="1" rot="-5400000">
              <a:off x="7140078" y="3883230"/>
              <a:ext cx="134004" cy="134004"/>
              <a:chOff x="8356813" y="1074288"/>
              <a:chExt cx="351900" cy="351900"/>
            </a:xfrm>
          </p:grpSpPr>
          <p:sp>
            <p:nvSpPr>
              <p:cNvPr id="1597" name="Google Shape;1597;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0"/>
            <p:cNvGrpSpPr/>
            <p:nvPr/>
          </p:nvGrpSpPr>
          <p:grpSpPr>
            <a:xfrm flipH="1" rot="-5400000">
              <a:off x="6766253" y="3499155"/>
              <a:ext cx="134004" cy="134004"/>
              <a:chOff x="8356813" y="1074288"/>
              <a:chExt cx="351900" cy="351900"/>
            </a:xfrm>
          </p:grpSpPr>
          <p:sp>
            <p:nvSpPr>
              <p:cNvPr id="1600" name="Google Shape;1600;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 name="Google Shape;1602;p40"/>
            <p:cNvSpPr/>
            <p:nvPr/>
          </p:nvSpPr>
          <p:spPr>
            <a:xfrm flipH="1" rot="5400000">
              <a:off x="6561314" y="2368138"/>
              <a:ext cx="1902692" cy="406951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0"/>
            <p:cNvSpPr/>
            <p:nvPr/>
          </p:nvSpPr>
          <p:spPr>
            <a:xfrm flipH="1" rot="5400000">
              <a:off x="6562398" y="2676948"/>
              <a:ext cx="1902692" cy="406951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40"/>
            <p:cNvGrpSpPr/>
            <p:nvPr/>
          </p:nvGrpSpPr>
          <p:grpSpPr>
            <a:xfrm flipH="1" rot="-5400000">
              <a:off x="7404606" y="3451356"/>
              <a:ext cx="582050" cy="582425"/>
              <a:chOff x="959750" y="3039275"/>
              <a:chExt cx="582050" cy="582425"/>
            </a:xfrm>
          </p:grpSpPr>
          <p:sp>
            <p:nvSpPr>
              <p:cNvPr id="1605" name="Google Shape;1605;p4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40"/>
            <p:cNvGrpSpPr/>
            <p:nvPr/>
          </p:nvGrpSpPr>
          <p:grpSpPr>
            <a:xfrm flipH="1" rot="-5400000">
              <a:off x="7237650" y="4201057"/>
              <a:ext cx="699928" cy="1651024"/>
              <a:chOff x="8337812" y="3492483"/>
              <a:chExt cx="699928" cy="1651024"/>
            </a:xfrm>
          </p:grpSpPr>
          <p:sp>
            <p:nvSpPr>
              <p:cNvPr id="1613" name="Google Shape;1613;p4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 name="Google Shape;1616;p40"/>
            <p:cNvSpPr/>
            <p:nvPr/>
          </p:nvSpPr>
          <p:spPr>
            <a:xfrm flipH="1" rot="147769">
              <a:off x="7025973" y="450498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0"/>
            <p:cNvSpPr/>
            <p:nvPr/>
          </p:nvSpPr>
          <p:spPr>
            <a:xfrm flipH="1" rot="147769">
              <a:off x="6785273" y="456993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8" name="Google Shape;1618;p40"/>
            <p:cNvGrpSpPr/>
            <p:nvPr/>
          </p:nvGrpSpPr>
          <p:grpSpPr>
            <a:xfrm flipH="1" rot="-5400000">
              <a:off x="5819578" y="4727817"/>
              <a:ext cx="134004" cy="134004"/>
              <a:chOff x="8356813" y="1074288"/>
              <a:chExt cx="351900" cy="351900"/>
            </a:xfrm>
          </p:grpSpPr>
          <p:sp>
            <p:nvSpPr>
              <p:cNvPr id="1619" name="Google Shape;1619;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21" name="Google Shape;1621;p40"/>
          <p:cNvSpPr txBox="1"/>
          <p:nvPr>
            <p:ph type="title"/>
          </p:nvPr>
        </p:nvSpPr>
        <p:spPr>
          <a:xfrm>
            <a:off x="713225" y="3349250"/>
            <a:ext cx="6691200" cy="53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1622" name="Google Shape;1622;p40"/>
          <p:cNvSpPr txBox="1"/>
          <p:nvPr>
            <p:ph idx="1" type="subTitle"/>
          </p:nvPr>
        </p:nvSpPr>
        <p:spPr>
          <a:xfrm>
            <a:off x="713225" y="1511313"/>
            <a:ext cx="6691200" cy="147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1623" name="Google Shape;1623;p40"/>
          <p:cNvGrpSpPr/>
          <p:nvPr/>
        </p:nvGrpSpPr>
        <p:grpSpPr>
          <a:xfrm flipH="1" rot="-5400000">
            <a:off x="8904403" y="2929792"/>
            <a:ext cx="134004" cy="134004"/>
            <a:chOff x="8356813" y="1074288"/>
            <a:chExt cx="351900" cy="351900"/>
          </a:xfrm>
        </p:grpSpPr>
        <p:sp>
          <p:nvSpPr>
            <p:cNvPr id="1624" name="Google Shape;1624;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40"/>
          <p:cNvGrpSpPr/>
          <p:nvPr/>
        </p:nvGrpSpPr>
        <p:grpSpPr>
          <a:xfrm>
            <a:off x="796100" y="3102438"/>
            <a:ext cx="4558967" cy="134100"/>
            <a:chOff x="796100" y="3019701"/>
            <a:chExt cx="4558967" cy="134100"/>
          </a:xfrm>
        </p:grpSpPr>
        <p:sp>
          <p:nvSpPr>
            <p:cNvPr id="1627" name="Google Shape;1627;p40"/>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8" name="Google Shape;1628;p40"/>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629" name="Google Shape;1629;p40"/>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3" name="Shape 1633"/>
        <p:cNvGrpSpPr/>
        <p:nvPr/>
      </p:nvGrpSpPr>
      <p:grpSpPr>
        <a:xfrm>
          <a:off x="0" y="0"/>
          <a:ext cx="0" cy="0"/>
          <a:chOff x="0" y="0"/>
          <a:chExt cx="0" cy="0"/>
        </a:xfrm>
      </p:grpSpPr>
      <p:sp>
        <p:nvSpPr>
          <p:cNvPr id="1634" name="Google Shape;163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Concepts</a:t>
            </a:r>
            <a:endParaRPr/>
          </a:p>
        </p:txBody>
      </p:sp>
      <p:sp>
        <p:nvSpPr>
          <p:cNvPr id="1635" name="Google Shape;1635;p41"/>
          <p:cNvSpPr txBox="1"/>
          <p:nvPr>
            <p:ph idx="1" type="subTitle"/>
          </p:nvPr>
        </p:nvSpPr>
        <p:spPr>
          <a:xfrm>
            <a:off x="4999903" y="2372500"/>
            <a:ext cx="2340300" cy="13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a:t>
            </a:r>
            <a:r>
              <a:rPr b="1" lang="en"/>
              <a:t>second planet from the Sun. </a:t>
            </a:r>
            <a:r>
              <a:rPr lang="en"/>
              <a:t>It’s hot and has a poisonous atmosphere</a:t>
            </a:r>
            <a:endParaRPr/>
          </a:p>
        </p:txBody>
      </p:sp>
      <p:sp>
        <p:nvSpPr>
          <p:cNvPr id="1636" name="Google Shape;1636;p41"/>
          <p:cNvSpPr txBox="1"/>
          <p:nvPr>
            <p:ph idx="2" type="subTitle"/>
          </p:nvPr>
        </p:nvSpPr>
        <p:spPr>
          <a:xfrm>
            <a:off x="1803800" y="2372500"/>
            <a:ext cx="2340300" cy="13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a:t>
            </a:r>
            <a:r>
              <a:rPr b="1" lang="en"/>
              <a:t>the smallest one </a:t>
            </a:r>
            <a:r>
              <a:rPr lang="en"/>
              <a:t>in the Solar System—it’s only a bit larger than the Moon</a:t>
            </a:r>
            <a:endParaRPr/>
          </a:p>
        </p:txBody>
      </p:sp>
      <p:sp>
        <p:nvSpPr>
          <p:cNvPr id="1637" name="Google Shape;1637;p41"/>
          <p:cNvSpPr txBox="1"/>
          <p:nvPr>
            <p:ph idx="3" type="subTitle"/>
          </p:nvPr>
        </p:nvSpPr>
        <p:spPr>
          <a:xfrm>
            <a:off x="4999908" y="2048488"/>
            <a:ext cx="2340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638" name="Google Shape;1638;p41"/>
          <p:cNvSpPr txBox="1"/>
          <p:nvPr>
            <p:ph idx="4" type="subTitle"/>
          </p:nvPr>
        </p:nvSpPr>
        <p:spPr>
          <a:xfrm>
            <a:off x="1803800" y="2048488"/>
            <a:ext cx="2340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grpSp>
        <p:nvGrpSpPr>
          <p:cNvPr id="1639" name="Google Shape;1639;p41"/>
          <p:cNvGrpSpPr/>
          <p:nvPr/>
        </p:nvGrpSpPr>
        <p:grpSpPr>
          <a:xfrm>
            <a:off x="5097753" y="1560284"/>
            <a:ext cx="336779" cy="341145"/>
            <a:chOff x="3906683" y="713190"/>
            <a:chExt cx="470494" cy="476593"/>
          </a:xfrm>
        </p:grpSpPr>
        <p:sp>
          <p:nvSpPr>
            <p:cNvPr id="1640" name="Google Shape;1640;p41"/>
            <p:cNvSpPr/>
            <p:nvPr/>
          </p:nvSpPr>
          <p:spPr>
            <a:xfrm>
              <a:off x="4044016" y="1026044"/>
              <a:ext cx="150100" cy="13676"/>
            </a:xfrm>
            <a:custGeom>
              <a:rect b="b" l="l" r="r" t="t"/>
              <a:pathLst>
                <a:path extrusionOk="0" h="361" w="3962">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1"/>
            <p:cNvSpPr/>
            <p:nvPr/>
          </p:nvSpPr>
          <p:spPr>
            <a:xfrm>
              <a:off x="3971391" y="1026044"/>
              <a:ext cx="52774" cy="13676"/>
            </a:xfrm>
            <a:custGeom>
              <a:rect b="b" l="l" r="r" t="t"/>
              <a:pathLst>
                <a:path extrusionOk="0" h="361" w="1393">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1"/>
            <p:cNvSpPr/>
            <p:nvPr/>
          </p:nvSpPr>
          <p:spPr>
            <a:xfrm>
              <a:off x="3970785" y="1052147"/>
              <a:ext cx="225075" cy="13676"/>
            </a:xfrm>
            <a:custGeom>
              <a:rect b="b" l="l" r="r" t="t"/>
              <a:pathLst>
                <a:path extrusionOk="0" h="361" w="5941">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1"/>
            <p:cNvSpPr/>
            <p:nvPr/>
          </p:nvSpPr>
          <p:spPr>
            <a:xfrm>
              <a:off x="4132213" y="1076961"/>
              <a:ext cx="62927" cy="13676"/>
            </a:xfrm>
            <a:custGeom>
              <a:rect b="b" l="l" r="r" t="t"/>
              <a:pathLst>
                <a:path extrusionOk="0" h="361" w="1661">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1"/>
            <p:cNvSpPr/>
            <p:nvPr/>
          </p:nvSpPr>
          <p:spPr>
            <a:xfrm>
              <a:off x="3972376" y="1076923"/>
              <a:ext cx="139530" cy="13714"/>
            </a:xfrm>
            <a:custGeom>
              <a:rect b="b" l="l" r="r" t="t"/>
              <a:pathLst>
                <a:path extrusionOk="0" h="362" w="3683">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1"/>
            <p:cNvSpPr/>
            <p:nvPr/>
          </p:nvSpPr>
          <p:spPr>
            <a:xfrm>
              <a:off x="3971239" y="891969"/>
              <a:ext cx="124187" cy="95622"/>
            </a:xfrm>
            <a:custGeom>
              <a:rect b="b" l="l" r="r" t="t"/>
              <a:pathLst>
                <a:path extrusionOk="0" h="2524" w="3278">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1"/>
            <p:cNvSpPr/>
            <p:nvPr/>
          </p:nvSpPr>
          <p:spPr>
            <a:xfrm>
              <a:off x="3971239" y="788960"/>
              <a:ext cx="273189" cy="63382"/>
            </a:xfrm>
            <a:custGeom>
              <a:rect b="b" l="l" r="r" t="t"/>
              <a:pathLst>
                <a:path extrusionOk="0" h="1673" w="7211">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1"/>
            <p:cNvSpPr/>
            <p:nvPr/>
          </p:nvSpPr>
          <p:spPr>
            <a:xfrm>
              <a:off x="4238101" y="930498"/>
              <a:ext cx="116762" cy="42204"/>
            </a:xfrm>
            <a:custGeom>
              <a:rect b="b" l="l" r="r" t="t"/>
              <a:pathLst>
                <a:path extrusionOk="0" h="1114" w="3082">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1"/>
            <p:cNvSpPr/>
            <p:nvPr/>
          </p:nvSpPr>
          <p:spPr>
            <a:xfrm>
              <a:off x="3906683" y="713190"/>
              <a:ext cx="470494" cy="476593"/>
            </a:xfrm>
            <a:custGeom>
              <a:rect b="b" l="l" r="r" t="t"/>
              <a:pathLst>
                <a:path extrusionOk="0" h="12580" w="12419">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1"/>
            <p:cNvSpPr/>
            <p:nvPr/>
          </p:nvSpPr>
          <p:spPr>
            <a:xfrm>
              <a:off x="4288526" y="1086849"/>
              <a:ext cx="65579" cy="13714"/>
            </a:xfrm>
            <a:custGeom>
              <a:rect b="b" l="l" r="r" t="t"/>
              <a:pathLst>
                <a:path extrusionOk="0" h="362" w="1731">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1"/>
            <p:cNvSpPr/>
            <p:nvPr/>
          </p:nvSpPr>
          <p:spPr>
            <a:xfrm>
              <a:off x="4237647" y="1086849"/>
              <a:ext cx="32846" cy="13714"/>
            </a:xfrm>
            <a:custGeom>
              <a:rect b="b" l="l" r="r" t="t"/>
              <a:pathLst>
                <a:path extrusionOk="0" h="362" w="867">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1"/>
            <p:cNvSpPr/>
            <p:nvPr/>
          </p:nvSpPr>
          <p:spPr>
            <a:xfrm>
              <a:off x="4238594" y="1109239"/>
              <a:ext cx="114981" cy="13639"/>
            </a:xfrm>
            <a:custGeom>
              <a:rect b="b" l="l" r="r" t="t"/>
              <a:pathLst>
                <a:path extrusionOk="0" h="360" w="3035">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1"/>
            <p:cNvSpPr/>
            <p:nvPr/>
          </p:nvSpPr>
          <p:spPr>
            <a:xfrm>
              <a:off x="4238139" y="1002442"/>
              <a:ext cx="54668" cy="49743"/>
            </a:xfrm>
            <a:custGeom>
              <a:rect b="b" l="l" r="r" t="t"/>
              <a:pathLst>
                <a:path extrusionOk="0" h="1313" w="1443">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1"/>
            <p:cNvSpPr/>
            <p:nvPr/>
          </p:nvSpPr>
          <p:spPr>
            <a:xfrm>
              <a:off x="4300157" y="1002404"/>
              <a:ext cx="54706" cy="49743"/>
            </a:xfrm>
            <a:custGeom>
              <a:rect b="b" l="l" r="r" t="t"/>
              <a:pathLst>
                <a:path extrusionOk="0" h="1313" w="1444">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41"/>
          <p:cNvGrpSpPr/>
          <p:nvPr/>
        </p:nvGrpSpPr>
        <p:grpSpPr>
          <a:xfrm>
            <a:off x="1901656" y="1560365"/>
            <a:ext cx="284360" cy="341145"/>
            <a:chOff x="3198385" y="713303"/>
            <a:chExt cx="397262" cy="476593"/>
          </a:xfrm>
        </p:grpSpPr>
        <p:sp>
          <p:nvSpPr>
            <p:cNvPr id="1655" name="Google Shape;1655;p41"/>
            <p:cNvSpPr/>
            <p:nvPr/>
          </p:nvSpPr>
          <p:spPr>
            <a:xfrm>
              <a:off x="3198385" y="713303"/>
              <a:ext cx="397262" cy="476593"/>
            </a:xfrm>
            <a:custGeom>
              <a:rect b="b" l="l" r="r" t="t"/>
              <a:pathLst>
                <a:path extrusionOk="0" h="12580" w="10486">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1"/>
            <p:cNvSpPr/>
            <p:nvPr/>
          </p:nvSpPr>
          <p:spPr>
            <a:xfrm>
              <a:off x="3252674" y="1008882"/>
              <a:ext cx="56562" cy="60995"/>
            </a:xfrm>
            <a:custGeom>
              <a:rect b="b" l="l" r="r" t="t"/>
              <a:pathLst>
                <a:path extrusionOk="0" h="1610" w="1493">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1"/>
            <p:cNvSpPr/>
            <p:nvPr/>
          </p:nvSpPr>
          <p:spPr>
            <a:xfrm>
              <a:off x="3329467" y="1008920"/>
              <a:ext cx="56676" cy="60957"/>
            </a:xfrm>
            <a:custGeom>
              <a:rect b="b" l="l" r="r" t="t"/>
              <a:pathLst>
                <a:path extrusionOk="0" h="1609" w="1496">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1"/>
            <p:cNvSpPr/>
            <p:nvPr/>
          </p:nvSpPr>
          <p:spPr>
            <a:xfrm>
              <a:off x="3407814"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1"/>
            <p:cNvSpPr/>
            <p:nvPr/>
          </p:nvSpPr>
          <p:spPr>
            <a:xfrm>
              <a:off x="3484796"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1"/>
            <p:cNvSpPr/>
            <p:nvPr/>
          </p:nvSpPr>
          <p:spPr>
            <a:xfrm>
              <a:off x="3342424" y="807220"/>
              <a:ext cx="109260" cy="154343"/>
            </a:xfrm>
            <a:custGeom>
              <a:rect b="b" l="l" r="r" t="t"/>
              <a:pathLst>
                <a:path extrusionOk="0" h="4074" w="2884">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1"/>
            <p:cNvSpPr/>
            <p:nvPr/>
          </p:nvSpPr>
          <p:spPr>
            <a:xfrm>
              <a:off x="3387735" y="903637"/>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5" name="Shape 1665"/>
        <p:cNvGrpSpPr/>
        <p:nvPr/>
      </p:nvGrpSpPr>
      <p:grpSpPr>
        <a:xfrm>
          <a:off x="0" y="0"/>
          <a:ext cx="0" cy="0"/>
          <a:chOff x="0" y="0"/>
          <a:chExt cx="0" cy="0"/>
        </a:xfrm>
      </p:grpSpPr>
      <p:sp>
        <p:nvSpPr>
          <p:cNvPr id="1666" name="Google Shape;1666;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this topic about?</a:t>
            </a:r>
            <a:endParaRPr/>
          </a:p>
        </p:txBody>
      </p:sp>
      <p:sp>
        <p:nvSpPr>
          <p:cNvPr id="1667" name="Google Shape;1667;p42"/>
          <p:cNvSpPr txBox="1"/>
          <p:nvPr>
            <p:ph idx="6" type="subTitle"/>
          </p:nvPr>
        </p:nvSpPr>
        <p:spPr>
          <a:xfrm>
            <a:off x="6448972"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668" name="Google Shape;1668;p42"/>
          <p:cNvSpPr txBox="1"/>
          <p:nvPr>
            <p:ph idx="1" type="subTitle"/>
          </p:nvPr>
        </p:nvSpPr>
        <p:spPr>
          <a:xfrm>
            <a:off x="720000"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closest planet to the Sun and the </a:t>
            </a:r>
            <a:r>
              <a:rPr b="1" lang="en"/>
              <a:t>smallest</a:t>
            </a:r>
            <a:r>
              <a:rPr lang="en"/>
              <a:t> in the Solar System</a:t>
            </a:r>
            <a:endParaRPr/>
          </a:p>
        </p:txBody>
      </p:sp>
      <p:sp>
        <p:nvSpPr>
          <p:cNvPr id="1669" name="Google Shape;1669;p42"/>
          <p:cNvSpPr txBox="1"/>
          <p:nvPr>
            <p:ph idx="2" type="subTitle"/>
          </p:nvPr>
        </p:nvSpPr>
        <p:spPr>
          <a:xfrm>
            <a:off x="3584484"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670" name="Google Shape;1670;p42"/>
          <p:cNvSpPr txBox="1"/>
          <p:nvPr>
            <p:ph idx="3" type="subTitle"/>
          </p:nvPr>
        </p:nvSpPr>
        <p:spPr>
          <a:xfrm>
            <a:off x="6448975"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a:t>
            </a:r>
            <a:r>
              <a:rPr b="1" lang="en"/>
              <a:t>cold place.</a:t>
            </a:r>
            <a:r>
              <a:rPr lang="en"/>
              <a:t> It’s full of iron oxide dust</a:t>
            </a:r>
            <a:endParaRPr/>
          </a:p>
        </p:txBody>
      </p:sp>
      <p:sp>
        <p:nvSpPr>
          <p:cNvPr id="1671" name="Google Shape;1671;p42"/>
          <p:cNvSpPr txBox="1"/>
          <p:nvPr>
            <p:ph idx="4" type="subTitle"/>
          </p:nvPr>
        </p:nvSpPr>
        <p:spPr>
          <a:xfrm>
            <a:off x="720000"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672" name="Google Shape;1672;p42"/>
          <p:cNvSpPr txBox="1"/>
          <p:nvPr>
            <p:ph idx="5" type="subTitle"/>
          </p:nvPr>
        </p:nvSpPr>
        <p:spPr>
          <a:xfrm>
            <a:off x="3584483"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grpSp>
        <p:nvGrpSpPr>
          <p:cNvPr id="1673" name="Google Shape;1673;p42"/>
          <p:cNvGrpSpPr/>
          <p:nvPr/>
        </p:nvGrpSpPr>
        <p:grpSpPr>
          <a:xfrm>
            <a:off x="812448" y="1849801"/>
            <a:ext cx="341227" cy="302177"/>
            <a:chOff x="713167" y="740543"/>
            <a:chExt cx="476707" cy="422153"/>
          </a:xfrm>
        </p:grpSpPr>
        <p:sp>
          <p:nvSpPr>
            <p:cNvPr id="1674" name="Google Shape;1674;p42"/>
            <p:cNvSpPr/>
            <p:nvPr/>
          </p:nvSpPr>
          <p:spPr>
            <a:xfrm>
              <a:off x="713167" y="740543"/>
              <a:ext cx="476707" cy="422153"/>
            </a:xfrm>
            <a:custGeom>
              <a:rect b="b" l="l" r="r" t="t"/>
              <a:pathLst>
                <a:path extrusionOk="0" h="11143" w="12583">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2"/>
            <p:cNvSpPr/>
            <p:nvPr/>
          </p:nvSpPr>
          <p:spPr>
            <a:xfrm>
              <a:off x="756621" y="834914"/>
              <a:ext cx="37468" cy="13676"/>
            </a:xfrm>
            <a:custGeom>
              <a:rect b="b" l="l" r="r" t="t"/>
              <a:pathLst>
                <a:path extrusionOk="0" h="361" w="989">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2"/>
            <p:cNvSpPr/>
            <p:nvPr/>
          </p:nvSpPr>
          <p:spPr>
            <a:xfrm>
              <a:off x="756583" y="869617"/>
              <a:ext cx="37506" cy="13714"/>
            </a:xfrm>
            <a:custGeom>
              <a:rect b="b" l="l" r="r" t="t"/>
              <a:pathLst>
                <a:path extrusionOk="0" h="362" w="99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2"/>
            <p:cNvSpPr/>
            <p:nvPr/>
          </p:nvSpPr>
          <p:spPr>
            <a:xfrm>
              <a:off x="756583" y="904395"/>
              <a:ext cx="37506" cy="13676"/>
            </a:xfrm>
            <a:custGeom>
              <a:rect b="b" l="l" r="r" t="t"/>
              <a:pathLst>
                <a:path extrusionOk="0" h="361" w="99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2"/>
            <p:cNvSpPr/>
            <p:nvPr/>
          </p:nvSpPr>
          <p:spPr>
            <a:xfrm>
              <a:off x="756621" y="939136"/>
              <a:ext cx="37468" cy="13676"/>
            </a:xfrm>
            <a:custGeom>
              <a:rect b="b" l="l" r="r" t="t"/>
              <a:pathLst>
                <a:path extrusionOk="0" h="361" w="989">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2"/>
            <p:cNvSpPr/>
            <p:nvPr/>
          </p:nvSpPr>
          <p:spPr>
            <a:xfrm>
              <a:off x="756583" y="975164"/>
              <a:ext cx="37506" cy="13676"/>
            </a:xfrm>
            <a:custGeom>
              <a:rect b="b" l="l" r="r" t="t"/>
              <a:pathLst>
                <a:path extrusionOk="0" h="361" w="99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2"/>
            <p:cNvSpPr/>
            <p:nvPr/>
          </p:nvSpPr>
          <p:spPr>
            <a:xfrm>
              <a:off x="756621" y="1009905"/>
              <a:ext cx="37468" cy="13676"/>
            </a:xfrm>
            <a:custGeom>
              <a:rect b="b" l="l" r="r" t="t"/>
              <a:pathLst>
                <a:path extrusionOk="0" h="361" w="989">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2"/>
            <p:cNvSpPr/>
            <p:nvPr/>
          </p:nvSpPr>
          <p:spPr>
            <a:xfrm>
              <a:off x="756583" y="1044645"/>
              <a:ext cx="37506" cy="13714"/>
            </a:xfrm>
            <a:custGeom>
              <a:rect b="b" l="l" r="r" t="t"/>
              <a:pathLst>
                <a:path extrusionOk="0" h="362" w="99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2"/>
            <p:cNvSpPr/>
            <p:nvPr/>
          </p:nvSpPr>
          <p:spPr>
            <a:xfrm>
              <a:off x="756621" y="1079424"/>
              <a:ext cx="37468" cy="13676"/>
            </a:xfrm>
            <a:custGeom>
              <a:rect b="b" l="l" r="r" t="t"/>
              <a:pathLst>
                <a:path extrusionOk="0" h="361" w="989">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2"/>
            <p:cNvSpPr/>
            <p:nvPr/>
          </p:nvSpPr>
          <p:spPr>
            <a:xfrm>
              <a:off x="756621" y="1114202"/>
              <a:ext cx="37468" cy="13639"/>
            </a:xfrm>
            <a:custGeom>
              <a:rect b="b" l="l" r="r" t="t"/>
              <a:pathLst>
                <a:path extrusionOk="0" h="360" w="989">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2"/>
            <p:cNvSpPr/>
            <p:nvPr/>
          </p:nvSpPr>
          <p:spPr>
            <a:xfrm>
              <a:off x="931309" y="834497"/>
              <a:ext cx="43681" cy="84029"/>
            </a:xfrm>
            <a:custGeom>
              <a:rect b="b" l="l" r="r" t="t"/>
              <a:pathLst>
                <a:path extrusionOk="0" h="2218" w="1153">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2"/>
            <p:cNvSpPr/>
            <p:nvPr/>
          </p:nvSpPr>
          <p:spPr>
            <a:xfrm>
              <a:off x="985598" y="837869"/>
              <a:ext cx="34097" cy="77248"/>
            </a:xfrm>
            <a:custGeom>
              <a:rect b="b" l="l" r="r" t="t"/>
              <a:pathLst>
                <a:path extrusionOk="0" h="2039" w="90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2"/>
            <p:cNvSpPr/>
            <p:nvPr/>
          </p:nvSpPr>
          <p:spPr>
            <a:xfrm>
              <a:off x="886605" y="837869"/>
              <a:ext cx="34021" cy="77248"/>
            </a:xfrm>
            <a:custGeom>
              <a:rect b="b" l="l" r="r" t="t"/>
              <a:pathLst>
                <a:path extrusionOk="0" h="2039" w="898">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2"/>
            <p:cNvSpPr/>
            <p:nvPr/>
          </p:nvSpPr>
          <p:spPr>
            <a:xfrm>
              <a:off x="886643" y="939136"/>
              <a:ext cx="173097" cy="13676"/>
            </a:xfrm>
            <a:custGeom>
              <a:rect b="b" l="l" r="r" t="t"/>
              <a:pathLst>
                <a:path extrusionOk="0" h="361" w="4569">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2"/>
            <p:cNvSpPr/>
            <p:nvPr/>
          </p:nvSpPr>
          <p:spPr>
            <a:xfrm>
              <a:off x="887135" y="975126"/>
              <a:ext cx="44629" cy="13714"/>
            </a:xfrm>
            <a:custGeom>
              <a:rect b="b" l="l" r="r" t="t"/>
              <a:pathLst>
                <a:path extrusionOk="0" h="362" w="1178">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2"/>
            <p:cNvSpPr/>
            <p:nvPr/>
          </p:nvSpPr>
          <p:spPr>
            <a:xfrm>
              <a:off x="954608" y="975164"/>
              <a:ext cx="44591" cy="13676"/>
            </a:xfrm>
            <a:custGeom>
              <a:rect b="b" l="l" r="r" t="t"/>
              <a:pathLst>
                <a:path extrusionOk="0" h="361" w="1177">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2"/>
            <p:cNvSpPr/>
            <p:nvPr/>
          </p:nvSpPr>
          <p:spPr>
            <a:xfrm>
              <a:off x="999199" y="1009943"/>
              <a:ext cx="44553" cy="13676"/>
            </a:xfrm>
            <a:custGeom>
              <a:rect b="b" l="l" r="r" t="t"/>
              <a:pathLst>
                <a:path extrusionOk="0" h="361" w="1176">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2"/>
            <p:cNvSpPr/>
            <p:nvPr/>
          </p:nvSpPr>
          <p:spPr>
            <a:xfrm>
              <a:off x="999199" y="1079424"/>
              <a:ext cx="44553" cy="13676"/>
            </a:xfrm>
            <a:custGeom>
              <a:rect b="b" l="l" r="r" t="t"/>
              <a:pathLst>
                <a:path extrusionOk="0" h="361" w="1176">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2"/>
            <p:cNvSpPr/>
            <p:nvPr/>
          </p:nvSpPr>
          <p:spPr>
            <a:xfrm>
              <a:off x="887741" y="1114202"/>
              <a:ext cx="95432" cy="13639"/>
            </a:xfrm>
            <a:custGeom>
              <a:rect b="b" l="l" r="r" t="t"/>
              <a:pathLst>
                <a:path extrusionOk="0" h="360" w="2519">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2"/>
            <p:cNvSpPr/>
            <p:nvPr/>
          </p:nvSpPr>
          <p:spPr>
            <a:xfrm>
              <a:off x="887741" y="1009943"/>
              <a:ext cx="95394" cy="13676"/>
            </a:xfrm>
            <a:custGeom>
              <a:rect b="b" l="l" r="r" t="t"/>
              <a:pathLst>
                <a:path extrusionOk="0" h="361" w="2518">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2"/>
            <p:cNvSpPr/>
            <p:nvPr/>
          </p:nvSpPr>
          <p:spPr>
            <a:xfrm>
              <a:off x="1059777" y="1009943"/>
              <a:ext cx="95432" cy="13676"/>
            </a:xfrm>
            <a:custGeom>
              <a:rect b="b" l="l" r="r" t="t"/>
              <a:pathLst>
                <a:path extrusionOk="0" h="361" w="2519">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2"/>
            <p:cNvSpPr/>
            <p:nvPr/>
          </p:nvSpPr>
          <p:spPr>
            <a:xfrm>
              <a:off x="886984" y="1044645"/>
              <a:ext cx="32695" cy="13714"/>
            </a:xfrm>
            <a:custGeom>
              <a:rect b="b" l="l" r="r" t="t"/>
              <a:pathLst>
                <a:path extrusionOk="0" h="362" w="863">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2"/>
            <p:cNvSpPr/>
            <p:nvPr/>
          </p:nvSpPr>
          <p:spPr>
            <a:xfrm>
              <a:off x="935325" y="1044645"/>
              <a:ext cx="161996" cy="13714"/>
            </a:xfrm>
            <a:custGeom>
              <a:rect b="b" l="l" r="r" t="t"/>
              <a:pathLst>
                <a:path extrusionOk="0" h="362" w="4276">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2"/>
            <p:cNvSpPr/>
            <p:nvPr/>
          </p:nvSpPr>
          <p:spPr>
            <a:xfrm>
              <a:off x="887741" y="1079424"/>
              <a:ext cx="95394" cy="13676"/>
            </a:xfrm>
            <a:custGeom>
              <a:rect b="b" l="l" r="r" t="t"/>
              <a:pathLst>
                <a:path extrusionOk="0" h="361" w="2518">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42"/>
          <p:cNvGrpSpPr/>
          <p:nvPr/>
        </p:nvGrpSpPr>
        <p:grpSpPr>
          <a:xfrm>
            <a:off x="3677207" y="1855441"/>
            <a:ext cx="341661" cy="290896"/>
            <a:chOff x="2335403" y="748460"/>
            <a:chExt cx="477313" cy="406392"/>
          </a:xfrm>
        </p:grpSpPr>
        <p:sp>
          <p:nvSpPr>
            <p:cNvPr id="1699" name="Google Shape;1699;p42"/>
            <p:cNvSpPr/>
            <p:nvPr/>
          </p:nvSpPr>
          <p:spPr>
            <a:xfrm>
              <a:off x="2419697" y="928793"/>
              <a:ext cx="35044" cy="13676"/>
            </a:xfrm>
            <a:custGeom>
              <a:rect b="b" l="l" r="r" t="t"/>
              <a:pathLst>
                <a:path extrusionOk="0" h="361" w="925">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2"/>
            <p:cNvSpPr/>
            <p:nvPr/>
          </p:nvSpPr>
          <p:spPr>
            <a:xfrm>
              <a:off x="2466106" y="928793"/>
              <a:ext cx="51713" cy="13676"/>
            </a:xfrm>
            <a:custGeom>
              <a:rect b="b" l="l" r="r" t="t"/>
              <a:pathLst>
                <a:path extrusionOk="0" h="361" w="1365">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2"/>
            <p:cNvSpPr/>
            <p:nvPr/>
          </p:nvSpPr>
          <p:spPr>
            <a:xfrm>
              <a:off x="2420152" y="900266"/>
              <a:ext cx="80354" cy="13676"/>
            </a:xfrm>
            <a:custGeom>
              <a:rect b="b" l="l" r="r" t="t"/>
              <a:pathLst>
                <a:path extrusionOk="0" h="361" w="2121">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2"/>
            <p:cNvSpPr/>
            <p:nvPr/>
          </p:nvSpPr>
          <p:spPr>
            <a:xfrm>
              <a:off x="2419659" y="871700"/>
              <a:ext cx="35044" cy="13676"/>
            </a:xfrm>
            <a:custGeom>
              <a:rect b="b" l="l" r="r" t="t"/>
              <a:pathLst>
                <a:path extrusionOk="0" h="361" w="925">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2"/>
            <p:cNvSpPr/>
            <p:nvPr/>
          </p:nvSpPr>
          <p:spPr>
            <a:xfrm>
              <a:off x="2466485" y="871700"/>
              <a:ext cx="84597" cy="13676"/>
            </a:xfrm>
            <a:custGeom>
              <a:rect b="b" l="l" r="r" t="t"/>
              <a:pathLst>
                <a:path extrusionOk="0" h="361" w="2233">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2"/>
            <p:cNvSpPr/>
            <p:nvPr/>
          </p:nvSpPr>
          <p:spPr>
            <a:xfrm>
              <a:off x="2428714" y="978953"/>
              <a:ext cx="61828" cy="72171"/>
            </a:xfrm>
            <a:custGeom>
              <a:rect b="b" l="l" r="r" t="t"/>
              <a:pathLst>
                <a:path extrusionOk="0" h="1905" w="1632">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2"/>
            <p:cNvSpPr/>
            <p:nvPr/>
          </p:nvSpPr>
          <p:spPr>
            <a:xfrm>
              <a:off x="2492701" y="998388"/>
              <a:ext cx="48265" cy="52660"/>
            </a:xfrm>
            <a:custGeom>
              <a:rect b="b" l="l" r="r" t="t"/>
              <a:pathLst>
                <a:path extrusionOk="0" h="1390" w="1274">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2"/>
            <p:cNvSpPr/>
            <p:nvPr/>
          </p:nvSpPr>
          <p:spPr>
            <a:xfrm>
              <a:off x="2597264" y="977437"/>
              <a:ext cx="36635" cy="75164"/>
            </a:xfrm>
            <a:custGeom>
              <a:rect b="b" l="l" r="r" t="t"/>
              <a:pathLst>
                <a:path extrusionOk="0" h="1984" w="967">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2"/>
            <p:cNvSpPr/>
            <p:nvPr/>
          </p:nvSpPr>
          <p:spPr>
            <a:xfrm>
              <a:off x="2692507" y="977513"/>
              <a:ext cx="36673" cy="75126"/>
            </a:xfrm>
            <a:custGeom>
              <a:rect b="b" l="l" r="r" t="t"/>
              <a:pathLst>
                <a:path extrusionOk="0" h="1983" w="968">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2"/>
            <p:cNvSpPr/>
            <p:nvPr/>
          </p:nvSpPr>
          <p:spPr>
            <a:xfrm>
              <a:off x="2643749" y="978536"/>
              <a:ext cx="39249" cy="72891"/>
            </a:xfrm>
            <a:custGeom>
              <a:rect b="b" l="l" r="r" t="t"/>
              <a:pathLst>
                <a:path extrusionOk="0" h="1924" w="1036">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2"/>
            <p:cNvSpPr/>
            <p:nvPr/>
          </p:nvSpPr>
          <p:spPr>
            <a:xfrm>
              <a:off x="2335403" y="748460"/>
              <a:ext cx="477313" cy="406392"/>
            </a:xfrm>
            <a:custGeom>
              <a:rect b="b" l="l" r="r" t="t"/>
              <a:pathLst>
                <a:path extrusionOk="0" h="10727" w="12599">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2"/>
            <p:cNvSpPr/>
            <p:nvPr/>
          </p:nvSpPr>
          <p:spPr>
            <a:xfrm>
              <a:off x="2716147" y="788278"/>
              <a:ext cx="60540" cy="53418"/>
            </a:xfrm>
            <a:custGeom>
              <a:rect b="b" l="l" r="r" t="t"/>
              <a:pathLst>
                <a:path extrusionOk="0" h="1410" w="1598">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42"/>
          <p:cNvGrpSpPr/>
          <p:nvPr/>
        </p:nvGrpSpPr>
        <p:grpSpPr>
          <a:xfrm>
            <a:off x="6542379" y="1830303"/>
            <a:ext cx="340332" cy="341173"/>
            <a:chOff x="1558836" y="713303"/>
            <a:chExt cx="475457" cy="476631"/>
          </a:xfrm>
        </p:grpSpPr>
        <p:sp>
          <p:nvSpPr>
            <p:cNvPr id="1712" name="Google Shape;1712;p42"/>
            <p:cNvSpPr/>
            <p:nvPr/>
          </p:nvSpPr>
          <p:spPr>
            <a:xfrm>
              <a:off x="1611458" y="819874"/>
              <a:ext cx="39855" cy="85128"/>
            </a:xfrm>
            <a:custGeom>
              <a:rect b="b" l="l" r="r" t="t"/>
              <a:pathLst>
                <a:path extrusionOk="0" h="2247" w="1052">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2"/>
            <p:cNvSpPr/>
            <p:nvPr/>
          </p:nvSpPr>
          <p:spPr>
            <a:xfrm>
              <a:off x="1874873" y="849235"/>
              <a:ext cx="39817" cy="85165"/>
            </a:xfrm>
            <a:custGeom>
              <a:rect b="b" l="l" r="r" t="t"/>
              <a:pathLst>
                <a:path extrusionOk="0" h="2248" w="1051">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2"/>
            <p:cNvSpPr/>
            <p:nvPr/>
          </p:nvSpPr>
          <p:spPr>
            <a:xfrm>
              <a:off x="1673476" y="818813"/>
              <a:ext cx="36067" cy="13639"/>
            </a:xfrm>
            <a:custGeom>
              <a:rect b="b" l="l" r="r" t="t"/>
              <a:pathLst>
                <a:path extrusionOk="0" h="360" w="952">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2"/>
            <p:cNvSpPr/>
            <p:nvPr/>
          </p:nvSpPr>
          <p:spPr>
            <a:xfrm>
              <a:off x="1674348" y="966489"/>
              <a:ext cx="113011" cy="13676"/>
            </a:xfrm>
            <a:custGeom>
              <a:rect b="b" l="l" r="r" t="t"/>
              <a:pathLst>
                <a:path extrusionOk="0" h="361" w="2983">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2"/>
            <p:cNvSpPr/>
            <p:nvPr/>
          </p:nvSpPr>
          <p:spPr>
            <a:xfrm>
              <a:off x="1673476" y="878368"/>
              <a:ext cx="36067" cy="13639"/>
            </a:xfrm>
            <a:custGeom>
              <a:rect b="b" l="l" r="r" t="t"/>
              <a:pathLst>
                <a:path extrusionOk="0" h="360" w="952">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2"/>
            <p:cNvSpPr/>
            <p:nvPr/>
          </p:nvSpPr>
          <p:spPr>
            <a:xfrm>
              <a:off x="1673476" y="906933"/>
              <a:ext cx="36067" cy="13676"/>
            </a:xfrm>
            <a:custGeom>
              <a:rect b="b" l="l" r="r" t="t"/>
              <a:pathLst>
                <a:path extrusionOk="0" h="361" w="952">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2"/>
            <p:cNvSpPr/>
            <p:nvPr/>
          </p:nvSpPr>
          <p:spPr>
            <a:xfrm>
              <a:off x="1771901" y="936673"/>
              <a:ext cx="25156" cy="13714"/>
            </a:xfrm>
            <a:custGeom>
              <a:rect b="b" l="l" r="r" t="t"/>
              <a:pathLst>
                <a:path extrusionOk="0" h="362" w="664">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2"/>
            <p:cNvSpPr/>
            <p:nvPr/>
          </p:nvSpPr>
          <p:spPr>
            <a:xfrm>
              <a:off x="1673931" y="936673"/>
              <a:ext cx="78801" cy="13714"/>
            </a:xfrm>
            <a:custGeom>
              <a:rect b="b" l="l" r="r" t="t"/>
              <a:pathLst>
                <a:path extrusionOk="0" h="362" w="208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2"/>
            <p:cNvSpPr/>
            <p:nvPr/>
          </p:nvSpPr>
          <p:spPr>
            <a:xfrm>
              <a:off x="1728447" y="878368"/>
              <a:ext cx="36029" cy="13639"/>
            </a:xfrm>
            <a:custGeom>
              <a:rect b="b" l="l" r="r" t="t"/>
              <a:pathLst>
                <a:path extrusionOk="0" h="360" w="951">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2"/>
            <p:cNvSpPr/>
            <p:nvPr/>
          </p:nvSpPr>
          <p:spPr>
            <a:xfrm>
              <a:off x="1778152" y="878330"/>
              <a:ext cx="75429" cy="13639"/>
            </a:xfrm>
            <a:custGeom>
              <a:rect b="b" l="l" r="r" t="t"/>
              <a:pathLst>
                <a:path extrusionOk="0" h="360" w="1991">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2"/>
            <p:cNvSpPr/>
            <p:nvPr/>
          </p:nvSpPr>
          <p:spPr>
            <a:xfrm>
              <a:off x="1729773" y="818699"/>
              <a:ext cx="164383" cy="13714"/>
            </a:xfrm>
            <a:custGeom>
              <a:rect b="b" l="l" r="r" t="t"/>
              <a:pathLst>
                <a:path extrusionOk="0" h="362" w="4339">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2"/>
            <p:cNvSpPr/>
            <p:nvPr/>
          </p:nvSpPr>
          <p:spPr>
            <a:xfrm>
              <a:off x="1673097" y="848553"/>
              <a:ext cx="182000" cy="13639"/>
            </a:xfrm>
            <a:custGeom>
              <a:rect b="b" l="l" r="r" t="t"/>
              <a:pathLst>
                <a:path extrusionOk="0" h="360" w="4804">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2"/>
            <p:cNvSpPr/>
            <p:nvPr/>
          </p:nvSpPr>
          <p:spPr>
            <a:xfrm>
              <a:off x="1558836" y="713303"/>
              <a:ext cx="475457" cy="476631"/>
            </a:xfrm>
            <a:custGeom>
              <a:rect b="b" l="l" r="r" t="t"/>
              <a:pathLst>
                <a:path extrusionOk="0" h="12581" w="1255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2"/>
            <p:cNvSpPr/>
            <p:nvPr/>
          </p:nvSpPr>
          <p:spPr>
            <a:xfrm>
              <a:off x="1906431" y="1036614"/>
              <a:ext cx="48341" cy="63760"/>
            </a:xfrm>
            <a:custGeom>
              <a:rect b="b" l="l" r="r" t="t"/>
              <a:pathLst>
                <a:path extrusionOk="0" h="1683" w="1276">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2"/>
            <p:cNvSpPr/>
            <p:nvPr/>
          </p:nvSpPr>
          <p:spPr>
            <a:xfrm>
              <a:off x="1857976" y="1035970"/>
              <a:ext cx="42128" cy="65200"/>
            </a:xfrm>
            <a:custGeom>
              <a:rect b="b" l="l" r="r" t="t"/>
              <a:pathLst>
                <a:path extrusionOk="0" h="1721" w="1112">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2"/>
            <p:cNvSpPr/>
            <p:nvPr/>
          </p:nvSpPr>
          <p:spPr>
            <a:xfrm>
              <a:off x="1964433" y="1035932"/>
              <a:ext cx="42962" cy="65200"/>
            </a:xfrm>
            <a:custGeom>
              <a:rect b="b" l="l" r="r" t="t"/>
              <a:pathLst>
                <a:path extrusionOk="0" h="1721" w="1134">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1" name="Shape 1731"/>
        <p:cNvGrpSpPr/>
        <p:nvPr/>
      </p:nvGrpSpPr>
      <p:grpSpPr>
        <a:xfrm>
          <a:off x="0" y="0"/>
          <a:ext cx="0" cy="0"/>
          <a:chOff x="0" y="0"/>
          <a:chExt cx="0" cy="0"/>
        </a:xfrm>
      </p:grpSpPr>
      <p:sp>
        <p:nvSpPr>
          <p:cNvPr id="1732" name="Google Shape;1732;p43"/>
          <p:cNvSpPr txBox="1"/>
          <p:nvPr>
            <p:ph idx="2" type="subTitle"/>
          </p:nvPr>
        </p:nvSpPr>
        <p:spPr>
          <a:xfrm>
            <a:off x="5237152" y="1935218"/>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farthest planet from the Sun</a:t>
            </a:r>
            <a:endParaRPr/>
          </a:p>
        </p:txBody>
      </p:sp>
      <p:sp>
        <p:nvSpPr>
          <p:cNvPr id="1733" name="Google Shape;1733;p43"/>
          <p:cNvSpPr txBox="1"/>
          <p:nvPr>
            <p:ph idx="8" type="subTitle"/>
          </p:nvPr>
        </p:nvSpPr>
        <p:spPr>
          <a:xfrm>
            <a:off x="5237150" y="3231981"/>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34" name="Google Shape;1734;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1735" name="Google Shape;1735;p43"/>
          <p:cNvSpPr txBox="1"/>
          <p:nvPr>
            <p:ph idx="5" type="subTitle"/>
          </p:nvPr>
        </p:nvSpPr>
        <p:spPr>
          <a:xfrm>
            <a:off x="1804750" y="1605775"/>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36" name="Google Shape;1736;p43"/>
          <p:cNvSpPr txBox="1"/>
          <p:nvPr>
            <p:ph idx="6" type="subTitle"/>
          </p:nvPr>
        </p:nvSpPr>
        <p:spPr>
          <a:xfrm>
            <a:off x="5237150" y="1605775"/>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737" name="Google Shape;1737;p43"/>
          <p:cNvSpPr txBox="1"/>
          <p:nvPr>
            <p:ph idx="3" type="subTitle"/>
          </p:nvPr>
        </p:nvSpPr>
        <p:spPr>
          <a:xfrm>
            <a:off x="1804750" y="3561374"/>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738" name="Google Shape;1738;p43"/>
          <p:cNvSpPr txBox="1"/>
          <p:nvPr>
            <p:ph idx="4" type="subTitle"/>
          </p:nvPr>
        </p:nvSpPr>
        <p:spPr>
          <a:xfrm>
            <a:off x="5237152" y="3561374"/>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a:t>
            </a:r>
            <a:r>
              <a:rPr b="1" lang="en"/>
              <a:t> gas giant </a:t>
            </a:r>
            <a:r>
              <a:rPr lang="en"/>
              <a:t>and has several rings</a:t>
            </a:r>
            <a:endParaRPr/>
          </a:p>
        </p:txBody>
      </p:sp>
      <p:sp>
        <p:nvSpPr>
          <p:cNvPr id="1739" name="Google Shape;1739;p43"/>
          <p:cNvSpPr txBox="1"/>
          <p:nvPr>
            <p:ph idx="7" type="subTitle"/>
          </p:nvPr>
        </p:nvSpPr>
        <p:spPr>
          <a:xfrm>
            <a:off x="1804750" y="3231981"/>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740" name="Google Shape;1740;p43"/>
          <p:cNvSpPr txBox="1"/>
          <p:nvPr>
            <p:ph idx="1" type="subTitle"/>
          </p:nvPr>
        </p:nvSpPr>
        <p:spPr>
          <a:xfrm>
            <a:off x="1804750" y="1935218"/>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a:t>
            </a:r>
            <a:r>
              <a:rPr b="1" lang="en"/>
              <a:t>being red</a:t>
            </a:r>
            <a:r>
              <a:rPr lang="en"/>
              <a:t>, Mars is very cold</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4" name="Shape 1744"/>
        <p:cNvGrpSpPr/>
        <p:nvPr/>
      </p:nvGrpSpPr>
      <p:grpSpPr>
        <a:xfrm>
          <a:off x="0" y="0"/>
          <a:ext cx="0" cy="0"/>
          <a:chOff x="0" y="0"/>
          <a:chExt cx="0" cy="0"/>
        </a:xfrm>
      </p:grpSpPr>
      <p:sp>
        <p:nvSpPr>
          <p:cNvPr id="1745" name="Google Shape;1745;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Examples</a:t>
            </a:r>
            <a:endParaRPr/>
          </a:p>
        </p:txBody>
      </p:sp>
      <p:sp>
        <p:nvSpPr>
          <p:cNvPr id="1746" name="Google Shape;1746;p44"/>
          <p:cNvSpPr txBox="1"/>
          <p:nvPr>
            <p:ph idx="1" type="subTitle"/>
          </p:nvPr>
        </p:nvSpPr>
        <p:spPr>
          <a:xfrm>
            <a:off x="720000"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a:t>
            </a:r>
            <a:r>
              <a:rPr b="1" lang="en"/>
              <a:t>smallest </a:t>
            </a:r>
            <a:r>
              <a:rPr lang="en"/>
              <a:t>in the Solar System</a:t>
            </a:r>
            <a:endParaRPr/>
          </a:p>
        </p:txBody>
      </p:sp>
      <p:sp>
        <p:nvSpPr>
          <p:cNvPr id="1747" name="Google Shape;1747;p44"/>
          <p:cNvSpPr txBox="1"/>
          <p:nvPr>
            <p:ph idx="2" type="subTitle"/>
          </p:nvPr>
        </p:nvSpPr>
        <p:spPr>
          <a:xfrm>
            <a:off x="3584484"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748" name="Google Shape;1748;p44"/>
          <p:cNvSpPr txBox="1"/>
          <p:nvPr>
            <p:ph idx="6" type="subTitle"/>
          </p:nvPr>
        </p:nvSpPr>
        <p:spPr>
          <a:xfrm>
            <a:off x="6448972"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49" name="Google Shape;1749;p44"/>
          <p:cNvSpPr txBox="1"/>
          <p:nvPr>
            <p:ph idx="4" type="subTitle"/>
          </p:nvPr>
        </p:nvSpPr>
        <p:spPr>
          <a:xfrm>
            <a:off x="720000"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50" name="Google Shape;1750;p44"/>
          <p:cNvSpPr txBox="1"/>
          <p:nvPr>
            <p:ph idx="5" type="subTitle"/>
          </p:nvPr>
        </p:nvSpPr>
        <p:spPr>
          <a:xfrm>
            <a:off x="3584483"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51" name="Google Shape;1751;p44"/>
          <p:cNvSpPr txBox="1"/>
          <p:nvPr>
            <p:ph idx="3" type="subTitle"/>
          </p:nvPr>
        </p:nvSpPr>
        <p:spPr>
          <a:xfrm>
            <a:off x="6448975"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a:t>
            </a:r>
            <a:r>
              <a:rPr b="1" lang="en"/>
              <a:t>cold place.</a:t>
            </a:r>
            <a:r>
              <a:rPr lang="en"/>
              <a:t> It’s full of iron oxide dust</a:t>
            </a:r>
            <a:endParaRPr/>
          </a:p>
        </p:txBody>
      </p:sp>
      <p:pic>
        <p:nvPicPr>
          <p:cNvPr id="1752" name="Google Shape;1752;p44"/>
          <p:cNvPicPr preferRelativeResize="0"/>
          <p:nvPr>
            <p:ph idx="7" type="pic"/>
          </p:nvPr>
        </p:nvPicPr>
        <p:blipFill rotWithShape="1">
          <a:blip r:embed="rId3">
            <a:alphaModFix/>
          </a:blip>
          <a:srcRect b="0" l="10431" r="10431" t="0"/>
          <a:stretch/>
        </p:blipFill>
        <p:spPr>
          <a:xfrm>
            <a:off x="720000" y="1236800"/>
            <a:ext cx="1981800" cy="1662300"/>
          </a:xfrm>
          <a:prstGeom prst="snip1Rect">
            <a:avLst>
              <a:gd fmla="val 16667" name="adj"/>
            </a:avLst>
          </a:prstGeom>
        </p:spPr>
      </p:pic>
      <p:pic>
        <p:nvPicPr>
          <p:cNvPr id="1753" name="Google Shape;1753;p44"/>
          <p:cNvPicPr preferRelativeResize="0"/>
          <p:nvPr>
            <p:ph idx="8" type="pic"/>
          </p:nvPr>
        </p:nvPicPr>
        <p:blipFill rotWithShape="1">
          <a:blip r:embed="rId4">
            <a:alphaModFix/>
          </a:blip>
          <a:srcRect b="0" l="16470" r="16470" t="0"/>
          <a:stretch/>
        </p:blipFill>
        <p:spPr>
          <a:xfrm>
            <a:off x="3584475" y="1236800"/>
            <a:ext cx="1981800" cy="1662300"/>
          </a:xfrm>
          <a:prstGeom prst="snip1Rect">
            <a:avLst>
              <a:gd fmla="val 16667" name="adj"/>
            </a:avLst>
          </a:prstGeom>
        </p:spPr>
      </p:pic>
      <p:pic>
        <p:nvPicPr>
          <p:cNvPr id="1754" name="Google Shape;1754;p44"/>
          <p:cNvPicPr preferRelativeResize="0"/>
          <p:nvPr>
            <p:ph idx="9" type="pic"/>
          </p:nvPr>
        </p:nvPicPr>
        <p:blipFill rotWithShape="1">
          <a:blip r:embed="rId5">
            <a:alphaModFix/>
          </a:blip>
          <a:srcRect b="0" l="10889" r="10889" t="0"/>
          <a:stretch/>
        </p:blipFill>
        <p:spPr>
          <a:xfrm>
            <a:off x="6448950" y="1236800"/>
            <a:ext cx="1981800" cy="1662300"/>
          </a:xfrm>
          <a:prstGeom prst="snip1Rect">
            <a:avLst>
              <a:gd fmla="val 16667" name="adj"/>
            </a:avLst>
          </a:prstGeom>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8" name="Shape 1758"/>
        <p:cNvGrpSpPr/>
        <p:nvPr/>
      </p:nvGrpSpPr>
      <p:grpSpPr>
        <a:xfrm>
          <a:off x="0" y="0"/>
          <a:ext cx="0" cy="0"/>
          <a:chOff x="0" y="0"/>
          <a:chExt cx="0" cy="0"/>
        </a:xfrm>
      </p:grpSpPr>
      <p:sp>
        <p:nvSpPr>
          <p:cNvPr id="1759" name="Google Shape;1759;p45"/>
          <p:cNvSpPr txBox="1"/>
          <p:nvPr>
            <p:ph idx="1" type="subTitle"/>
          </p:nvPr>
        </p:nvSpPr>
        <p:spPr>
          <a:xfrm>
            <a:off x="720000"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very cold</a:t>
            </a:r>
            <a:endParaRPr/>
          </a:p>
        </p:txBody>
      </p:sp>
      <p:sp>
        <p:nvSpPr>
          <p:cNvPr id="1760" name="Google Shape;1760;p45"/>
          <p:cNvSpPr txBox="1"/>
          <p:nvPr>
            <p:ph idx="2" type="subTitle"/>
          </p:nvPr>
        </p:nvSpPr>
        <p:spPr>
          <a:xfrm>
            <a:off x="3469872"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761" name="Google Shape;1761;p45"/>
          <p:cNvSpPr txBox="1"/>
          <p:nvPr>
            <p:ph idx="13" type="subTitle"/>
          </p:nvPr>
        </p:nvSpPr>
        <p:spPr>
          <a:xfrm>
            <a:off x="3469873"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62" name="Google Shape;1762;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Recommendations</a:t>
            </a:r>
            <a:endParaRPr/>
          </a:p>
        </p:txBody>
      </p:sp>
      <p:sp>
        <p:nvSpPr>
          <p:cNvPr id="1763" name="Google Shape;1763;p45"/>
          <p:cNvSpPr txBox="1"/>
          <p:nvPr>
            <p:ph idx="7" type="subTitle"/>
          </p:nvPr>
        </p:nvSpPr>
        <p:spPr>
          <a:xfrm>
            <a:off x="720000"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64" name="Google Shape;1764;p45"/>
          <p:cNvSpPr txBox="1"/>
          <p:nvPr>
            <p:ph idx="8" type="subTitle"/>
          </p:nvPr>
        </p:nvSpPr>
        <p:spPr>
          <a:xfrm>
            <a:off x="3469873"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65" name="Google Shape;1765;p45"/>
          <p:cNvSpPr txBox="1"/>
          <p:nvPr>
            <p:ph idx="3" type="subTitle"/>
          </p:nvPr>
        </p:nvSpPr>
        <p:spPr>
          <a:xfrm>
            <a:off x="720000"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766" name="Google Shape;1766;p45"/>
          <p:cNvSpPr txBox="1"/>
          <p:nvPr>
            <p:ph idx="4" type="subTitle"/>
          </p:nvPr>
        </p:nvSpPr>
        <p:spPr>
          <a:xfrm>
            <a:off x="3469872"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767" name="Google Shape;1767;p45"/>
          <p:cNvSpPr txBox="1"/>
          <p:nvPr>
            <p:ph idx="5" type="subTitle"/>
          </p:nvPr>
        </p:nvSpPr>
        <p:spPr>
          <a:xfrm>
            <a:off x="6219751"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1768" name="Google Shape;1768;p45"/>
          <p:cNvSpPr txBox="1"/>
          <p:nvPr>
            <p:ph idx="6" type="subTitle"/>
          </p:nvPr>
        </p:nvSpPr>
        <p:spPr>
          <a:xfrm>
            <a:off x="6219751"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769" name="Google Shape;1769;p45"/>
          <p:cNvSpPr txBox="1"/>
          <p:nvPr>
            <p:ph idx="9" type="subTitle"/>
          </p:nvPr>
        </p:nvSpPr>
        <p:spPr>
          <a:xfrm>
            <a:off x="720000"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70" name="Google Shape;1770;p45"/>
          <p:cNvSpPr txBox="1"/>
          <p:nvPr>
            <p:ph idx="14" type="subTitle"/>
          </p:nvPr>
        </p:nvSpPr>
        <p:spPr>
          <a:xfrm>
            <a:off x="6219752"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771" name="Google Shape;1771;p45"/>
          <p:cNvSpPr txBox="1"/>
          <p:nvPr>
            <p:ph idx="15" type="subTitle"/>
          </p:nvPr>
        </p:nvSpPr>
        <p:spPr>
          <a:xfrm>
            <a:off x="6219752"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grpSp>
        <p:nvGrpSpPr>
          <p:cNvPr id="1772" name="Google Shape;1772;p45"/>
          <p:cNvGrpSpPr/>
          <p:nvPr/>
        </p:nvGrpSpPr>
        <p:grpSpPr>
          <a:xfrm>
            <a:off x="838692" y="3020954"/>
            <a:ext cx="299492" cy="340983"/>
            <a:chOff x="742339" y="1436604"/>
            <a:chExt cx="418402" cy="476366"/>
          </a:xfrm>
        </p:grpSpPr>
        <p:sp>
          <p:nvSpPr>
            <p:cNvPr id="1773" name="Google Shape;1773;p45"/>
            <p:cNvSpPr/>
            <p:nvPr/>
          </p:nvSpPr>
          <p:spPr>
            <a:xfrm>
              <a:off x="836180" y="1697442"/>
              <a:ext cx="98615" cy="215528"/>
            </a:xfrm>
            <a:custGeom>
              <a:rect b="b" l="l" r="r" t="t"/>
              <a:pathLst>
                <a:path extrusionOk="0" h="5689" w="2603">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818487" y="1437664"/>
              <a:ext cx="25686" cy="55502"/>
            </a:xfrm>
            <a:custGeom>
              <a:rect b="b" l="l" r="r" t="t"/>
              <a:pathLst>
                <a:path extrusionOk="0" h="1465" w="678">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875807" y="1510934"/>
              <a:ext cx="22996" cy="55502"/>
            </a:xfrm>
            <a:custGeom>
              <a:rect b="b" l="l" r="r" t="t"/>
              <a:pathLst>
                <a:path extrusionOk="0" h="1465" w="607">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909108" y="1437664"/>
              <a:ext cx="25686" cy="55502"/>
            </a:xfrm>
            <a:custGeom>
              <a:rect b="b" l="l" r="r" t="t"/>
              <a:pathLst>
                <a:path extrusionOk="0" h="1465" w="678">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772116" y="1436604"/>
              <a:ext cx="38529" cy="58078"/>
            </a:xfrm>
            <a:custGeom>
              <a:rect b="b" l="l" r="r" t="t"/>
              <a:pathLst>
                <a:path extrusionOk="0" h="1533" w="1017">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772116" y="1510025"/>
              <a:ext cx="38529" cy="58078"/>
            </a:xfrm>
            <a:custGeom>
              <a:rect b="b" l="l" r="r" t="t"/>
              <a:pathLst>
                <a:path extrusionOk="0" h="1533" w="1017">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825496" y="1509987"/>
              <a:ext cx="38491" cy="58078"/>
            </a:xfrm>
            <a:custGeom>
              <a:rect b="b" l="l" r="r" t="t"/>
              <a:pathLst>
                <a:path extrusionOk="0" h="1533" w="1016">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913655" y="1509987"/>
              <a:ext cx="38529" cy="58078"/>
            </a:xfrm>
            <a:custGeom>
              <a:rect b="b" l="l" r="r" t="t"/>
              <a:pathLst>
                <a:path extrusionOk="0" h="1533" w="1017">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860275" y="1436604"/>
              <a:ext cx="38529" cy="58078"/>
            </a:xfrm>
            <a:custGeom>
              <a:rect b="b" l="l" r="r" t="t"/>
              <a:pathLst>
                <a:path extrusionOk="0" h="1533" w="1017">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954608" y="1436604"/>
              <a:ext cx="38529" cy="58078"/>
            </a:xfrm>
            <a:custGeom>
              <a:rect b="b" l="l" r="r" t="t"/>
              <a:pathLst>
                <a:path extrusionOk="0" h="1533" w="1017">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742339" y="1479944"/>
              <a:ext cx="418402" cy="352937"/>
            </a:xfrm>
            <a:custGeom>
              <a:rect b="b" l="l" r="r" t="t"/>
              <a:pathLst>
                <a:path extrusionOk="0" h="9316" w="11044">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1008367" y="1531051"/>
              <a:ext cx="105169" cy="101039"/>
            </a:xfrm>
            <a:custGeom>
              <a:rect b="b" l="l" r="r" t="t"/>
              <a:pathLst>
                <a:path extrusionOk="0" h="2667" w="2776">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45"/>
          <p:cNvGrpSpPr/>
          <p:nvPr/>
        </p:nvGrpSpPr>
        <p:grpSpPr>
          <a:xfrm>
            <a:off x="817835" y="1319890"/>
            <a:ext cx="341227" cy="289621"/>
            <a:chOff x="7952725" y="749256"/>
            <a:chExt cx="476707" cy="404612"/>
          </a:xfrm>
        </p:grpSpPr>
        <p:sp>
          <p:nvSpPr>
            <p:cNvPr id="1786" name="Google Shape;1786;p45"/>
            <p:cNvSpPr/>
            <p:nvPr/>
          </p:nvSpPr>
          <p:spPr>
            <a:xfrm>
              <a:off x="8164957" y="779147"/>
              <a:ext cx="52243" cy="21367"/>
            </a:xfrm>
            <a:custGeom>
              <a:rect b="b" l="l" r="r" t="t"/>
              <a:pathLst>
                <a:path extrusionOk="0" h="564" w="1379">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8144386" y="749256"/>
              <a:ext cx="93424" cy="29588"/>
            </a:xfrm>
            <a:custGeom>
              <a:rect b="b" l="l" r="r" t="t"/>
              <a:pathLst>
                <a:path extrusionOk="0" h="781" w="2466">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8006333" y="846052"/>
              <a:ext cx="368659" cy="229659"/>
            </a:xfrm>
            <a:custGeom>
              <a:rect b="b" l="l" r="r" t="t"/>
              <a:pathLst>
                <a:path extrusionOk="0" h="6062" w="9731">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7952725" y="812524"/>
              <a:ext cx="476707" cy="341344"/>
            </a:xfrm>
            <a:custGeom>
              <a:rect b="b" l="l" r="r" t="t"/>
              <a:pathLst>
                <a:path extrusionOk="0" h="9010" w="12583">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8039747" y="885756"/>
              <a:ext cx="301716" cy="144266"/>
            </a:xfrm>
            <a:custGeom>
              <a:rect b="b" l="l" r="r" t="t"/>
              <a:pathLst>
                <a:path extrusionOk="0" h="3808" w="7964">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45"/>
          <p:cNvGrpSpPr/>
          <p:nvPr/>
        </p:nvGrpSpPr>
        <p:grpSpPr>
          <a:xfrm>
            <a:off x="6317588" y="3052879"/>
            <a:ext cx="341362" cy="327858"/>
            <a:chOff x="7163051" y="722585"/>
            <a:chExt cx="476896" cy="458030"/>
          </a:xfrm>
        </p:grpSpPr>
        <p:sp>
          <p:nvSpPr>
            <p:cNvPr id="1792" name="Google Shape;1792;p45"/>
            <p:cNvSpPr/>
            <p:nvPr/>
          </p:nvSpPr>
          <p:spPr>
            <a:xfrm>
              <a:off x="7163051" y="722585"/>
              <a:ext cx="476896" cy="458030"/>
            </a:xfrm>
            <a:custGeom>
              <a:rect b="b" l="l" r="r" t="t"/>
              <a:pathLst>
                <a:path extrusionOk="0" h="12090" w="12588">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7293678" y="846961"/>
              <a:ext cx="119451" cy="135439"/>
            </a:xfrm>
            <a:custGeom>
              <a:rect b="b" l="l" r="r" t="t"/>
              <a:pathLst>
                <a:path extrusionOk="0" h="3575" w="3153">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7414342" y="874428"/>
              <a:ext cx="95091" cy="107859"/>
            </a:xfrm>
            <a:custGeom>
              <a:rect b="b" l="l" r="r" t="t"/>
              <a:pathLst>
                <a:path extrusionOk="0" h="2847" w="251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7245072" y="792937"/>
              <a:ext cx="311756" cy="242805"/>
            </a:xfrm>
            <a:custGeom>
              <a:rect b="b" l="l" r="r" t="t"/>
              <a:pathLst>
                <a:path extrusionOk="0" h="6409" w="8229">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 name="Google Shape;1796;p45"/>
          <p:cNvGrpSpPr/>
          <p:nvPr/>
        </p:nvGrpSpPr>
        <p:grpSpPr>
          <a:xfrm>
            <a:off x="6317598" y="1313637"/>
            <a:ext cx="341362" cy="302150"/>
            <a:chOff x="6364624" y="740505"/>
            <a:chExt cx="476896" cy="422115"/>
          </a:xfrm>
        </p:grpSpPr>
        <p:sp>
          <p:nvSpPr>
            <p:cNvPr id="1797" name="Google Shape;1797;p45"/>
            <p:cNvSpPr/>
            <p:nvPr/>
          </p:nvSpPr>
          <p:spPr>
            <a:xfrm>
              <a:off x="6638230" y="799719"/>
              <a:ext cx="143622" cy="142410"/>
            </a:xfrm>
            <a:custGeom>
              <a:rect b="b" l="l" r="r" t="t"/>
              <a:pathLst>
                <a:path extrusionOk="0" h="3759" w="3791">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6693731" y="842529"/>
              <a:ext cx="32960" cy="56903"/>
            </a:xfrm>
            <a:custGeom>
              <a:rect b="b" l="l" r="r" t="t"/>
              <a:pathLst>
                <a:path extrusionOk="0" h="1502" w="87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6729078" y="844575"/>
              <a:ext cx="26785" cy="52736"/>
            </a:xfrm>
            <a:custGeom>
              <a:rect b="b" l="l" r="r" t="t"/>
              <a:pathLst>
                <a:path extrusionOk="0" h="1392" w="707">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6663044" y="844575"/>
              <a:ext cx="26785" cy="52736"/>
            </a:xfrm>
            <a:custGeom>
              <a:rect b="b" l="l" r="r" t="t"/>
              <a:pathLst>
                <a:path extrusionOk="0" h="1392" w="707">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6449487" y="767289"/>
              <a:ext cx="18677" cy="18677"/>
            </a:xfrm>
            <a:custGeom>
              <a:rect b="b" l="l" r="r" t="t"/>
              <a:pathLst>
                <a:path extrusionOk="0" h="493" w="493">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6485212"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6364624" y="740505"/>
              <a:ext cx="476896" cy="422115"/>
            </a:xfrm>
            <a:custGeom>
              <a:rect b="b" l="l" r="r" t="t"/>
              <a:pathLst>
                <a:path extrusionOk="0" h="11142" w="12588">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6483886" y="931331"/>
              <a:ext cx="13714" cy="201927"/>
            </a:xfrm>
            <a:custGeom>
              <a:rect b="b" l="l" r="r" t="t"/>
              <a:pathLst>
                <a:path extrusionOk="0" h="5330" w="362">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6410162" y="949062"/>
              <a:ext cx="51940" cy="13676"/>
            </a:xfrm>
            <a:custGeom>
              <a:rect b="b" l="l" r="r" t="t"/>
              <a:pathLst>
                <a:path extrusionOk="0" h="361" w="1371">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6410162" y="980127"/>
              <a:ext cx="51940" cy="13676"/>
            </a:xfrm>
            <a:custGeom>
              <a:rect b="b" l="l" r="r" t="t"/>
              <a:pathLst>
                <a:path extrusionOk="0" h="361" w="1371">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6410162" y="1009943"/>
              <a:ext cx="51902" cy="13676"/>
            </a:xfrm>
            <a:custGeom>
              <a:rect b="b" l="l" r="r" t="t"/>
              <a:pathLst>
                <a:path extrusionOk="0" h="361" w="137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6410162" y="1040895"/>
              <a:ext cx="51940" cy="13714"/>
            </a:xfrm>
            <a:custGeom>
              <a:rect b="b" l="l" r="r" t="t"/>
              <a:pathLst>
                <a:path extrusionOk="0" h="362" w="1371">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6410162" y="1070748"/>
              <a:ext cx="51940" cy="13639"/>
            </a:xfrm>
            <a:custGeom>
              <a:rect b="b" l="l" r="r" t="t"/>
              <a:pathLst>
                <a:path extrusionOk="0" h="360" w="1371">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6410162" y="1101776"/>
              <a:ext cx="51902" cy="13714"/>
            </a:xfrm>
            <a:custGeom>
              <a:rect b="b" l="l" r="r" t="t"/>
              <a:pathLst>
                <a:path extrusionOk="0" h="362" w="137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45"/>
          <p:cNvGrpSpPr/>
          <p:nvPr/>
        </p:nvGrpSpPr>
        <p:grpSpPr>
          <a:xfrm>
            <a:off x="3567729" y="3065739"/>
            <a:ext cx="341254" cy="302123"/>
            <a:chOff x="5553999" y="740543"/>
            <a:chExt cx="476745" cy="422077"/>
          </a:xfrm>
        </p:grpSpPr>
        <p:sp>
          <p:nvSpPr>
            <p:cNvPr id="1812" name="Google Shape;1812;p45"/>
            <p:cNvSpPr/>
            <p:nvPr/>
          </p:nvSpPr>
          <p:spPr>
            <a:xfrm>
              <a:off x="5553999" y="740543"/>
              <a:ext cx="476745" cy="422077"/>
            </a:xfrm>
            <a:custGeom>
              <a:rect b="b" l="l" r="r" t="t"/>
              <a:pathLst>
                <a:path extrusionOk="0" h="11141" w="12584">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5603022" y="767289"/>
              <a:ext cx="18677" cy="18677"/>
            </a:xfrm>
            <a:custGeom>
              <a:rect b="b" l="l" r="r" t="t"/>
              <a:pathLst>
                <a:path extrusionOk="0" h="493" w="493">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5638710"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5674511" y="767289"/>
              <a:ext cx="18639" cy="18677"/>
            </a:xfrm>
            <a:custGeom>
              <a:rect b="b" l="l" r="r" t="t"/>
              <a:pathLst>
                <a:path extrusionOk="0" h="493" w="492">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5711866" y="985166"/>
              <a:ext cx="53077" cy="61146"/>
            </a:xfrm>
            <a:custGeom>
              <a:rect b="b" l="l" r="r" t="t"/>
              <a:pathLst>
                <a:path extrusionOk="0" h="1614" w="1401">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5861890" y="985810"/>
              <a:ext cx="45955" cy="60275"/>
            </a:xfrm>
            <a:custGeom>
              <a:rect b="b" l="l" r="r" t="t"/>
              <a:pathLst>
                <a:path extrusionOk="0" h="1591" w="1213">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5607417" y="986416"/>
              <a:ext cx="29891" cy="61109"/>
            </a:xfrm>
            <a:custGeom>
              <a:rect b="b" l="l" r="r" t="t"/>
              <a:pathLst>
                <a:path extrusionOk="0" h="1613" w="789">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5833325" y="987894"/>
              <a:ext cx="13714" cy="57661"/>
            </a:xfrm>
            <a:custGeom>
              <a:rect b="b" l="l" r="r" t="t"/>
              <a:pathLst>
                <a:path extrusionOk="0" h="1522" w="362">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5775020" y="987553"/>
              <a:ext cx="45348" cy="59669"/>
            </a:xfrm>
            <a:custGeom>
              <a:rect b="b" l="l" r="r" t="t"/>
              <a:pathLst>
                <a:path extrusionOk="0" h="1575" w="1197">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5909701" y="986795"/>
              <a:ext cx="66678" cy="59820"/>
            </a:xfrm>
            <a:custGeom>
              <a:rect b="b" l="l" r="r" t="t"/>
              <a:pathLst>
                <a:path extrusionOk="0" h="1579" w="176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5644771" y="985772"/>
              <a:ext cx="61109" cy="61146"/>
            </a:xfrm>
            <a:custGeom>
              <a:rect b="b" l="l" r="r" t="t"/>
              <a:pathLst>
                <a:path extrusionOk="0" h="1614" w="1613">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5607379" y="916746"/>
              <a:ext cx="369985" cy="47318"/>
            </a:xfrm>
            <a:custGeom>
              <a:rect b="b" l="l" r="r" t="t"/>
              <a:pathLst>
                <a:path extrusionOk="0" h="1249" w="9766">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 name="Google Shape;1824;p45"/>
          <p:cNvGrpSpPr/>
          <p:nvPr/>
        </p:nvGrpSpPr>
        <p:grpSpPr>
          <a:xfrm>
            <a:off x="3567716" y="1294114"/>
            <a:ext cx="188579" cy="341173"/>
            <a:chOff x="4855778" y="713265"/>
            <a:chExt cx="263452" cy="476631"/>
          </a:xfrm>
        </p:grpSpPr>
        <p:sp>
          <p:nvSpPr>
            <p:cNvPr id="1825" name="Google Shape;1825;p45"/>
            <p:cNvSpPr/>
            <p:nvPr/>
          </p:nvSpPr>
          <p:spPr>
            <a:xfrm>
              <a:off x="4973032" y="1139055"/>
              <a:ext cx="29361" cy="13676"/>
            </a:xfrm>
            <a:custGeom>
              <a:rect b="b" l="l" r="r" t="t"/>
              <a:pathLst>
                <a:path extrusionOk="0" h="361" w="775">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4855968" y="893712"/>
              <a:ext cx="263149" cy="296185"/>
            </a:xfrm>
            <a:custGeom>
              <a:rect b="b" l="l" r="r" t="t"/>
              <a:pathLst>
                <a:path extrusionOk="0" h="7818" w="6946">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4855778" y="713265"/>
              <a:ext cx="263452" cy="335775"/>
            </a:xfrm>
            <a:custGeom>
              <a:rect b="b" l="l" r="r" t="t"/>
              <a:pathLst>
                <a:path extrusionOk="0" h="8863" w="6954">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4888208" y="750468"/>
              <a:ext cx="199919" cy="105585"/>
            </a:xfrm>
            <a:custGeom>
              <a:rect b="b" l="l" r="r" t="t"/>
              <a:pathLst>
                <a:path extrusionOk="0" h="2787" w="5277">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4888018" y="875640"/>
              <a:ext cx="64821" cy="75315"/>
            </a:xfrm>
            <a:custGeom>
              <a:rect b="b" l="l" r="r" t="t"/>
              <a:pathLst>
                <a:path extrusionOk="0" h="1988" w="1711">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4962728" y="936673"/>
              <a:ext cx="124035" cy="13714"/>
            </a:xfrm>
            <a:custGeom>
              <a:rect b="b" l="l" r="r" t="t"/>
              <a:pathLst>
                <a:path extrusionOk="0" h="362" w="3274">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4989096" y="968989"/>
              <a:ext cx="97857" cy="13639"/>
            </a:xfrm>
            <a:custGeom>
              <a:rect b="b" l="l" r="r" t="t"/>
              <a:pathLst>
                <a:path extrusionOk="0" h="360" w="2583">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4888359" y="968989"/>
              <a:ext cx="82097" cy="13639"/>
            </a:xfrm>
            <a:custGeom>
              <a:rect b="b" l="l" r="r" t="t"/>
              <a:pathLst>
                <a:path extrusionOk="0" h="360" w="2167">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4889231" y="1000017"/>
              <a:ext cx="196926" cy="13676"/>
            </a:xfrm>
            <a:custGeom>
              <a:rect b="b" l="l" r="r" t="t"/>
              <a:pathLst>
                <a:path extrusionOk="0" h="361" w="5198">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5059562" y="1032257"/>
              <a:ext cx="27959" cy="13676"/>
            </a:xfrm>
            <a:custGeom>
              <a:rect b="b" l="l" r="r" t="t"/>
              <a:pathLst>
                <a:path extrusionOk="0" h="361" w="738">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4888928" y="1032257"/>
              <a:ext cx="152373" cy="13676"/>
            </a:xfrm>
            <a:custGeom>
              <a:rect b="b" l="l" r="r" t="t"/>
              <a:pathLst>
                <a:path extrusionOk="0" h="361" w="4022">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4889231" y="1063285"/>
              <a:ext cx="196926" cy="13714"/>
            </a:xfrm>
            <a:custGeom>
              <a:rect b="b" l="l" r="r" t="t"/>
              <a:pathLst>
                <a:path extrusionOk="0" h="362" w="5198">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0" name="Shape 1840"/>
        <p:cNvGrpSpPr/>
        <p:nvPr/>
      </p:nvGrpSpPr>
      <p:grpSpPr>
        <a:xfrm>
          <a:off x="0" y="0"/>
          <a:ext cx="0" cy="0"/>
          <a:chOff x="0" y="0"/>
          <a:chExt cx="0" cy="0"/>
        </a:xfrm>
      </p:grpSpPr>
      <p:sp>
        <p:nvSpPr>
          <p:cNvPr id="1841" name="Google Shape;1841;p46"/>
          <p:cNvSpPr txBox="1"/>
          <p:nvPr>
            <p:ph type="title"/>
          </p:nvPr>
        </p:nvSpPr>
        <p:spPr>
          <a:xfrm>
            <a:off x="720000" y="479750"/>
            <a:ext cx="3145200" cy="184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Image</a:t>
            </a:r>
            <a:r>
              <a:rPr lang="en"/>
              <a:t> always reinforce </a:t>
            </a:r>
            <a:endParaRPr/>
          </a:p>
          <a:p>
            <a:pPr indent="0" lvl="0" marL="0" rtl="0" algn="l">
              <a:spcBef>
                <a:spcPts val="0"/>
              </a:spcBef>
              <a:spcAft>
                <a:spcPts val="0"/>
              </a:spcAft>
              <a:buNone/>
            </a:pPr>
            <a:r>
              <a:rPr lang="en"/>
              <a:t>the concept</a:t>
            </a:r>
            <a:endParaRPr/>
          </a:p>
        </p:txBody>
      </p:sp>
      <p:sp>
        <p:nvSpPr>
          <p:cNvPr id="1842" name="Google Shape;1842;p46"/>
          <p:cNvSpPr txBox="1"/>
          <p:nvPr>
            <p:ph idx="1" type="subTitle"/>
          </p:nvPr>
        </p:nvSpPr>
        <p:spPr>
          <a:xfrm>
            <a:off x="720000" y="2359400"/>
            <a:ext cx="3145200" cy="22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You can give a brief description</a:t>
            </a:r>
            <a:r>
              <a:rPr lang="en"/>
              <a:t> of the topic you want to talk about here. For example, if you want to talk about Mercury, you can say that it’s the smallest planet in the entire Solar System</a:t>
            </a:r>
            <a:endParaRPr/>
          </a:p>
        </p:txBody>
      </p:sp>
      <p:grpSp>
        <p:nvGrpSpPr>
          <p:cNvPr id="1843" name="Google Shape;1843;p46"/>
          <p:cNvGrpSpPr/>
          <p:nvPr/>
        </p:nvGrpSpPr>
        <p:grpSpPr>
          <a:xfrm>
            <a:off x="-74792" y="1766169"/>
            <a:ext cx="480890" cy="481200"/>
            <a:chOff x="959750" y="3039275"/>
            <a:chExt cx="582050" cy="582425"/>
          </a:xfrm>
        </p:grpSpPr>
        <p:sp>
          <p:nvSpPr>
            <p:cNvPr id="1844" name="Google Shape;1844;p46"/>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6"/>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6"/>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6"/>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6"/>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6"/>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6"/>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851" name="Google Shape;1851;p46"/>
          <p:cNvPicPr preferRelativeResize="0"/>
          <p:nvPr>
            <p:ph idx="2" type="pic"/>
          </p:nvPr>
        </p:nvPicPr>
        <p:blipFill rotWithShape="1">
          <a:blip r:embed="rId3">
            <a:alphaModFix/>
          </a:blip>
          <a:srcRect b="0" l="33895" r="6733" t="0"/>
          <a:stretch/>
        </p:blipFill>
        <p:spPr>
          <a:xfrm>
            <a:off x="4135800" y="539500"/>
            <a:ext cx="4295100" cy="4069200"/>
          </a:xfrm>
          <a:prstGeom prst="snip1Rect">
            <a:avLst>
              <a:gd fmla="val 16667" name="adj"/>
            </a:avLst>
          </a:prstGeom>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5" name="Shape 1855"/>
        <p:cNvGrpSpPr/>
        <p:nvPr/>
      </p:nvGrpSpPr>
      <p:grpSpPr>
        <a:xfrm>
          <a:off x="0" y="0"/>
          <a:ext cx="0" cy="0"/>
          <a:chOff x="0" y="0"/>
          <a:chExt cx="0" cy="0"/>
        </a:xfrm>
      </p:grpSpPr>
      <p:sp>
        <p:nvSpPr>
          <p:cNvPr id="1856" name="Google Shape;1856;p47"/>
          <p:cNvSpPr txBox="1"/>
          <p:nvPr>
            <p:ph type="title"/>
          </p:nvPr>
        </p:nvSpPr>
        <p:spPr>
          <a:xfrm>
            <a:off x="713225" y="1766475"/>
            <a:ext cx="6576000" cy="103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1857" name="Google Shape;1857;p47"/>
          <p:cNvSpPr txBox="1"/>
          <p:nvPr>
            <p:ph idx="1" type="subTitle"/>
          </p:nvPr>
        </p:nvSpPr>
        <p:spPr>
          <a:xfrm>
            <a:off x="713225" y="3118375"/>
            <a:ext cx="6576000" cy="4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grpSp>
        <p:nvGrpSpPr>
          <p:cNvPr id="1858" name="Google Shape;1858;p47"/>
          <p:cNvGrpSpPr/>
          <p:nvPr/>
        </p:nvGrpSpPr>
        <p:grpSpPr>
          <a:xfrm>
            <a:off x="6527600" y="-628478"/>
            <a:ext cx="5128253" cy="6694378"/>
            <a:chOff x="6222800" y="-628478"/>
            <a:chExt cx="5128253" cy="6694378"/>
          </a:xfrm>
        </p:grpSpPr>
        <p:pic>
          <p:nvPicPr>
            <p:cNvPr id="1859" name="Google Shape;1859;p47"/>
            <p:cNvPicPr preferRelativeResize="0"/>
            <p:nvPr/>
          </p:nvPicPr>
          <p:blipFill rotWithShape="1">
            <a:blip r:embed="rId3">
              <a:alphaModFix/>
            </a:blip>
            <a:srcRect b="17664" l="0" r="0" t="17657"/>
            <a:stretch/>
          </p:blipFill>
          <p:spPr>
            <a:xfrm>
              <a:off x="7517168" y="-628478"/>
              <a:ext cx="3082266" cy="2352450"/>
            </a:xfrm>
            <a:prstGeom prst="rect">
              <a:avLst/>
            </a:prstGeom>
            <a:noFill/>
            <a:ln>
              <a:noFill/>
            </a:ln>
          </p:spPr>
        </p:pic>
        <p:pic>
          <p:nvPicPr>
            <p:cNvPr id="1860" name="Google Shape;1860;p47"/>
            <p:cNvPicPr preferRelativeResize="0"/>
            <p:nvPr/>
          </p:nvPicPr>
          <p:blipFill rotWithShape="1">
            <a:blip r:embed="rId4">
              <a:alphaModFix/>
            </a:blip>
            <a:srcRect b="26177" l="16960" r="7121" t="24719"/>
            <a:stretch/>
          </p:blipFill>
          <p:spPr>
            <a:xfrm>
              <a:off x="6714900" y="3028141"/>
              <a:ext cx="3980176" cy="3037760"/>
            </a:xfrm>
            <a:prstGeom prst="rect">
              <a:avLst/>
            </a:prstGeom>
            <a:noFill/>
            <a:ln>
              <a:noFill/>
            </a:ln>
          </p:spPr>
        </p:pic>
        <p:sp>
          <p:nvSpPr>
            <p:cNvPr id="1861" name="Google Shape;1861;p47"/>
            <p:cNvSpPr/>
            <p:nvPr/>
          </p:nvSpPr>
          <p:spPr>
            <a:xfrm rot="10800000">
              <a:off x="7698559" y="2460647"/>
              <a:ext cx="1239218" cy="2912943"/>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rot="10800000">
              <a:off x="7899688" y="2461423"/>
              <a:ext cx="1239218" cy="2912943"/>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6222800" y="-628462"/>
              <a:ext cx="3980181" cy="6461569"/>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4" name="Google Shape;1864;p47"/>
            <p:cNvGrpSpPr/>
            <p:nvPr/>
          </p:nvGrpSpPr>
          <p:grpSpPr>
            <a:xfrm>
              <a:off x="6794737" y="4179460"/>
              <a:ext cx="734664" cy="735137"/>
              <a:chOff x="959750" y="3039275"/>
              <a:chExt cx="582050" cy="582425"/>
            </a:xfrm>
          </p:grpSpPr>
          <p:sp>
            <p:nvSpPr>
              <p:cNvPr id="1865" name="Google Shape;1865;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47"/>
            <p:cNvGrpSpPr/>
            <p:nvPr/>
          </p:nvGrpSpPr>
          <p:grpSpPr>
            <a:xfrm>
              <a:off x="8128313" y="1310040"/>
              <a:ext cx="169158" cy="169158"/>
              <a:chOff x="8356813" y="1074288"/>
              <a:chExt cx="351900" cy="351900"/>
            </a:xfrm>
          </p:grpSpPr>
          <p:sp>
            <p:nvSpPr>
              <p:cNvPr id="1873" name="Google Shape;1873;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47"/>
            <p:cNvGrpSpPr/>
            <p:nvPr/>
          </p:nvGrpSpPr>
          <p:grpSpPr>
            <a:xfrm>
              <a:off x="7360240" y="2075006"/>
              <a:ext cx="169158" cy="169158"/>
              <a:chOff x="8356813" y="1074288"/>
              <a:chExt cx="351900" cy="351900"/>
            </a:xfrm>
          </p:grpSpPr>
          <p:sp>
            <p:nvSpPr>
              <p:cNvPr id="1876" name="Google Shape;1876;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47"/>
            <p:cNvGrpSpPr/>
            <p:nvPr/>
          </p:nvGrpSpPr>
          <p:grpSpPr>
            <a:xfrm>
              <a:off x="8233587" y="3028150"/>
              <a:ext cx="169158" cy="169158"/>
              <a:chOff x="8356813" y="1074288"/>
              <a:chExt cx="351900" cy="351900"/>
            </a:xfrm>
          </p:grpSpPr>
          <p:sp>
            <p:nvSpPr>
              <p:cNvPr id="1879" name="Google Shape;1879;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47"/>
            <p:cNvSpPr/>
            <p:nvPr/>
          </p:nvSpPr>
          <p:spPr>
            <a:xfrm>
              <a:off x="8754821" y="2763320"/>
              <a:ext cx="606949" cy="600556"/>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2" name="Google Shape;1882;p47"/>
            <p:cNvGrpSpPr/>
            <p:nvPr/>
          </p:nvGrpSpPr>
          <p:grpSpPr>
            <a:xfrm>
              <a:off x="8782808" y="2723340"/>
              <a:ext cx="883449" cy="2083923"/>
              <a:chOff x="8337812" y="3492483"/>
              <a:chExt cx="699928" cy="1651024"/>
            </a:xfrm>
          </p:grpSpPr>
          <p:sp>
            <p:nvSpPr>
              <p:cNvPr id="1883" name="Google Shape;1883;p47"/>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47"/>
            <p:cNvGrpSpPr/>
            <p:nvPr/>
          </p:nvGrpSpPr>
          <p:grpSpPr>
            <a:xfrm>
              <a:off x="8215673" y="4178313"/>
              <a:ext cx="1141869" cy="916509"/>
              <a:chOff x="7945225" y="4302000"/>
              <a:chExt cx="904666" cy="726121"/>
            </a:xfrm>
          </p:grpSpPr>
          <p:sp>
            <p:nvSpPr>
              <p:cNvPr id="1887" name="Google Shape;1887;p47"/>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7"/>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7"/>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 name="Google Shape;1890;p47"/>
            <p:cNvSpPr/>
            <p:nvPr/>
          </p:nvSpPr>
          <p:spPr>
            <a:xfrm rot="5400000">
              <a:off x="8491754" y="37142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1" name="Google Shape;1891;p47"/>
            <p:cNvGrpSpPr/>
            <p:nvPr/>
          </p:nvGrpSpPr>
          <p:grpSpPr>
            <a:xfrm>
              <a:off x="7774724" y="3187835"/>
              <a:ext cx="734664" cy="735137"/>
              <a:chOff x="959750" y="3039275"/>
              <a:chExt cx="582050" cy="582425"/>
            </a:xfrm>
          </p:grpSpPr>
          <p:sp>
            <p:nvSpPr>
              <p:cNvPr id="1892" name="Google Shape;1892;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47"/>
            <p:cNvGrpSpPr/>
            <p:nvPr/>
          </p:nvGrpSpPr>
          <p:grpSpPr>
            <a:xfrm>
              <a:off x="7625399" y="3691035"/>
              <a:ext cx="734664" cy="735137"/>
              <a:chOff x="959750" y="3039275"/>
              <a:chExt cx="582050" cy="582425"/>
            </a:xfrm>
          </p:grpSpPr>
          <p:sp>
            <p:nvSpPr>
              <p:cNvPr id="1900" name="Google Shape;1900;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7" name="Google Shape;1907;p47"/>
            <p:cNvSpPr/>
            <p:nvPr/>
          </p:nvSpPr>
          <p:spPr>
            <a:xfrm rot="5400000">
              <a:off x="8666054" y="24747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47"/>
          <p:cNvGrpSpPr/>
          <p:nvPr/>
        </p:nvGrpSpPr>
        <p:grpSpPr>
          <a:xfrm>
            <a:off x="741975" y="2893476"/>
            <a:ext cx="5132617" cy="134100"/>
            <a:chOff x="741975" y="2893476"/>
            <a:chExt cx="5132617" cy="134100"/>
          </a:xfrm>
        </p:grpSpPr>
        <p:sp>
          <p:nvSpPr>
            <p:cNvPr id="1909" name="Google Shape;1909;p47"/>
            <p:cNvSpPr/>
            <p:nvPr/>
          </p:nvSpPr>
          <p:spPr>
            <a:xfrm>
              <a:off x="5740492" y="2893476"/>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10" name="Google Shape;1910;p47"/>
            <p:cNvCxnSpPr/>
            <p:nvPr/>
          </p:nvCxnSpPr>
          <p:spPr>
            <a:xfrm>
              <a:off x="741975" y="2960525"/>
              <a:ext cx="5036400" cy="0"/>
            </a:xfrm>
            <a:prstGeom prst="straightConnector1">
              <a:avLst/>
            </a:prstGeom>
            <a:noFill/>
            <a:ln cap="flat" cmpd="sng" w="9525">
              <a:solidFill>
                <a:schemeClr val="dk2"/>
              </a:solidFill>
              <a:prstDash val="solid"/>
              <a:round/>
              <a:headEnd len="med" w="med" type="none"/>
              <a:tailEnd len="med" w="med" type="none"/>
            </a:ln>
          </p:spPr>
        </p:cxnSp>
        <p:sp>
          <p:nvSpPr>
            <p:cNvPr id="1911" name="Google Shape;1911;p47"/>
            <p:cNvSpPr/>
            <p:nvPr/>
          </p:nvSpPr>
          <p:spPr>
            <a:xfrm>
              <a:off x="5770604" y="2923618"/>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5" name="Shape 1915"/>
        <p:cNvGrpSpPr/>
        <p:nvPr/>
      </p:nvGrpSpPr>
      <p:grpSpPr>
        <a:xfrm>
          <a:off x="0" y="0"/>
          <a:ext cx="0" cy="0"/>
          <a:chOff x="0" y="0"/>
          <a:chExt cx="0" cy="0"/>
        </a:xfrm>
      </p:grpSpPr>
      <p:sp>
        <p:nvSpPr>
          <p:cNvPr id="1916" name="Google Shape;1916;p48"/>
          <p:cNvSpPr txBox="1"/>
          <p:nvPr>
            <p:ph type="title"/>
          </p:nvPr>
        </p:nvSpPr>
        <p:spPr>
          <a:xfrm>
            <a:off x="2358450" y="664988"/>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1917" name="Google Shape;1917;p48"/>
          <p:cNvSpPr txBox="1"/>
          <p:nvPr>
            <p:ph idx="1" type="subTitle"/>
          </p:nvPr>
        </p:nvSpPr>
        <p:spPr>
          <a:xfrm>
            <a:off x="2358450" y="1282313"/>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1918" name="Google Shape;1918;p48"/>
          <p:cNvSpPr txBox="1"/>
          <p:nvPr>
            <p:ph idx="2" type="title"/>
          </p:nvPr>
        </p:nvSpPr>
        <p:spPr>
          <a:xfrm>
            <a:off x="2358450" y="2027244"/>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1919" name="Google Shape;1919;p48"/>
          <p:cNvSpPr txBox="1"/>
          <p:nvPr>
            <p:ph idx="3" type="subTitle"/>
          </p:nvPr>
        </p:nvSpPr>
        <p:spPr>
          <a:xfrm>
            <a:off x="2358450" y="2645558"/>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1920" name="Google Shape;1920;p48"/>
          <p:cNvSpPr txBox="1"/>
          <p:nvPr>
            <p:ph idx="4" type="title"/>
          </p:nvPr>
        </p:nvSpPr>
        <p:spPr>
          <a:xfrm>
            <a:off x="2358450" y="3390475"/>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1921" name="Google Shape;1921;p48"/>
          <p:cNvSpPr txBox="1"/>
          <p:nvPr>
            <p:ph idx="5" type="subTitle"/>
          </p:nvPr>
        </p:nvSpPr>
        <p:spPr>
          <a:xfrm>
            <a:off x="2358450" y="4009779"/>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the Earth and the Moon</a:t>
            </a:r>
            <a:endParaRPr/>
          </a:p>
        </p:txBody>
      </p:sp>
      <p:grpSp>
        <p:nvGrpSpPr>
          <p:cNvPr id="1922" name="Google Shape;1922;p48"/>
          <p:cNvGrpSpPr/>
          <p:nvPr/>
        </p:nvGrpSpPr>
        <p:grpSpPr>
          <a:xfrm>
            <a:off x="7143188" y="-2762276"/>
            <a:ext cx="4028179" cy="6346320"/>
            <a:chOff x="6914588" y="-2762276"/>
            <a:chExt cx="4028179" cy="6346320"/>
          </a:xfrm>
        </p:grpSpPr>
        <p:sp>
          <p:nvSpPr>
            <p:cNvPr id="1923" name="Google Shape;1923;p48"/>
            <p:cNvSpPr/>
            <p:nvPr/>
          </p:nvSpPr>
          <p:spPr>
            <a:xfrm>
              <a:off x="6914588" y="-276227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8"/>
            <p:cNvSpPr/>
            <p:nvPr/>
          </p:nvSpPr>
          <p:spPr>
            <a:xfrm>
              <a:off x="7191305" y="-124437"/>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8"/>
            <p:cNvSpPr/>
            <p:nvPr/>
          </p:nvSpPr>
          <p:spPr>
            <a:xfrm>
              <a:off x="7867013" y="75068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8"/>
            <p:cNvSpPr/>
            <p:nvPr/>
          </p:nvSpPr>
          <p:spPr>
            <a:xfrm>
              <a:off x="7789451" y="-2619788"/>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48"/>
          <p:cNvGrpSpPr/>
          <p:nvPr/>
        </p:nvGrpSpPr>
        <p:grpSpPr>
          <a:xfrm rot="-5400000">
            <a:off x="8884618" y="480749"/>
            <a:ext cx="88142" cy="1137387"/>
            <a:chOff x="3054755" y="4367024"/>
            <a:chExt cx="88142" cy="1137387"/>
          </a:xfrm>
        </p:grpSpPr>
        <p:sp>
          <p:nvSpPr>
            <p:cNvPr id="1928" name="Google Shape;1928;p48"/>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8"/>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48"/>
          <p:cNvGrpSpPr/>
          <p:nvPr/>
        </p:nvGrpSpPr>
        <p:grpSpPr>
          <a:xfrm>
            <a:off x="-1402325" y="1246899"/>
            <a:ext cx="2992224" cy="3549051"/>
            <a:chOff x="-1325700" y="1246899"/>
            <a:chExt cx="2992224" cy="3549051"/>
          </a:xfrm>
        </p:grpSpPr>
        <p:pic>
          <p:nvPicPr>
            <p:cNvPr id="1931" name="Google Shape;1931;p48"/>
            <p:cNvPicPr preferRelativeResize="0"/>
            <p:nvPr/>
          </p:nvPicPr>
          <p:blipFill rotWithShape="1">
            <a:blip r:embed="rId3">
              <a:alphaModFix/>
            </a:blip>
            <a:srcRect b="26177" l="16960" r="7121" t="24719"/>
            <a:stretch/>
          </p:blipFill>
          <p:spPr>
            <a:xfrm rot="-5400000">
              <a:off x="-1604113" y="1525312"/>
              <a:ext cx="3549051" cy="2992224"/>
            </a:xfrm>
            <a:prstGeom prst="rect">
              <a:avLst/>
            </a:prstGeom>
            <a:noFill/>
            <a:ln>
              <a:noFill/>
            </a:ln>
          </p:spPr>
        </p:pic>
        <p:grpSp>
          <p:nvGrpSpPr>
            <p:cNvPr id="1932" name="Google Shape;1932;p48"/>
            <p:cNvGrpSpPr/>
            <p:nvPr/>
          </p:nvGrpSpPr>
          <p:grpSpPr>
            <a:xfrm>
              <a:off x="-369917" y="2704683"/>
              <a:ext cx="906953" cy="1517787"/>
              <a:chOff x="79748" y="2808602"/>
              <a:chExt cx="906953" cy="1517787"/>
            </a:xfrm>
          </p:grpSpPr>
          <p:sp>
            <p:nvSpPr>
              <p:cNvPr id="1933" name="Google Shape;1933;p48"/>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7" name="Google Shape;1937;p48"/>
          <p:cNvGrpSpPr/>
          <p:nvPr/>
        </p:nvGrpSpPr>
        <p:grpSpPr>
          <a:xfrm rot="10800000">
            <a:off x="-181052" y="1778576"/>
            <a:ext cx="1421047" cy="2833357"/>
            <a:chOff x="334358" y="2186737"/>
            <a:chExt cx="1421047" cy="2833357"/>
          </a:xfrm>
        </p:grpSpPr>
        <p:sp>
          <p:nvSpPr>
            <p:cNvPr id="1938" name="Google Shape;1938;p48"/>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9" name="Google Shape;1939;p48"/>
            <p:cNvGrpSpPr/>
            <p:nvPr/>
          </p:nvGrpSpPr>
          <p:grpSpPr>
            <a:xfrm rot="5400000">
              <a:off x="1046250" y="3181856"/>
              <a:ext cx="161977" cy="161940"/>
              <a:chOff x="1101075" y="2142375"/>
              <a:chExt cx="439200" cy="439100"/>
            </a:xfrm>
          </p:grpSpPr>
          <p:sp>
            <p:nvSpPr>
              <p:cNvPr id="1940" name="Google Shape;1940;p4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 name="Google Shape;1942;p48"/>
            <p:cNvGrpSpPr/>
            <p:nvPr/>
          </p:nvGrpSpPr>
          <p:grpSpPr>
            <a:xfrm rot="-5400000">
              <a:off x="628029" y="4564272"/>
              <a:ext cx="161977" cy="161940"/>
              <a:chOff x="1101075" y="2142375"/>
              <a:chExt cx="439200" cy="439100"/>
            </a:xfrm>
          </p:grpSpPr>
          <p:sp>
            <p:nvSpPr>
              <p:cNvPr id="1943" name="Google Shape;1943;p4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8" name="Shape 1948"/>
        <p:cNvGrpSpPr/>
        <p:nvPr/>
      </p:nvGrpSpPr>
      <p:grpSpPr>
        <a:xfrm>
          <a:off x="0" y="0"/>
          <a:ext cx="0" cy="0"/>
          <a:chOff x="0" y="0"/>
          <a:chExt cx="0" cy="0"/>
        </a:xfrm>
      </p:grpSpPr>
      <p:sp>
        <p:nvSpPr>
          <p:cNvPr id="1949" name="Google Shape;1949;p49"/>
          <p:cNvSpPr txBox="1"/>
          <p:nvPr>
            <p:ph type="title"/>
          </p:nvPr>
        </p:nvSpPr>
        <p:spPr>
          <a:xfrm>
            <a:off x="713225" y="2122600"/>
            <a:ext cx="7297500" cy="91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1950" name="Google Shape;1950;p49"/>
          <p:cNvGrpSpPr/>
          <p:nvPr/>
        </p:nvGrpSpPr>
        <p:grpSpPr>
          <a:xfrm>
            <a:off x="-1238838" y="-2814271"/>
            <a:ext cx="6191222" cy="6569036"/>
            <a:chOff x="-1238838" y="-2814271"/>
            <a:chExt cx="6191222" cy="6569036"/>
          </a:xfrm>
        </p:grpSpPr>
        <p:pic>
          <p:nvPicPr>
            <p:cNvPr id="1951" name="Google Shape;1951;p49"/>
            <p:cNvPicPr preferRelativeResize="0"/>
            <p:nvPr/>
          </p:nvPicPr>
          <p:blipFill rotWithShape="1">
            <a:blip r:embed="rId3">
              <a:alphaModFix/>
            </a:blip>
            <a:srcRect b="26177" l="16960" r="7121" t="24719"/>
            <a:stretch/>
          </p:blipFill>
          <p:spPr>
            <a:xfrm flipH="1">
              <a:off x="-860279" y="-1155525"/>
              <a:ext cx="3615750" cy="2759625"/>
            </a:xfrm>
            <a:prstGeom prst="rect">
              <a:avLst/>
            </a:prstGeom>
            <a:noFill/>
            <a:ln>
              <a:noFill/>
            </a:ln>
          </p:spPr>
        </p:pic>
        <p:grpSp>
          <p:nvGrpSpPr>
            <p:cNvPr id="1952" name="Google Shape;1952;p49"/>
            <p:cNvGrpSpPr/>
            <p:nvPr/>
          </p:nvGrpSpPr>
          <p:grpSpPr>
            <a:xfrm>
              <a:off x="-1238838" y="-2814271"/>
              <a:ext cx="6191222" cy="6569036"/>
              <a:chOff x="-1238838" y="-2814271"/>
              <a:chExt cx="6191222" cy="6569036"/>
            </a:xfrm>
          </p:grpSpPr>
          <p:sp>
            <p:nvSpPr>
              <p:cNvPr id="1953" name="Google Shape;1953;p49"/>
              <p:cNvSpPr/>
              <p:nvPr/>
            </p:nvSpPr>
            <p:spPr>
              <a:xfrm flipH="1" rot="-2700000">
                <a:off x="-146394" y="-2093348"/>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9"/>
              <p:cNvSpPr/>
              <p:nvPr/>
            </p:nvSpPr>
            <p:spPr>
              <a:xfrm flipH="1" rot="-2700000">
                <a:off x="-515017" y="-1565448"/>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9"/>
              <p:cNvSpPr/>
              <p:nvPr/>
            </p:nvSpPr>
            <p:spPr>
              <a:xfrm flipH="1" rot="-2700000">
                <a:off x="194575" y="-172971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6" name="Google Shape;1956;p49"/>
              <p:cNvGrpSpPr/>
              <p:nvPr/>
            </p:nvGrpSpPr>
            <p:grpSpPr>
              <a:xfrm>
                <a:off x="3010374" y="1407525"/>
                <a:ext cx="196674" cy="196585"/>
                <a:chOff x="1101075" y="2142375"/>
                <a:chExt cx="439200" cy="439100"/>
              </a:xfrm>
            </p:grpSpPr>
            <p:sp>
              <p:nvSpPr>
                <p:cNvPr id="1957" name="Google Shape;1957;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 name="Google Shape;1959;p49"/>
              <p:cNvGrpSpPr/>
              <p:nvPr/>
            </p:nvGrpSpPr>
            <p:grpSpPr>
              <a:xfrm>
                <a:off x="1890399" y="1114475"/>
                <a:ext cx="196674" cy="196585"/>
                <a:chOff x="1101075" y="2142375"/>
                <a:chExt cx="439200" cy="439100"/>
              </a:xfrm>
            </p:grpSpPr>
            <p:sp>
              <p:nvSpPr>
                <p:cNvPr id="1960" name="Google Shape;1960;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49"/>
              <p:cNvGrpSpPr/>
              <p:nvPr/>
            </p:nvGrpSpPr>
            <p:grpSpPr>
              <a:xfrm>
                <a:off x="2755474" y="1114475"/>
                <a:ext cx="196674" cy="196585"/>
                <a:chOff x="1101075" y="2142375"/>
                <a:chExt cx="439200" cy="439100"/>
              </a:xfrm>
            </p:grpSpPr>
            <p:sp>
              <p:nvSpPr>
                <p:cNvPr id="1963" name="Google Shape;1963;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49"/>
              <p:cNvGrpSpPr/>
              <p:nvPr/>
            </p:nvGrpSpPr>
            <p:grpSpPr>
              <a:xfrm>
                <a:off x="1290099" y="539500"/>
                <a:ext cx="196674" cy="196585"/>
                <a:chOff x="1101075" y="2142375"/>
                <a:chExt cx="439200" cy="439100"/>
              </a:xfrm>
            </p:grpSpPr>
            <p:sp>
              <p:nvSpPr>
                <p:cNvPr id="1966" name="Google Shape;1966;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49"/>
              <p:cNvGrpSpPr/>
              <p:nvPr/>
            </p:nvGrpSpPr>
            <p:grpSpPr>
              <a:xfrm>
                <a:off x="2022774" y="671500"/>
                <a:ext cx="196674" cy="196585"/>
                <a:chOff x="1101075" y="2142375"/>
                <a:chExt cx="439200" cy="439100"/>
              </a:xfrm>
            </p:grpSpPr>
            <p:sp>
              <p:nvSpPr>
                <p:cNvPr id="1969" name="Google Shape;1969;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971" name="Google Shape;1971;p49"/>
          <p:cNvGrpSpPr/>
          <p:nvPr/>
        </p:nvGrpSpPr>
        <p:grpSpPr>
          <a:xfrm>
            <a:off x="4571996" y="2268220"/>
            <a:ext cx="5022035" cy="4764449"/>
            <a:chOff x="4571996" y="2268220"/>
            <a:chExt cx="5022035" cy="4764449"/>
          </a:xfrm>
        </p:grpSpPr>
        <p:pic>
          <p:nvPicPr>
            <p:cNvPr id="1972" name="Google Shape;1972;p49"/>
            <p:cNvPicPr preferRelativeResize="0"/>
            <p:nvPr/>
          </p:nvPicPr>
          <p:blipFill rotWithShape="1">
            <a:blip r:embed="rId3">
              <a:alphaModFix/>
            </a:blip>
            <a:srcRect b="26177" l="16960" r="7121" t="24719"/>
            <a:stretch/>
          </p:blipFill>
          <p:spPr>
            <a:xfrm flipH="1">
              <a:off x="5978271" y="3376950"/>
              <a:ext cx="3615750" cy="2759625"/>
            </a:xfrm>
            <a:prstGeom prst="rect">
              <a:avLst/>
            </a:prstGeom>
            <a:noFill/>
            <a:ln>
              <a:noFill/>
            </a:ln>
          </p:spPr>
        </p:pic>
        <p:grpSp>
          <p:nvGrpSpPr>
            <p:cNvPr id="1973" name="Google Shape;1973;p49"/>
            <p:cNvGrpSpPr/>
            <p:nvPr/>
          </p:nvGrpSpPr>
          <p:grpSpPr>
            <a:xfrm rot="10800000">
              <a:off x="4571996" y="2268220"/>
              <a:ext cx="5022035" cy="4764449"/>
              <a:chOff x="-494406" y="-1584825"/>
              <a:chExt cx="4397193" cy="4171657"/>
            </a:xfrm>
          </p:grpSpPr>
          <p:grpSp>
            <p:nvGrpSpPr>
              <p:cNvPr id="1974" name="Google Shape;1974;p49"/>
              <p:cNvGrpSpPr/>
              <p:nvPr/>
            </p:nvGrpSpPr>
            <p:grpSpPr>
              <a:xfrm>
                <a:off x="245875" y="-51824"/>
                <a:ext cx="208200" cy="1824700"/>
                <a:chOff x="1040050" y="3812126"/>
                <a:chExt cx="208200" cy="1824700"/>
              </a:xfrm>
            </p:grpSpPr>
            <p:sp>
              <p:nvSpPr>
                <p:cNvPr id="1975" name="Google Shape;1975;p49"/>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9"/>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49"/>
              <p:cNvGrpSpPr/>
              <p:nvPr/>
            </p:nvGrpSpPr>
            <p:grpSpPr>
              <a:xfrm rot="-8100000">
                <a:off x="540898" y="-1172741"/>
                <a:ext cx="2552124" cy="3347490"/>
                <a:chOff x="2976325" y="908175"/>
                <a:chExt cx="4028179" cy="5283555"/>
              </a:xfrm>
            </p:grpSpPr>
            <p:sp>
              <p:nvSpPr>
                <p:cNvPr id="1978" name="Google Shape;1978;p49"/>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9"/>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9"/>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49"/>
              <p:cNvGrpSpPr/>
              <p:nvPr/>
            </p:nvGrpSpPr>
            <p:grpSpPr>
              <a:xfrm>
                <a:off x="-1" y="621223"/>
                <a:ext cx="699940" cy="478601"/>
                <a:chOff x="39722" y="4349021"/>
                <a:chExt cx="1061964" cy="726143"/>
              </a:xfrm>
            </p:grpSpPr>
            <p:grpSp>
              <p:nvGrpSpPr>
                <p:cNvPr id="1982" name="Google Shape;1982;p49"/>
                <p:cNvGrpSpPr/>
                <p:nvPr/>
              </p:nvGrpSpPr>
              <p:grpSpPr>
                <a:xfrm rot="2700000">
                  <a:off x="140502" y="4460924"/>
                  <a:ext cx="524584" cy="502337"/>
                  <a:chOff x="1189791" y="-1767331"/>
                  <a:chExt cx="904284" cy="865933"/>
                </a:xfrm>
              </p:grpSpPr>
              <p:sp>
                <p:nvSpPr>
                  <p:cNvPr id="1983" name="Google Shape;198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4" name="Google Shape;1984;p49"/>
                  <p:cNvGrpSpPr/>
                  <p:nvPr/>
                </p:nvGrpSpPr>
                <p:grpSpPr>
                  <a:xfrm>
                    <a:off x="1232795" y="-1740829"/>
                    <a:ext cx="717621" cy="717392"/>
                    <a:chOff x="1483457" y="3953671"/>
                    <a:chExt cx="717621" cy="717392"/>
                  </a:xfrm>
                </p:grpSpPr>
                <p:sp>
                  <p:nvSpPr>
                    <p:cNvPr id="1985" name="Google Shape;198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90" name="Google Shape;199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49"/>
              <p:cNvGrpSpPr/>
              <p:nvPr/>
            </p:nvGrpSpPr>
            <p:grpSpPr>
              <a:xfrm>
                <a:off x="955673" y="11"/>
                <a:ext cx="592576" cy="405260"/>
                <a:chOff x="39722" y="4349021"/>
                <a:chExt cx="1061964" cy="726143"/>
              </a:xfrm>
            </p:grpSpPr>
            <p:grpSp>
              <p:nvGrpSpPr>
                <p:cNvPr id="1992" name="Google Shape;1992;p49"/>
                <p:cNvGrpSpPr/>
                <p:nvPr/>
              </p:nvGrpSpPr>
              <p:grpSpPr>
                <a:xfrm rot="2700000">
                  <a:off x="140502" y="4460924"/>
                  <a:ext cx="524584" cy="502337"/>
                  <a:chOff x="1189791" y="-1767331"/>
                  <a:chExt cx="904284" cy="865933"/>
                </a:xfrm>
              </p:grpSpPr>
              <p:sp>
                <p:nvSpPr>
                  <p:cNvPr id="1993" name="Google Shape;199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4" name="Google Shape;1994;p49"/>
                  <p:cNvGrpSpPr/>
                  <p:nvPr/>
                </p:nvGrpSpPr>
                <p:grpSpPr>
                  <a:xfrm>
                    <a:off x="1232795" y="-1740829"/>
                    <a:ext cx="717621" cy="717392"/>
                    <a:chOff x="1483457" y="3953671"/>
                    <a:chExt cx="717621" cy="717392"/>
                  </a:xfrm>
                </p:grpSpPr>
                <p:sp>
                  <p:nvSpPr>
                    <p:cNvPr id="1995" name="Google Shape;199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00" name="Google Shape;200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49"/>
              <p:cNvGrpSpPr/>
              <p:nvPr/>
            </p:nvGrpSpPr>
            <p:grpSpPr>
              <a:xfrm>
                <a:off x="441574" y="-36652"/>
                <a:ext cx="699940" cy="478601"/>
                <a:chOff x="39722" y="4349021"/>
                <a:chExt cx="1061964" cy="726143"/>
              </a:xfrm>
            </p:grpSpPr>
            <p:grpSp>
              <p:nvGrpSpPr>
                <p:cNvPr id="2002" name="Google Shape;2002;p49"/>
                <p:cNvGrpSpPr/>
                <p:nvPr/>
              </p:nvGrpSpPr>
              <p:grpSpPr>
                <a:xfrm rot="2700000">
                  <a:off x="140502" y="4460924"/>
                  <a:ext cx="524584" cy="502337"/>
                  <a:chOff x="1189791" y="-1767331"/>
                  <a:chExt cx="904284" cy="865933"/>
                </a:xfrm>
              </p:grpSpPr>
              <p:sp>
                <p:nvSpPr>
                  <p:cNvPr id="2003" name="Google Shape;200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4" name="Google Shape;2004;p49"/>
                  <p:cNvGrpSpPr/>
                  <p:nvPr/>
                </p:nvGrpSpPr>
                <p:grpSpPr>
                  <a:xfrm>
                    <a:off x="1232795" y="-1740829"/>
                    <a:ext cx="717621" cy="717392"/>
                    <a:chOff x="1483457" y="3953671"/>
                    <a:chExt cx="717621" cy="717392"/>
                  </a:xfrm>
                </p:grpSpPr>
                <p:sp>
                  <p:nvSpPr>
                    <p:cNvPr id="2005" name="Google Shape;200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10" name="Google Shape;201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49"/>
              <p:cNvGrpSpPr/>
              <p:nvPr/>
            </p:nvGrpSpPr>
            <p:grpSpPr>
              <a:xfrm>
                <a:off x="-494406" y="-252396"/>
                <a:ext cx="1741563" cy="1288563"/>
                <a:chOff x="-494406" y="-252396"/>
                <a:chExt cx="1741563" cy="1288563"/>
              </a:xfrm>
            </p:grpSpPr>
            <p:sp>
              <p:nvSpPr>
                <p:cNvPr id="2012" name="Google Shape;2012;p49"/>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9"/>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4" name="Google Shape;2014;p49"/>
            <p:cNvGrpSpPr/>
            <p:nvPr/>
          </p:nvGrpSpPr>
          <p:grpSpPr>
            <a:xfrm>
              <a:off x="5643425" y="4968525"/>
              <a:ext cx="439200" cy="439100"/>
              <a:chOff x="1101075" y="2142375"/>
              <a:chExt cx="439200" cy="439100"/>
            </a:xfrm>
          </p:grpSpPr>
          <p:sp>
            <p:nvSpPr>
              <p:cNvPr id="2015" name="Google Shape;2015;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7" name="Google Shape;2017;p49"/>
          <p:cNvGrpSpPr/>
          <p:nvPr/>
        </p:nvGrpSpPr>
        <p:grpSpPr>
          <a:xfrm>
            <a:off x="774450" y="3019701"/>
            <a:ext cx="5944442" cy="134100"/>
            <a:chOff x="774450" y="3019701"/>
            <a:chExt cx="5944442" cy="134100"/>
          </a:xfrm>
        </p:grpSpPr>
        <p:sp>
          <p:nvSpPr>
            <p:cNvPr id="2018" name="Google Shape;2018;p49"/>
            <p:cNvSpPr/>
            <p:nvPr/>
          </p:nvSpPr>
          <p:spPr>
            <a:xfrm>
              <a:off x="6584792"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19" name="Google Shape;2019;p49"/>
            <p:cNvCxnSpPr/>
            <p:nvPr/>
          </p:nvCxnSpPr>
          <p:spPr>
            <a:xfrm>
              <a:off x="774450" y="3086750"/>
              <a:ext cx="5848200" cy="0"/>
            </a:xfrm>
            <a:prstGeom prst="straightConnector1">
              <a:avLst/>
            </a:prstGeom>
            <a:noFill/>
            <a:ln cap="flat" cmpd="sng" w="9525">
              <a:solidFill>
                <a:schemeClr val="dk2"/>
              </a:solidFill>
              <a:prstDash val="solid"/>
              <a:round/>
              <a:headEnd len="med" w="med" type="none"/>
              <a:tailEnd len="med" w="med" type="none"/>
            </a:ln>
          </p:spPr>
        </p:cxnSp>
        <p:sp>
          <p:nvSpPr>
            <p:cNvPr id="2020" name="Google Shape;2020;p49"/>
            <p:cNvSpPr/>
            <p:nvPr/>
          </p:nvSpPr>
          <p:spPr>
            <a:xfrm>
              <a:off x="6614904"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4" name="Shape 2024"/>
        <p:cNvGrpSpPr/>
        <p:nvPr/>
      </p:nvGrpSpPr>
      <p:grpSpPr>
        <a:xfrm>
          <a:off x="0" y="0"/>
          <a:ext cx="0" cy="0"/>
          <a:chOff x="0" y="0"/>
          <a:chExt cx="0" cy="0"/>
        </a:xfrm>
      </p:grpSpPr>
      <p:pic>
        <p:nvPicPr>
          <p:cNvPr id="2025" name="Google Shape;2025;p50"/>
          <p:cNvPicPr preferRelativeResize="0"/>
          <p:nvPr>
            <p:ph idx="2" type="pic"/>
          </p:nvPr>
        </p:nvPicPr>
        <p:blipFill rotWithShape="1">
          <a:blip r:embed="rId3">
            <a:alphaModFix/>
          </a:blip>
          <a:srcRect b="9355" l="0" r="0" t="5906"/>
          <a:stretch/>
        </p:blipFill>
        <p:spPr>
          <a:xfrm>
            <a:off x="0" y="0"/>
            <a:ext cx="9144000" cy="5143500"/>
          </a:xfrm>
          <a:prstGeom prst="rect">
            <a:avLst/>
          </a:prstGeom>
        </p:spPr>
      </p:pic>
      <p:grpSp>
        <p:nvGrpSpPr>
          <p:cNvPr id="2026" name="Google Shape;2026;p50"/>
          <p:cNvGrpSpPr/>
          <p:nvPr/>
        </p:nvGrpSpPr>
        <p:grpSpPr>
          <a:xfrm>
            <a:off x="6807363" y="2912500"/>
            <a:ext cx="3920501" cy="3531600"/>
            <a:chOff x="6807363" y="2912500"/>
            <a:chExt cx="3920501" cy="3531600"/>
          </a:xfrm>
        </p:grpSpPr>
        <p:pic>
          <p:nvPicPr>
            <p:cNvPr id="2027" name="Google Shape;2027;p50"/>
            <p:cNvPicPr preferRelativeResize="0"/>
            <p:nvPr/>
          </p:nvPicPr>
          <p:blipFill rotWithShape="1">
            <a:blip r:embed="rId4">
              <a:alphaModFix/>
            </a:blip>
            <a:srcRect b="15462" l="12473" r="0" t="17720"/>
            <a:stretch/>
          </p:blipFill>
          <p:spPr>
            <a:xfrm>
              <a:off x="6807363" y="2912500"/>
              <a:ext cx="3920501" cy="3531600"/>
            </a:xfrm>
            <a:prstGeom prst="rect">
              <a:avLst/>
            </a:prstGeom>
            <a:noFill/>
            <a:ln>
              <a:noFill/>
            </a:ln>
          </p:spPr>
        </p:pic>
        <p:sp>
          <p:nvSpPr>
            <p:cNvPr id="2028" name="Google Shape;2028;p50"/>
            <p:cNvSpPr/>
            <p:nvPr/>
          </p:nvSpPr>
          <p:spPr>
            <a:xfrm rot="10800000">
              <a:off x="7638374" y="2987294"/>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9" name="Google Shape;2029;p50"/>
            <p:cNvGrpSpPr/>
            <p:nvPr/>
          </p:nvGrpSpPr>
          <p:grpSpPr>
            <a:xfrm>
              <a:off x="7441400" y="3766050"/>
              <a:ext cx="582050" cy="582425"/>
              <a:chOff x="959750" y="3039275"/>
              <a:chExt cx="582050" cy="582425"/>
            </a:xfrm>
          </p:grpSpPr>
          <p:sp>
            <p:nvSpPr>
              <p:cNvPr id="2030" name="Google Shape;2030;p5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50"/>
            <p:cNvGrpSpPr/>
            <p:nvPr/>
          </p:nvGrpSpPr>
          <p:grpSpPr>
            <a:xfrm>
              <a:off x="8194124" y="3824159"/>
              <a:ext cx="134004" cy="134004"/>
              <a:chOff x="8356813" y="1074288"/>
              <a:chExt cx="351900" cy="351900"/>
            </a:xfrm>
          </p:grpSpPr>
          <p:sp>
            <p:nvSpPr>
              <p:cNvPr id="2038" name="Google Shape;2038;p5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0"/>
            <p:cNvGrpSpPr/>
            <p:nvPr/>
          </p:nvGrpSpPr>
          <p:grpSpPr>
            <a:xfrm>
              <a:off x="8279686" y="4297459"/>
              <a:ext cx="134004" cy="134004"/>
              <a:chOff x="8356813" y="1074288"/>
              <a:chExt cx="351900" cy="351900"/>
            </a:xfrm>
          </p:grpSpPr>
          <p:sp>
            <p:nvSpPr>
              <p:cNvPr id="2041" name="Google Shape;2041;p5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3" name="Google Shape;2043;p50"/>
            <p:cNvSpPr/>
            <p:nvPr/>
          </p:nvSpPr>
          <p:spPr>
            <a:xfrm>
              <a:off x="8608325" y="2987900"/>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 name="Google Shape;2044;p50"/>
            <p:cNvGrpSpPr/>
            <p:nvPr/>
          </p:nvGrpSpPr>
          <p:grpSpPr>
            <a:xfrm>
              <a:off x="8498812" y="3538958"/>
              <a:ext cx="699928" cy="1651024"/>
              <a:chOff x="8337812" y="3492483"/>
              <a:chExt cx="699928" cy="1651024"/>
            </a:xfrm>
          </p:grpSpPr>
          <p:sp>
            <p:nvSpPr>
              <p:cNvPr id="2045" name="Google Shape;2045;p5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50"/>
            <p:cNvGrpSpPr/>
            <p:nvPr/>
          </p:nvGrpSpPr>
          <p:grpSpPr>
            <a:xfrm>
              <a:off x="8267753" y="4417410"/>
              <a:ext cx="1162043" cy="932702"/>
              <a:chOff x="7945225" y="4302000"/>
              <a:chExt cx="904666" cy="726121"/>
            </a:xfrm>
          </p:grpSpPr>
          <p:sp>
            <p:nvSpPr>
              <p:cNvPr id="2049" name="Google Shape;2049;p5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52" name="Google Shape;2052;p50"/>
          <p:cNvSpPr txBox="1"/>
          <p:nvPr>
            <p:ph type="title"/>
          </p:nvPr>
        </p:nvSpPr>
        <p:spPr>
          <a:xfrm>
            <a:off x="720000" y="539500"/>
            <a:ext cx="3672000" cy="93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2053" name="Google Shape;2053;p50"/>
          <p:cNvGrpSpPr/>
          <p:nvPr/>
        </p:nvGrpSpPr>
        <p:grpSpPr>
          <a:xfrm>
            <a:off x="-1178500" y="-783270"/>
            <a:ext cx="2584025" cy="5008632"/>
            <a:chOff x="-1178500" y="-783270"/>
            <a:chExt cx="2584025" cy="5008632"/>
          </a:xfrm>
        </p:grpSpPr>
        <p:sp>
          <p:nvSpPr>
            <p:cNvPr id="2054" name="Google Shape;2054;p50"/>
            <p:cNvSpPr/>
            <p:nvPr/>
          </p:nvSpPr>
          <p:spPr>
            <a:xfrm>
              <a:off x="-531025" y="-78327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0"/>
            <p:cNvSpPr/>
            <p:nvPr/>
          </p:nvSpPr>
          <p:spPr>
            <a:xfrm rot="10800000">
              <a:off x="-1178500" y="125138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 name="Google Shape;2056;p50"/>
            <p:cNvGrpSpPr/>
            <p:nvPr/>
          </p:nvGrpSpPr>
          <p:grpSpPr>
            <a:xfrm>
              <a:off x="-249814" y="105367"/>
              <a:ext cx="1269472" cy="868249"/>
              <a:chOff x="39722" y="4349021"/>
              <a:chExt cx="1061964" cy="726143"/>
            </a:xfrm>
          </p:grpSpPr>
          <p:grpSp>
            <p:nvGrpSpPr>
              <p:cNvPr id="2057" name="Google Shape;2057;p50"/>
              <p:cNvGrpSpPr/>
              <p:nvPr/>
            </p:nvGrpSpPr>
            <p:grpSpPr>
              <a:xfrm rot="2700000">
                <a:off x="140502" y="4460924"/>
                <a:ext cx="524584" cy="502337"/>
                <a:chOff x="1189791" y="-1767331"/>
                <a:chExt cx="904284" cy="865933"/>
              </a:xfrm>
            </p:grpSpPr>
            <p:sp>
              <p:nvSpPr>
                <p:cNvPr id="2058" name="Google Shape;2058;p5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50"/>
                <p:cNvGrpSpPr/>
                <p:nvPr/>
              </p:nvGrpSpPr>
              <p:grpSpPr>
                <a:xfrm>
                  <a:off x="1232795" y="-1740829"/>
                  <a:ext cx="717621" cy="717392"/>
                  <a:chOff x="1483457" y="3953671"/>
                  <a:chExt cx="717621" cy="717392"/>
                </a:xfrm>
              </p:grpSpPr>
              <p:sp>
                <p:nvSpPr>
                  <p:cNvPr id="2060" name="Google Shape;2060;p5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65" name="Google Shape;2065;p5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50"/>
            <p:cNvGrpSpPr/>
            <p:nvPr/>
          </p:nvGrpSpPr>
          <p:grpSpPr>
            <a:xfrm rot="5400000">
              <a:off x="966375" y="-246975"/>
              <a:ext cx="439200" cy="439100"/>
              <a:chOff x="1101075" y="2142375"/>
              <a:chExt cx="439200" cy="439100"/>
            </a:xfrm>
          </p:grpSpPr>
          <p:sp>
            <p:nvSpPr>
              <p:cNvPr id="2067" name="Google Shape;2067;p5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2" name="Shape 2072"/>
        <p:cNvGrpSpPr/>
        <p:nvPr/>
      </p:nvGrpSpPr>
      <p:grpSpPr>
        <a:xfrm>
          <a:off x="0" y="0"/>
          <a:ext cx="0" cy="0"/>
          <a:chOff x="0" y="0"/>
          <a:chExt cx="0" cy="0"/>
        </a:xfrm>
      </p:grpSpPr>
      <p:sp>
        <p:nvSpPr>
          <p:cNvPr id="2073" name="Google Shape;2073;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exercise - calculator</a:t>
            </a:r>
            <a:endParaRPr/>
          </a:p>
        </p:txBody>
      </p:sp>
      <p:sp>
        <p:nvSpPr>
          <p:cNvPr id="2074" name="Google Shape;2074;p51"/>
          <p:cNvSpPr txBox="1"/>
          <p:nvPr>
            <p:ph idx="1" type="subTitle"/>
          </p:nvPr>
        </p:nvSpPr>
        <p:spPr>
          <a:xfrm>
            <a:off x="713225" y="1160775"/>
            <a:ext cx="7710900" cy="34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latin typeface="IBM Plex Mono"/>
                <a:ea typeface="IBM Plex Mono"/>
                <a:cs typeface="IBM Plex Mono"/>
                <a:sym typeface="IBM Plex Mono"/>
              </a:rPr>
              <a:t>Objective:</a:t>
            </a:r>
            <a:endParaRPr b="1" sz="2000">
              <a:latin typeface="IBM Plex Mono"/>
              <a:ea typeface="IBM Plex Mono"/>
              <a:cs typeface="IBM Plex Mono"/>
              <a:sym typeface="IBM Plex Mono"/>
            </a:endParaRPr>
          </a:p>
          <a:p>
            <a:pPr indent="0" lvl="0" marL="0" rtl="0" algn="l">
              <a:spcBef>
                <a:spcPts val="0"/>
              </a:spcBef>
              <a:spcAft>
                <a:spcPts val="0"/>
              </a:spcAft>
              <a:buNone/>
            </a:pPr>
            <a:r>
              <a:rPr lang="en"/>
              <a:t>Introduce participants to basic coding concepts by building a </a:t>
            </a:r>
            <a:r>
              <a:rPr b="1" lang="en"/>
              <a:t>simple calculator</a:t>
            </a:r>
            <a:endParaRPr b="1"/>
          </a:p>
          <a:p>
            <a:pPr indent="0" lvl="0" marL="0" rtl="0" algn="l">
              <a:spcBef>
                <a:spcPts val="1000"/>
              </a:spcBef>
              <a:spcAft>
                <a:spcPts val="0"/>
              </a:spcAft>
              <a:buNone/>
            </a:pPr>
            <a:r>
              <a:rPr b="1" lang="en"/>
              <a:t>Instructions:</a:t>
            </a:r>
            <a:endParaRPr b="1"/>
          </a:p>
          <a:p>
            <a:pPr indent="-317500" lvl="0" marL="457200" rtl="0" algn="l">
              <a:spcBef>
                <a:spcPts val="0"/>
              </a:spcBef>
              <a:spcAft>
                <a:spcPts val="0"/>
              </a:spcAft>
              <a:buSzPts val="1400"/>
              <a:buAutoNum type="arabicPeriod"/>
            </a:pPr>
            <a:r>
              <a:rPr lang="en"/>
              <a:t>Open a Python development environment and write the following code:</a:t>
            </a:r>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 Simple Calculator</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num1 = int(input("Enter the first number: "))</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num2 = int(input("Enter the second number: "))</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print("Sum:", num1 + num2)</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print("Difference:", num1 - num2)</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print("Product:", num1 * num2)</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print("Quotient:", num1 / num2)</a:t>
            </a:r>
            <a:endParaRPr>
              <a:solidFill>
                <a:schemeClr val="dk2"/>
              </a:solidFill>
              <a:latin typeface="IBM Plex Mono Medium"/>
              <a:ea typeface="IBM Plex Mono Medium"/>
              <a:cs typeface="IBM Plex Mono Medium"/>
              <a:sym typeface="IBM Plex Mono Medium"/>
            </a:endParaRPr>
          </a:p>
          <a:p>
            <a:pPr indent="-317500" lvl="0" marL="457200" rtl="0" algn="l">
              <a:spcBef>
                <a:spcPts val="0"/>
              </a:spcBef>
              <a:spcAft>
                <a:spcPts val="0"/>
              </a:spcAft>
              <a:buSzPts val="1400"/>
              <a:buAutoNum type="arabicPeriod"/>
            </a:pPr>
            <a:r>
              <a:rPr lang="en"/>
              <a:t>Run the program and experiment with different numbers</a:t>
            </a:r>
            <a:endParaRPr/>
          </a:p>
          <a:p>
            <a:pPr indent="-317500" lvl="0" marL="457200" rtl="0" algn="l">
              <a:spcBef>
                <a:spcPts val="0"/>
              </a:spcBef>
              <a:spcAft>
                <a:spcPts val="0"/>
              </a:spcAft>
              <a:buSzPts val="1400"/>
              <a:buAutoNum type="arabicPeriod"/>
            </a:pPr>
            <a:r>
              <a:rPr lang="en"/>
              <a:t>Observe the output</a:t>
            </a:r>
            <a:endParaRPr/>
          </a:p>
          <a:p>
            <a:pPr indent="0" lvl="0" marL="457200" rtl="0" algn="l">
              <a:spcBef>
                <a:spcPts val="1000"/>
              </a:spcBef>
              <a:spcAft>
                <a:spcPts val="0"/>
              </a:spcAft>
              <a:buNone/>
            </a:pPr>
            <a:r>
              <a:t/>
            </a:r>
            <a:endParaRPr/>
          </a:p>
          <a:p>
            <a:pPr indent="0" lvl="0" marL="457200" rtl="0" algn="l">
              <a:spcBef>
                <a:spcPts val="1000"/>
              </a:spcBef>
              <a:spcAft>
                <a:spcPts val="0"/>
              </a:spcAft>
              <a:buNone/>
            </a:pPr>
            <a:r>
              <a:t/>
            </a:r>
            <a:endParaRPr/>
          </a:p>
          <a:p>
            <a:pPr indent="0" lvl="0" marL="457200" rtl="0" algn="l">
              <a:spcBef>
                <a:spcPts val="1000"/>
              </a:spcBef>
              <a:spcAft>
                <a:spcPts val="0"/>
              </a:spcAft>
              <a:buNone/>
            </a:pPr>
            <a:r>
              <a:t/>
            </a:r>
            <a:endParaRPr/>
          </a:p>
          <a:p>
            <a:pPr indent="0" lvl="0" marL="457200" rtl="0" algn="l">
              <a:spcBef>
                <a:spcPts val="1000"/>
              </a:spcBef>
              <a:spcAft>
                <a:spcPts val="100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8" name="Shape 2078"/>
        <p:cNvGrpSpPr/>
        <p:nvPr/>
      </p:nvGrpSpPr>
      <p:grpSpPr>
        <a:xfrm>
          <a:off x="0" y="0"/>
          <a:ext cx="0" cy="0"/>
          <a:chOff x="0" y="0"/>
          <a:chExt cx="0" cy="0"/>
        </a:xfrm>
      </p:grpSpPr>
      <p:sp>
        <p:nvSpPr>
          <p:cNvPr id="2079" name="Google Shape;2079;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Brainstorm and idea generation</a:t>
            </a:r>
            <a:endParaRPr/>
          </a:p>
        </p:txBody>
      </p:sp>
      <p:sp>
        <p:nvSpPr>
          <p:cNvPr id="2080" name="Google Shape;2080;p52"/>
          <p:cNvSpPr txBox="1"/>
          <p:nvPr/>
        </p:nvSpPr>
        <p:spPr>
          <a:xfrm>
            <a:off x="786313" y="26592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Power 1</a:t>
            </a:r>
            <a:endParaRPr b="1" sz="2000">
              <a:solidFill>
                <a:schemeClr val="dk1"/>
              </a:solidFill>
              <a:latin typeface="IBM Plex Mono"/>
              <a:ea typeface="IBM Plex Mono"/>
              <a:cs typeface="IBM Plex Mono"/>
              <a:sym typeface="IBM Plex Mono"/>
            </a:endParaRPr>
          </a:p>
        </p:txBody>
      </p:sp>
      <p:sp>
        <p:nvSpPr>
          <p:cNvPr id="2081" name="Google Shape;2081;p52"/>
          <p:cNvSpPr txBox="1"/>
          <p:nvPr/>
        </p:nvSpPr>
        <p:spPr>
          <a:xfrm>
            <a:off x="2874688" y="17860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Earth</a:t>
            </a:r>
            <a:endParaRPr b="1" sz="2000">
              <a:solidFill>
                <a:schemeClr val="dk1"/>
              </a:solidFill>
              <a:latin typeface="IBM Plex Mono"/>
              <a:ea typeface="IBM Plex Mono"/>
              <a:cs typeface="IBM Plex Mono"/>
              <a:sym typeface="IBM Plex Mono"/>
            </a:endParaRPr>
          </a:p>
        </p:txBody>
      </p:sp>
      <p:sp>
        <p:nvSpPr>
          <p:cNvPr id="2082" name="Google Shape;2082;p52"/>
          <p:cNvSpPr txBox="1"/>
          <p:nvPr/>
        </p:nvSpPr>
        <p:spPr>
          <a:xfrm>
            <a:off x="6375888" y="1359913"/>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It’s the smallest planet of them all</a:t>
            </a:r>
            <a:endParaRPr>
              <a:solidFill>
                <a:schemeClr val="dk1"/>
              </a:solidFill>
              <a:latin typeface="Be Vietnam Pro"/>
              <a:ea typeface="Be Vietnam Pro"/>
              <a:cs typeface="Be Vietnam Pro"/>
              <a:sym typeface="Be Vietnam Pro"/>
            </a:endParaRPr>
          </a:p>
        </p:txBody>
      </p:sp>
      <p:sp>
        <p:nvSpPr>
          <p:cNvPr id="2083" name="Google Shape;2083;p52"/>
          <p:cNvSpPr txBox="1"/>
          <p:nvPr/>
        </p:nvSpPr>
        <p:spPr>
          <a:xfrm>
            <a:off x="4963088" y="14317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p:txBody>
      </p:sp>
      <p:sp>
        <p:nvSpPr>
          <p:cNvPr id="2084" name="Google Shape;2084;p52"/>
          <p:cNvSpPr txBox="1"/>
          <p:nvPr/>
        </p:nvSpPr>
        <p:spPr>
          <a:xfrm>
            <a:off x="6375888" y="2068513"/>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Venus i</a:t>
            </a:r>
            <a:r>
              <a:rPr lang="en">
                <a:solidFill>
                  <a:schemeClr val="dk1"/>
                </a:solidFill>
                <a:latin typeface="Be Vietnam Pro"/>
                <a:ea typeface="Be Vietnam Pro"/>
                <a:cs typeface="Be Vietnam Pro"/>
                <a:sym typeface="Be Vietnam Pro"/>
              </a:rPr>
              <a:t>s the second planet from the Sun</a:t>
            </a:r>
            <a:endParaRPr>
              <a:solidFill>
                <a:schemeClr val="dk1"/>
              </a:solidFill>
              <a:latin typeface="Be Vietnam Pro"/>
              <a:ea typeface="Be Vietnam Pro"/>
              <a:cs typeface="Be Vietnam Pro"/>
              <a:sym typeface="Be Vietnam Pro"/>
            </a:endParaRPr>
          </a:p>
        </p:txBody>
      </p:sp>
      <p:sp>
        <p:nvSpPr>
          <p:cNvPr id="2085" name="Google Shape;2085;p52"/>
          <p:cNvSpPr txBox="1"/>
          <p:nvPr/>
        </p:nvSpPr>
        <p:spPr>
          <a:xfrm>
            <a:off x="4963088" y="21403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Venus</a:t>
            </a:r>
            <a:endParaRPr b="1" sz="2000">
              <a:solidFill>
                <a:schemeClr val="dk1"/>
              </a:solidFill>
              <a:latin typeface="IBM Plex Mono"/>
              <a:ea typeface="IBM Plex Mono"/>
              <a:cs typeface="IBM Plex Mono"/>
              <a:sym typeface="IBM Plex Mono"/>
            </a:endParaRPr>
          </a:p>
        </p:txBody>
      </p:sp>
      <p:sp>
        <p:nvSpPr>
          <p:cNvPr id="2086" name="Google Shape;2086;p52"/>
          <p:cNvSpPr txBox="1"/>
          <p:nvPr/>
        </p:nvSpPr>
        <p:spPr>
          <a:xfrm>
            <a:off x="2874688" y="35325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Mars</a:t>
            </a:r>
            <a:endParaRPr b="1" sz="2000">
              <a:solidFill>
                <a:schemeClr val="dk1"/>
              </a:solidFill>
              <a:latin typeface="IBM Plex Mono"/>
              <a:ea typeface="IBM Plex Mono"/>
              <a:cs typeface="IBM Plex Mono"/>
              <a:sym typeface="IBM Plex Mono"/>
            </a:endParaRPr>
          </a:p>
        </p:txBody>
      </p:sp>
      <p:sp>
        <p:nvSpPr>
          <p:cNvPr id="2087" name="Google Shape;2087;p52"/>
          <p:cNvSpPr txBox="1"/>
          <p:nvPr/>
        </p:nvSpPr>
        <p:spPr>
          <a:xfrm>
            <a:off x="6375888" y="3106338"/>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It’s the farthest planet from the Sun</a:t>
            </a:r>
            <a:endParaRPr>
              <a:solidFill>
                <a:schemeClr val="dk1"/>
              </a:solidFill>
              <a:latin typeface="Be Vietnam Pro"/>
              <a:ea typeface="Be Vietnam Pro"/>
              <a:cs typeface="Be Vietnam Pro"/>
              <a:sym typeface="Be Vietnam Pro"/>
            </a:endParaRPr>
          </a:p>
        </p:txBody>
      </p:sp>
      <p:sp>
        <p:nvSpPr>
          <p:cNvPr id="2088" name="Google Shape;2088;p52"/>
          <p:cNvSpPr txBox="1"/>
          <p:nvPr/>
        </p:nvSpPr>
        <p:spPr>
          <a:xfrm>
            <a:off x="4963088" y="31782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Neptune</a:t>
            </a:r>
            <a:endParaRPr b="1" sz="2000">
              <a:solidFill>
                <a:schemeClr val="dk1"/>
              </a:solidFill>
              <a:latin typeface="IBM Plex Mono"/>
              <a:ea typeface="IBM Plex Mono"/>
              <a:cs typeface="IBM Plex Mono"/>
              <a:sym typeface="IBM Plex Mono"/>
            </a:endParaRPr>
          </a:p>
        </p:txBody>
      </p:sp>
      <p:sp>
        <p:nvSpPr>
          <p:cNvPr id="2089" name="Google Shape;2089;p52"/>
          <p:cNvSpPr txBox="1"/>
          <p:nvPr/>
        </p:nvSpPr>
        <p:spPr>
          <a:xfrm>
            <a:off x="6375888" y="3814938"/>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Saturn was named after a Roman god</a:t>
            </a:r>
            <a:endParaRPr>
              <a:solidFill>
                <a:schemeClr val="dk1"/>
              </a:solidFill>
              <a:latin typeface="Be Vietnam Pro"/>
              <a:ea typeface="Be Vietnam Pro"/>
              <a:cs typeface="Be Vietnam Pro"/>
              <a:sym typeface="Be Vietnam Pro"/>
            </a:endParaRPr>
          </a:p>
        </p:txBody>
      </p:sp>
      <p:sp>
        <p:nvSpPr>
          <p:cNvPr id="2090" name="Google Shape;2090;p52"/>
          <p:cNvSpPr txBox="1"/>
          <p:nvPr/>
        </p:nvSpPr>
        <p:spPr>
          <a:xfrm>
            <a:off x="4963088" y="38868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cxnSp>
        <p:nvCxnSpPr>
          <p:cNvPr id="2091" name="Google Shape;2091;p52"/>
          <p:cNvCxnSpPr>
            <a:stCxn id="2080" idx="3"/>
            <a:endCxn id="2081" idx="1"/>
          </p:cNvCxnSpPr>
          <p:nvPr/>
        </p:nvCxnSpPr>
        <p:spPr>
          <a:xfrm flipH="1" rot="10800000">
            <a:off x="2063113" y="2000475"/>
            <a:ext cx="811500" cy="873300"/>
          </a:xfrm>
          <a:prstGeom prst="bentConnector3">
            <a:avLst>
              <a:gd fmla="val 50005" name="adj1"/>
            </a:avLst>
          </a:prstGeom>
          <a:noFill/>
          <a:ln cap="flat" cmpd="sng" w="9525">
            <a:solidFill>
              <a:schemeClr val="lt2"/>
            </a:solidFill>
            <a:prstDash val="solid"/>
            <a:round/>
            <a:headEnd len="med" w="med" type="none"/>
            <a:tailEnd len="med" w="med" type="none"/>
          </a:ln>
        </p:spPr>
      </p:cxnSp>
      <p:cxnSp>
        <p:nvCxnSpPr>
          <p:cNvPr id="2092" name="Google Shape;2092;p52"/>
          <p:cNvCxnSpPr>
            <a:stCxn id="2080" idx="3"/>
            <a:endCxn id="2086" idx="1"/>
          </p:cNvCxnSpPr>
          <p:nvPr/>
        </p:nvCxnSpPr>
        <p:spPr>
          <a:xfrm>
            <a:off x="2063113" y="2873775"/>
            <a:ext cx="811500" cy="873300"/>
          </a:xfrm>
          <a:prstGeom prst="bentConnector3">
            <a:avLst>
              <a:gd fmla="val 50005" name="adj1"/>
            </a:avLst>
          </a:prstGeom>
          <a:noFill/>
          <a:ln cap="flat" cmpd="sng" w="9525">
            <a:solidFill>
              <a:schemeClr val="lt2"/>
            </a:solidFill>
            <a:prstDash val="solid"/>
            <a:round/>
            <a:headEnd len="med" w="med" type="none"/>
            <a:tailEnd len="med" w="med" type="none"/>
          </a:ln>
        </p:spPr>
      </p:cxnSp>
      <p:cxnSp>
        <p:nvCxnSpPr>
          <p:cNvPr id="2093" name="Google Shape;2093;p52"/>
          <p:cNvCxnSpPr>
            <a:stCxn id="2081" idx="3"/>
            <a:endCxn id="2083" idx="1"/>
          </p:cNvCxnSpPr>
          <p:nvPr/>
        </p:nvCxnSpPr>
        <p:spPr>
          <a:xfrm flipH="1" rot="10800000">
            <a:off x="4151488" y="1646275"/>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4" name="Google Shape;2094;p52"/>
          <p:cNvCxnSpPr>
            <a:stCxn id="2081" idx="3"/>
            <a:endCxn id="2085" idx="1"/>
          </p:cNvCxnSpPr>
          <p:nvPr/>
        </p:nvCxnSpPr>
        <p:spPr>
          <a:xfrm>
            <a:off x="4151488" y="2000575"/>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5" name="Google Shape;2095;p52"/>
          <p:cNvCxnSpPr>
            <a:stCxn id="2086" idx="3"/>
            <a:endCxn id="2088" idx="1"/>
          </p:cNvCxnSpPr>
          <p:nvPr/>
        </p:nvCxnSpPr>
        <p:spPr>
          <a:xfrm flipH="1" rot="10800000">
            <a:off x="4151488" y="3392700"/>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6" name="Google Shape;2096;p52"/>
          <p:cNvCxnSpPr>
            <a:stCxn id="2086" idx="3"/>
            <a:endCxn id="2090" idx="1"/>
          </p:cNvCxnSpPr>
          <p:nvPr/>
        </p:nvCxnSpPr>
        <p:spPr>
          <a:xfrm>
            <a:off x="4151488" y="3747000"/>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0" name="Shape 2100"/>
        <p:cNvGrpSpPr/>
        <p:nvPr/>
      </p:nvGrpSpPr>
      <p:grpSpPr>
        <a:xfrm>
          <a:off x="0" y="0"/>
          <a:ext cx="0" cy="0"/>
          <a:chOff x="0" y="0"/>
          <a:chExt cx="0" cy="0"/>
        </a:xfrm>
      </p:grpSpPr>
      <p:sp>
        <p:nvSpPr>
          <p:cNvPr id="2101" name="Google Shape;2101;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 topic and details</a:t>
            </a:r>
            <a:endParaRPr/>
          </a:p>
        </p:txBody>
      </p:sp>
      <p:sp>
        <p:nvSpPr>
          <p:cNvPr id="2102" name="Google Shape;2102;p53"/>
          <p:cNvSpPr txBox="1"/>
          <p:nvPr/>
        </p:nvSpPr>
        <p:spPr>
          <a:xfrm>
            <a:off x="5779527" y="1925418"/>
            <a:ext cx="21021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It’s the farthest planet from the Sun</a:t>
            </a:r>
            <a:endParaRPr>
              <a:solidFill>
                <a:schemeClr val="dk1"/>
              </a:solidFill>
              <a:latin typeface="Be Vietnam Pro"/>
              <a:ea typeface="Be Vietnam Pro"/>
              <a:cs typeface="Be Vietnam Pro"/>
              <a:sym typeface="Be Vietnam Pro"/>
            </a:endParaRPr>
          </a:p>
        </p:txBody>
      </p:sp>
      <p:sp>
        <p:nvSpPr>
          <p:cNvPr id="2103" name="Google Shape;2103;p53"/>
          <p:cNvSpPr txBox="1"/>
          <p:nvPr/>
        </p:nvSpPr>
        <p:spPr>
          <a:xfrm>
            <a:off x="5779525" y="3123802"/>
            <a:ext cx="21021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104" name="Google Shape;2104;p53"/>
          <p:cNvSpPr txBox="1"/>
          <p:nvPr/>
        </p:nvSpPr>
        <p:spPr>
          <a:xfrm>
            <a:off x="1262375" y="1497640"/>
            <a:ext cx="21021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Mars</a:t>
            </a:r>
            <a:endParaRPr b="1" sz="2000">
              <a:solidFill>
                <a:schemeClr val="dk1"/>
              </a:solidFill>
              <a:latin typeface="IBM Plex Mono"/>
              <a:ea typeface="IBM Plex Mono"/>
              <a:cs typeface="IBM Plex Mono"/>
              <a:sym typeface="IBM Plex Mono"/>
            </a:endParaRPr>
          </a:p>
        </p:txBody>
      </p:sp>
      <p:sp>
        <p:nvSpPr>
          <p:cNvPr id="2105" name="Google Shape;2105;p53"/>
          <p:cNvSpPr txBox="1"/>
          <p:nvPr/>
        </p:nvSpPr>
        <p:spPr>
          <a:xfrm>
            <a:off x="5779525" y="1497625"/>
            <a:ext cx="21021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Neptune</a:t>
            </a:r>
            <a:endParaRPr b="1" sz="2000">
              <a:solidFill>
                <a:schemeClr val="dk1"/>
              </a:solidFill>
              <a:latin typeface="IBM Plex Mono"/>
              <a:ea typeface="IBM Plex Mono"/>
              <a:cs typeface="IBM Plex Mono"/>
              <a:sym typeface="IBM Plex Mono"/>
            </a:endParaRPr>
          </a:p>
        </p:txBody>
      </p:sp>
      <p:sp>
        <p:nvSpPr>
          <p:cNvPr id="2106" name="Google Shape;2106;p53"/>
          <p:cNvSpPr txBox="1"/>
          <p:nvPr/>
        </p:nvSpPr>
        <p:spPr>
          <a:xfrm>
            <a:off x="1262375" y="3551587"/>
            <a:ext cx="2102100" cy="66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Be Vietnam Pro"/>
                <a:ea typeface="Be Vietnam Pro"/>
                <a:cs typeface="Be Vietnam Pro"/>
                <a:sym typeface="Be Vietnam Pro"/>
              </a:rPr>
              <a:t>Jupiter is the biggest planet of them all</a:t>
            </a:r>
            <a:endParaRPr>
              <a:solidFill>
                <a:schemeClr val="dk1"/>
              </a:solidFill>
              <a:latin typeface="Be Vietnam Pro"/>
              <a:ea typeface="Be Vietnam Pro"/>
              <a:cs typeface="Be Vietnam Pro"/>
              <a:sym typeface="Be Vietnam Pro"/>
            </a:endParaRPr>
          </a:p>
        </p:txBody>
      </p:sp>
      <p:sp>
        <p:nvSpPr>
          <p:cNvPr id="2107" name="Google Shape;2107;p53"/>
          <p:cNvSpPr txBox="1"/>
          <p:nvPr/>
        </p:nvSpPr>
        <p:spPr>
          <a:xfrm>
            <a:off x="5779527" y="3551574"/>
            <a:ext cx="21021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It’</a:t>
            </a:r>
            <a:r>
              <a:rPr lang="en">
                <a:solidFill>
                  <a:schemeClr val="dk1"/>
                </a:solidFill>
                <a:latin typeface="Be Vietnam Pro"/>
                <a:ea typeface="Be Vietnam Pro"/>
                <a:cs typeface="Be Vietnam Pro"/>
                <a:sym typeface="Be Vietnam Pro"/>
              </a:rPr>
              <a:t>s a gas giant and has </a:t>
            </a:r>
            <a:r>
              <a:rPr b="1" lang="en">
                <a:solidFill>
                  <a:schemeClr val="dk1"/>
                </a:solidFill>
                <a:latin typeface="Be Vietnam Pro"/>
                <a:ea typeface="Be Vietnam Pro"/>
                <a:cs typeface="Be Vietnam Pro"/>
                <a:sym typeface="Be Vietnam Pro"/>
              </a:rPr>
              <a:t>several rings</a:t>
            </a:r>
            <a:endParaRPr b="1">
              <a:solidFill>
                <a:schemeClr val="dk1"/>
              </a:solidFill>
              <a:latin typeface="Be Vietnam Pro"/>
              <a:ea typeface="Be Vietnam Pro"/>
              <a:cs typeface="Be Vietnam Pro"/>
              <a:sym typeface="Be Vietnam Pro"/>
            </a:endParaRPr>
          </a:p>
        </p:txBody>
      </p:sp>
      <p:sp>
        <p:nvSpPr>
          <p:cNvPr id="2108" name="Google Shape;2108;p53"/>
          <p:cNvSpPr txBox="1"/>
          <p:nvPr/>
        </p:nvSpPr>
        <p:spPr>
          <a:xfrm>
            <a:off x="1262375" y="3123817"/>
            <a:ext cx="21021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Jupiter</a:t>
            </a:r>
            <a:endParaRPr b="1" sz="2000">
              <a:solidFill>
                <a:schemeClr val="dk1"/>
              </a:solidFill>
              <a:latin typeface="IBM Plex Mono"/>
              <a:ea typeface="IBM Plex Mono"/>
              <a:cs typeface="IBM Plex Mono"/>
              <a:sym typeface="IBM Plex Mono"/>
            </a:endParaRPr>
          </a:p>
        </p:txBody>
      </p:sp>
      <p:grpSp>
        <p:nvGrpSpPr>
          <p:cNvPr id="2109" name="Google Shape;2109;p53"/>
          <p:cNvGrpSpPr/>
          <p:nvPr/>
        </p:nvGrpSpPr>
        <p:grpSpPr>
          <a:xfrm>
            <a:off x="3994484" y="2326823"/>
            <a:ext cx="1155299" cy="1155149"/>
            <a:chOff x="4085864" y="2304898"/>
            <a:chExt cx="972392" cy="972266"/>
          </a:xfrm>
        </p:grpSpPr>
        <p:sp>
          <p:nvSpPr>
            <p:cNvPr id="2110" name="Google Shape;2110;p53"/>
            <p:cNvSpPr/>
            <p:nvPr/>
          </p:nvSpPr>
          <p:spPr>
            <a:xfrm>
              <a:off x="4085864" y="2304898"/>
              <a:ext cx="972392" cy="972266"/>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4216324" y="2435989"/>
              <a:ext cx="711094" cy="711094"/>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4393593" y="2614898"/>
              <a:ext cx="355673" cy="352267"/>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3" name="Google Shape;2113;p53"/>
          <p:cNvSpPr txBox="1"/>
          <p:nvPr/>
        </p:nvSpPr>
        <p:spPr>
          <a:xfrm>
            <a:off x="1262375" y="1925431"/>
            <a:ext cx="2102100" cy="66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Be Vietnam Pro"/>
                <a:ea typeface="Be Vietnam Pro"/>
                <a:cs typeface="Be Vietnam Pro"/>
                <a:sym typeface="Be Vietnam Pro"/>
              </a:rPr>
              <a:t>Despite being red, Mars is </a:t>
            </a:r>
            <a:r>
              <a:rPr b="1" lang="en">
                <a:solidFill>
                  <a:schemeClr val="dk1"/>
                </a:solidFill>
                <a:latin typeface="Be Vietnam Pro"/>
                <a:ea typeface="Be Vietnam Pro"/>
                <a:cs typeface="Be Vietnam Pro"/>
                <a:sym typeface="Be Vietnam Pro"/>
              </a:rPr>
              <a:t>very cold</a:t>
            </a:r>
            <a:endParaRPr b="1">
              <a:solidFill>
                <a:schemeClr val="dk1"/>
              </a:solidFill>
              <a:latin typeface="Be Vietnam Pro"/>
              <a:ea typeface="Be Vietnam Pro"/>
              <a:cs typeface="Be Vietnam Pro"/>
              <a:sym typeface="Be Vietnam Pro"/>
            </a:endParaRPr>
          </a:p>
        </p:txBody>
      </p:sp>
      <p:cxnSp>
        <p:nvCxnSpPr>
          <p:cNvPr id="2114" name="Google Shape;2114;p53"/>
          <p:cNvCxnSpPr>
            <a:stCxn id="2104" idx="3"/>
          </p:cNvCxnSpPr>
          <p:nvPr/>
        </p:nvCxnSpPr>
        <p:spPr>
          <a:xfrm>
            <a:off x="3364475" y="1749640"/>
            <a:ext cx="841200" cy="7371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15" name="Google Shape;2115;p53"/>
          <p:cNvCxnSpPr>
            <a:stCxn id="2108" idx="3"/>
          </p:cNvCxnSpPr>
          <p:nvPr/>
        </p:nvCxnSpPr>
        <p:spPr>
          <a:xfrm>
            <a:off x="3364475" y="3375817"/>
            <a:ext cx="909300" cy="6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16" name="Google Shape;2116;p53"/>
          <p:cNvCxnSpPr>
            <a:stCxn id="2105" idx="1"/>
          </p:cNvCxnSpPr>
          <p:nvPr/>
        </p:nvCxnSpPr>
        <p:spPr>
          <a:xfrm flipH="1">
            <a:off x="5053525" y="1749625"/>
            <a:ext cx="726000" cy="870300"/>
          </a:xfrm>
          <a:prstGeom prst="bentConnector2">
            <a:avLst/>
          </a:prstGeom>
          <a:noFill/>
          <a:ln cap="flat" cmpd="sng" w="9525">
            <a:solidFill>
              <a:schemeClr val="lt2"/>
            </a:solidFill>
            <a:prstDash val="solid"/>
            <a:round/>
            <a:headEnd len="med" w="med" type="oval"/>
            <a:tailEnd len="med" w="med" type="none"/>
          </a:ln>
        </p:spPr>
      </p:cxnSp>
      <p:cxnSp>
        <p:nvCxnSpPr>
          <p:cNvPr id="2117" name="Google Shape;2117;p53"/>
          <p:cNvCxnSpPr>
            <a:stCxn id="2103" idx="1"/>
          </p:cNvCxnSpPr>
          <p:nvPr/>
        </p:nvCxnSpPr>
        <p:spPr>
          <a:xfrm rot="10800000">
            <a:off x="4860025" y="3080302"/>
            <a:ext cx="919500" cy="295500"/>
          </a:xfrm>
          <a:prstGeom prst="bentConnector3">
            <a:avLst>
              <a:gd fmla="val 50000" name="adj1"/>
            </a:avLst>
          </a:prstGeom>
          <a:noFill/>
          <a:ln cap="flat" cmpd="sng" w="9525">
            <a:solidFill>
              <a:schemeClr val="lt2"/>
            </a:solidFill>
            <a:prstDash val="solid"/>
            <a:round/>
            <a:headEnd len="med" w="med" type="oval"/>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1" name="Shape 2121"/>
        <p:cNvGrpSpPr/>
        <p:nvPr/>
      </p:nvGrpSpPr>
      <p:grpSpPr>
        <a:xfrm>
          <a:off x="0" y="0"/>
          <a:ext cx="0" cy="0"/>
          <a:chOff x="0" y="0"/>
          <a:chExt cx="0" cy="0"/>
        </a:xfrm>
      </p:grpSpPr>
      <p:sp>
        <p:nvSpPr>
          <p:cNvPr id="2122" name="Google Shape;2122;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opular programming languages</a:t>
            </a:r>
            <a:endParaRPr/>
          </a:p>
        </p:txBody>
      </p:sp>
      <p:sp>
        <p:nvSpPr>
          <p:cNvPr id="2123" name="Google Shape;2123;p54"/>
          <p:cNvSpPr txBox="1"/>
          <p:nvPr/>
        </p:nvSpPr>
        <p:spPr>
          <a:xfrm>
            <a:off x="4020025" y="1365213"/>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Mercury is the closest planet to the Sun and the </a:t>
            </a:r>
            <a:r>
              <a:rPr b="1" lang="en">
                <a:solidFill>
                  <a:schemeClr val="dk1"/>
                </a:solidFill>
                <a:latin typeface="Be Vietnam Pro"/>
                <a:ea typeface="Be Vietnam Pro"/>
                <a:cs typeface="Be Vietnam Pro"/>
                <a:sym typeface="Be Vietnam Pro"/>
              </a:rPr>
              <a:t>smallest</a:t>
            </a:r>
            <a:r>
              <a:rPr lang="en">
                <a:solidFill>
                  <a:schemeClr val="dk1"/>
                </a:solidFill>
                <a:latin typeface="Be Vietnam Pro"/>
                <a:ea typeface="Be Vietnam Pro"/>
                <a:cs typeface="Be Vietnam Pro"/>
                <a:sym typeface="Be Vietnam Pro"/>
              </a:rPr>
              <a:t> of them all</a:t>
            </a:r>
            <a:endParaRPr>
              <a:solidFill>
                <a:schemeClr val="dk1"/>
              </a:solidFill>
              <a:latin typeface="Be Vietnam Pro"/>
              <a:ea typeface="Be Vietnam Pro"/>
              <a:cs typeface="Be Vietnam Pro"/>
              <a:sym typeface="Be Vietnam Pro"/>
            </a:endParaRPr>
          </a:p>
        </p:txBody>
      </p:sp>
      <p:sp>
        <p:nvSpPr>
          <p:cNvPr id="2124" name="Google Shape;2124;p54"/>
          <p:cNvSpPr txBox="1"/>
          <p:nvPr/>
        </p:nvSpPr>
        <p:spPr>
          <a:xfrm>
            <a:off x="2183175" y="1363563"/>
            <a:ext cx="13134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Neptune</a:t>
            </a:r>
            <a:endParaRPr b="1" sz="2000">
              <a:solidFill>
                <a:schemeClr val="dk1"/>
              </a:solidFill>
              <a:latin typeface="IBM Plex Mono"/>
              <a:ea typeface="IBM Plex Mono"/>
              <a:cs typeface="IBM Plex Mono"/>
              <a:sym typeface="IBM Plex Mono"/>
            </a:endParaRPr>
          </a:p>
        </p:txBody>
      </p:sp>
      <p:sp>
        <p:nvSpPr>
          <p:cNvPr id="2125" name="Google Shape;2125;p54"/>
          <p:cNvSpPr txBox="1"/>
          <p:nvPr/>
        </p:nvSpPr>
        <p:spPr>
          <a:xfrm>
            <a:off x="782975" y="1363563"/>
            <a:ext cx="722400" cy="576000"/>
          </a:xfrm>
          <a:prstGeom prst="rect">
            <a:avLst/>
          </a:prstGeom>
          <a:noFill/>
          <a:ln>
            <a:noFill/>
          </a:ln>
        </p:spPr>
        <p:txBody>
          <a:bodyPr anchorCtr="0" anchor="ctr" bIns="91425" lIns="91425" spcFirstLastPara="1" rIns="91425" wrap="none" tIns="91425">
            <a:noAutofit/>
          </a:bodyPr>
          <a:lstStyle/>
          <a:p>
            <a:pPr indent="0" lvl="0" marL="0" rtl="0" algn="r">
              <a:lnSpc>
                <a:spcPct val="100000"/>
              </a:lnSpc>
              <a:spcBef>
                <a:spcPts val="0"/>
              </a:spcBef>
              <a:spcAft>
                <a:spcPts val="0"/>
              </a:spcAft>
              <a:buNone/>
            </a:pPr>
            <a:r>
              <a:rPr b="1" lang="en" sz="3000">
                <a:solidFill>
                  <a:schemeClr val="dk2"/>
                </a:solidFill>
                <a:latin typeface="Be Vietnam Pro"/>
                <a:ea typeface="Be Vietnam Pro"/>
                <a:cs typeface="Be Vietnam Pro"/>
                <a:sym typeface="Be Vietnam Pro"/>
              </a:rPr>
              <a:t>01</a:t>
            </a:r>
            <a:endParaRPr b="1" sz="3000">
              <a:solidFill>
                <a:schemeClr val="dk2"/>
              </a:solidFill>
              <a:latin typeface="Be Vietnam Pro"/>
              <a:ea typeface="Be Vietnam Pro"/>
              <a:cs typeface="Be Vietnam Pro"/>
              <a:sym typeface="Be Vietnam Pro"/>
            </a:endParaRPr>
          </a:p>
        </p:txBody>
      </p:sp>
      <p:sp>
        <p:nvSpPr>
          <p:cNvPr id="2126" name="Google Shape;2126;p54"/>
          <p:cNvSpPr txBox="1"/>
          <p:nvPr/>
        </p:nvSpPr>
        <p:spPr>
          <a:xfrm>
            <a:off x="4020025" y="226410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Venus has a beautiful name and is the </a:t>
            </a:r>
            <a:r>
              <a:rPr b="1" lang="en">
                <a:solidFill>
                  <a:schemeClr val="dk1"/>
                </a:solidFill>
                <a:latin typeface="Be Vietnam Pro"/>
                <a:ea typeface="Be Vietnam Pro"/>
                <a:cs typeface="Be Vietnam Pro"/>
                <a:sym typeface="Be Vietnam Pro"/>
              </a:rPr>
              <a:t>second planet from the Sun</a:t>
            </a:r>
            <a:endParaRPr b="1">
              <a:solidFill>
                <a:schemeClr val="dk1"/>
              </a:solidFill>
              <a:latin typeface="Be Vietnam Pro"/>
              <a:ea typeface="Be Vietnam Pro"/>
              <a:cs typeface="Be Vietnam Pro"/>
              <a:sym typeface="Be Vietnam Pro"/>
            </a:endParaRPr>
          </a:p>
        </p:txBody>
      </p:sp>
      <p:sp>
        <p:nvSpPr>
          <p:cNvPr id="2127" name="Google Shape;2127;p54"/>
          <p:cNvSpPr txBox="1"/>
          <p:nvPr/>
        </p:nvSpPr>
        <p:spPr>
          <a:xfrm>
            <a:off x="2183175" y="2262450"/>
            <a:ext cx="10071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Venus</a:t>
            </a:r>
            <a:endParaRPr b="1" sz="2000">
              <a:solidFill>
                <a:schemeClr val="dk1"/>
              </a:solidFill>
              <a:latin typeface="IBM Plex Mono"/>
              <a:ea typeface="IBM Plex Mono"/>
              <a:cs typeface="IBM Plex Mono"/>
              <a:sym typeface="IBM Plex Mono"/>
            </a:endParaRPr>
          </a:p>
        </p:txBody>
      </p:sp>
      <p:sp>
        <p:nvSpPr>
          <p:cNvPr id="2128" name="Google Shape;2128;p54"/>
          <p:cNvSpPr txBox="1"/>
          <p:nvPr/>
        </p:nvSpPr>
        <p:spPr>
          <a:xfrm>
            <a:off x="782975" y="2262450"/>
            <a:ext cx="722400" cy="576000"/>
          </a:xfrm>
          <a:prstGeom prst="rect">
            <a:avLst/>
          </a:prstGeom>
          <a:noFill/>
          <a:ln>
            <a:noFill/>
          </a:ln>
        </p:spPr>
        <p:txBody>
          <a:bodyPr anchorCtr="0" anchor="ctr" bIns="91425" lIns="91425" spcFirstLastPara="1" rIns="91425" wrap="none" tIns="91425">
            <a:noAutofit/>
          </a:bodyPr>
          <a:lstStyle/>
          <a:p>
            <a:pPr indent="0" lvl="0" marL="0" rtl="0" algn="r">
              <a:lnSpc>
                <a:spcPct val="100000"/>
              </a:lnSpc>
              <a:spcBef>
                <a:spcPts val="0"/>
              </a:spcBef>
              <a:spcAft>
                <a:spcPts val="0"/>
              </a:spcAft>
              <a:buNone/>
            </a:pPr>
            <a:r>
              <a:rPr b="1" lang="en" sz="3000">
                <a:solidFill>
                  <a:schemeClr val="dk2"/>
                </a:solidFill>
                <a:latin typeface="Be Vietnam Pro"/>
                <a:ea typeface="Be Vietnam Pro"/>
                <a:cs typeface="Be Vietnam Pro"/>
                <a:sym typeface="Be Vietnam Pro"/>
              </a:rPr>
              <a:t>02</a:t>
            </a:r>
            <a:endParaRPr b="1" sz="3000">
              <a:solidFill>
                <a:schemeClr val="dk2"/>
              </a:solidFill>
              <a:latin typeface="Be Vietnam Pro"/>
              <a:ea typeface="Be Vietnam Pro"/>
              <a:cs typeface="Be Vietnam Pro"/>
              <a:sym typeface="Be Vietnam Pro"/>
            </a:endParaRPr>
          </a:p>
        </p:txBody>
      </p:sp>
      <p:sp>
        <p:nvSpPr>
          <p:cNvPr id="2129" name="Google Shape;2129;p54"/>
          <p:cNvSpPr txBox="1"/>
          <p:nvPr/>
        </p:nvSpPr>
        <p:spPr>
          <a:xfrm>
            <a:off x="4020025" y="315315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Earth is the third planet from the Sun and the only one that harbors life in the Solar System</a:t>
            </a:r>
            <a:endParaRPr>
              <a:solidFill>
                <a:schemeClr val="dk1"/>
              </a:solidFill>
              <a:latin typeface="Be Vietnam Pro"/>
              <a:ea typeface="Be Vietnam Pro"/>
              <a:cs typeface="Be Vietnam Pro"/>
              <a:sym typeface="Be Vietnam Pro"/>
            </a:endParaRPr>
          </a:p>
        </p:txBody>
      </p:sp>
      <p:sp>
        <p:nvSpPr>
          <p:cNvPr id="2130" name="Google Shape;2130;p54"/>
          <p:cNvSpPr txBox="1"/>
          <p:nvPr/>
        </p:nvSpPr>
        <p:spPr>
          <a:xfrm>
            <a:off x="2183175" y="3151500"/>
            <a:ext cx="10071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Earth</a:t>
            </a:r>
            <a:endParaRPr b="1" sz="2000">
              <a:solidFill>
                <a:schemeClr val="dk1"/>
              </a:solidFill>
              <a:latin typeface="IBM Plex Mono"/>
              <a:ea typeface="IBM Plex Mono"/>
              <a:cs typeface="IBM Plex Mono"/>
              <a:sym typeface="IBM Plex Mono"/>
            </a:endParaRPr>
          </a:p>
        </p:txBody>
      </p:sp>
      <p:sp>
        <p:nvSpPr>
          <p:cNvPr id="2131" name="Google Shape;2131;p54"/>
          <p:cNvSpPr txBox="1"/>
          <p:nvPr/>
        </p:nvSpPr>
        <p:spPr>
          <a:xfrm>
            <a:off x="782975" y="3151500"/>
            <a:ext cx="722400" cy="576000"/>
          </a:xfrm>
          <a:prstGeom prst="rect">
            <a:avLst/>
          </a:prstGeom>
          <a:noFill/>
          <a:ln>
            <a:noFill/>
          </a:ln>
        </p:spPr>
        <p:txBody>
          <a:bodyPr anchorCtr="0" anchor="ctr" bIns="91425" lIns="91425" spcFirstLastPara="1" rIns="91425" wrap="none" tIns="91425">
            <a:noAutofit/>
          </a:bodyPr>
          <a:lstStyle/>
          <a:p>
            <a:pPr indent="0" lvl="0" marL="0" rtl="0" algn="r">
              <a:lnSpc>
                <a:spcPct val="100000"/>
              </a:lnSpc>
              <a:spcBef>
                <a:spcPts val="0"/>
              </a:spcBef>
              <a:spcAft>
                <a:spcPts val="0"/>
              </a:spcAft>
              <a:buNone/>
            </a:pPr>
            <a:r>
              <a:rPr b="1" lang="en" sz="3000">
                <a:solidFill>
                  <a:schemeClr val="dk2"/>
                </a:solidFill>
                <a:latin typeface="Be Vietnam Pro"/>
                <a:ea typeface="Be Vietnam Pro"/>
                <a:cs typeface="Be Vietnam Pro"/>
                <a:sym typeface="Be Vietnam Pro"/>
              </a:rPr>
              <a:t>03</a:t>
            </a:r>
            <a:endParaRPr b="1" sz="3000">
              <a:solidFill>
                <a:schemeClr val="dk2"/>
              </a:solidFill>
              <a:latin typeface="Be Vietnam Pro"/>
              <a:ea typeface="Be Vietnam Pro"/>
              <a:cs typeface="Be Vietnam Pro"/>
              <a:sym typeface="Be Vietnam Pro"/>
            </a:endParaRPr>
          </a:p>
        </p:txBody>
      </p:sp>
      <p:sp>
        <p:nvSpPr>
          <p:cNvPr id="2132" name="Google Shape;2132;p54"/>
          <p:cNvSpPr txBox="1"/>
          <p:nvPr/>
        </p:nvSpPr>
        <p:spPr>
          <a:xfrm>
            <a:off x="4020025" y="404385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Saturn is a gas giant and has several rings. It’s composed mostly of hydrogen and helium</a:t>
            </a:r>
            <a:endParaRPr>
              <a:solidFill>
                <a:schemeClr val="dk1"/>
              </a:solidFill>
              <a:latin typeface="Be Vietnam Pro"/>
              <a:ea typeface="Be Vietnam Pro"/>
              <a:cs typeface="Be Vietnam Pro"/>
              <a:sym typeface="Be Vietnam Pro"/>
            </a:endParaRPr>
          </a:p>
        </p:txBody>
      </p:sp>
      <p:sp>
        <p:nvSpPr>
          <p:cNvPr id="2133" name="Google Shape;2133;p54"/>
          <p:cNvSpPr txBox="1"/>
          <p:nvPr/>
        </p:nvSpPr>
        <p:spPr>
          <a:xfrm>
            <a:off x="2183175" y="4042200"/>
            <a:ext cx="11223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134" name="Google Shape;2134;p54"/>
          <p:cNvSpPr txBox="1"/>
          <p:nvPr/>
        </p:nvSpPr>
        <p:spPr>
          <a:xfrm>
            <a:off x="782975" y="4042200"/>
            <a:ext cx="722400" cy="576000"/>
          </a:xfrm>
          <a:prstGeom prst="rect">
            <a:avLst/>
          </a:prstGeom>
          <a:noFill/>
          <a:ln>
            <a:noFill/>
          </a:ln>
        </p:spPr>
        <p:txBody>
          <a:bodyPr anchorCtr="0" anchor="ctr" bIns="91425" lIns="91425" spcFirstLastPara="1" rIns="91425" wrap="none" tIns="91425">
            <a:noAutofit/>
          </a:bodyPr>
          <a:lstStyle/>
          <a:p>
            <a:pPr indent="0" lvl="0" marL="0" rtl="0" algn="r">
              <a:lnSpc>
                <a:spcPct val="100000"/>
              </a:lnSpc>
              <a:spcBef>
                <a:spcPts val="0"/>
              </a:spcBef>
              <a:spcAft>
                <a:spcPts val="0"/>
              </a:spcAft>
              <a:buNone/>
            </a:pPr>
            <a:r>
              <a:rPr b="1" lang="en" sz="3000">
                <a:solidFill>
                  <a:schemeClr val="dk2"/>
                </a:solidFill>
                <a:latin typeface="Be Vietnam Pro"/>
                <a:ea typeface="Be Vietnam Pro"/>
                <a:cs typeface="Be Vietnam Pro"/>
                <a:sym typeface="Be Vietnam Pro"/>
              </a:rPr>
              <a:t>04</a:t>
            </a:r>
            <a:endParaRPr b="1" sz="3000">
              <a:solidFill>
                <a:schemeClr val="dk2"/>
              </a:solidFill>
              <a:latin typeface="Be Vietnam Pro"/>
              <a:ea typeface="Be Vietnam Pro"/>
              <a:cs typeface="Be Vietnam Pro"/>
              <a:sym typeface="Be Vietnam Pro"/>
            </a:endParaRPr>
          </a:p>
        </p:txBody>
      </p:sp>
      <p:cxnSp>
        <p:nvCxnSpPr>
          <p:cNvPr id="2135" name="Google Shape;2135;p54"/>
          <p:cNvCxnSpPr>
            <a:stCxn id="2125" idx="3"/>
            <a:endCxn id="2124" idx="1"/>
          </p:cNvCxnSpPr>
          <p:nvPr/>
        </p:nvCxnSpPr>
        <p:spPr>
          <a:xfrm>
            <a:off x="1505375" y="1651563"/>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36" name="Google Shape;2136;p54"/>
          <p:cNvCxnSpPr>
            <a:stCxn id="2124" idx="3"/>
            <a:endCxn id="2123" idx="1"/>
          </p:cNvCxnSpPr>
          <p:nvPr/>
        </p:nvCxnSpPr>
        <p:spPr>
          <a:xfrm>
            <a:off x="3496575" y="1651563"/>
            <a:ext cx="523500" cy="600"/>
          </a:xfrm>
          <a:prstGeom prst="bentConnector3">
            <a:avLst>
              <a:gd fmla="val 49995" name="adj1"/>
            </a:avLst>
          </a:prstGeom>
          <a:noFill/>
          <a:ln cap="flat" cmpd="sng" w="9525">
            <a:solidFill>
              <a:schemeClr val="lt2"/>
            </a:solidFill>
            <a:prstDash val="solid"/>
            <a:round/>
            <a:headEnd len="med" w="med" type="none"/>
            <a:tailEnd len="med" w="med" type="oval"/>
          </a:ln>
        </p:spPr>
      </p:cxnSp>
      <p:cxnSp>
        <p:nvCxnSpPr>
          <p:cNvPr id="2137" name="Google Shape;2137;p54"/>
          <p:cNvCxnSpPr>
            <a:stCxn id="2127" idx="3"/>
            <a:endCxn id="2126" idx="1"/>
          </p:cNvCxnSpPr>
          <p:nvPr/>
        </p:nvCxnSpPr>
        <p:spPr>
          <a:xfrm>
            <a:off x="3190275" y="2550450"/>
            <a:ext cx="829800" cy="600"/>
          </a:xfrm>
          <a:prstGeom prst="bentConnector3">
            <a:avLst>
              <a:gd fmla="val 49997" name="adj1"/>
            </a:avLst>
          </a:prstGeom>
          <a:noFill/>
          <a:ln cap="flat" cmpd="sng" w="9525">
            <a:solidFill>
              <a:schemeClr val="lt2"/>
            </a:solidFill>
            <a:prstDash val="solid"/>
            <a:round/>
            <a:headEnd len="med" w="med" type="none"/>
            <a:tailEnd len="med" w="med" type="oval"/>
          </a:ln>
        </p:spPr>
      </p:cxnSp>
      <p:cxnSp>
        <p:nvCxnSpPr>
          <p:cNvPr id="2138" name="Google Shape;2138;p54"/>
          <p:cNvCxnSpPr>
            <a:stCxn id="2130" idx="3"/>
            <a:endCxn id="2129" idx="1"/>
          </p:cNvCxnSpPr>
          <p:nvPr/>
        </p:nvCxnSpPr>
        <p:spPr>
          <a:xfrm>
            <a:off x="3190275" y="3439500"/>
            <a:ext cx="829800" cy="600"/>
          </a:xfrm>
          <a:prstGeom prst="bentConnector3">
            <a:avLst>
              <a:gd fmla="val 49997" name="adj1"/>
            </a:avLst>
          </a:prstGeom>
          <a:noFill/>
          <a:ln cap="flat" cmpd="sng" w="9525">
            <a:solidFill>
              <a:schemeClr val="lt2"/>
            </a:solidFill>
            <a:prstDash val="solid"/>
            <a:round/>
            <a:headEnd len="med" w="med" type="none"/>
            <a:tailEnd len="med" w="med" type="oval"/>
          </a:ln>
        </p:spPr>
      </p:cxnSp>
      <p:cxnSp>
        <p:nvCxnSpPr>
          <p:cNvPr id="2139" name="Google Shape;2139;p54"/>
          <p:cNvCxnSpPr>
            <a:endCxn id="2132" idx="1"/>
          </p:cNvCxnSpPr>
          <p:nvPr/>
        </p:nvCxnSpPr>
        <p:spPr>
          <a:xfrm>
            <a:off x="3305725" y="4329600"/>
            <a:ext cx="714300" cy="6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140" name="Google Shape;2140;p54"/>
          <p:cNvCxnSpPr>
            <a:stCxn id="2128" idx="3"/>
            <a:endCxn id="2127" idx="1"/>
          </p:cNvCxnSpPr>
          <p:nvPr/>
        </p:nvCxnSpPr>
        <p:spPr>
          <a:xfrm>
            <a:off x="1505375" y="255045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41" name="Google Shape;2141;p54"/>
          <p:cNvCxnSpPr>
            <a:stCxn id="2131" idx="3"/>
            <a:endCxn id="2130" idx="1"/>
          </p:cNvCxnSpPr>
          <p:nvPr/>
        </p:nvCxnSpPr>
        <p:spPr>
          <a:xfrm>
            <a:off x="1505375" y="343950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42" name="Google Shape;2142;p54"/>
          <p:cNvCxnSpPr>
            <a:stCxn id="2134" idx="3"/>
            <a:endCxn id="2133" idx="1"/>
          </p:cNvCxnSpPr>
          <p:nvPr/>
        </p:nvCxnSpPr>
        <p:spPr>
          <a:xfrm>
            <a:off x="1505375" y="433020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6" name="Shape 2146"/>
        <p:cNvGrpSpPr/>
        <p:nvPr/>
      </p:nvGrpSpPr>
      <p:grpSpPr>
        <a:xfrm>
          <a:off x="0" y="0"/>
          <a:ext cx="0" cy="0"/>
          <a:chOff x="0" y="0"/>
          <a:chExt cx="0" cy="0"/>
        </a:xfrm>
      </p:grpSpPr>
      <p:sp>
        <p:nvSpPr>
          <p:cNvPr id="2147" name="Google Shape;2147;p55"/>
          <p:cNvSpPr txBox="1"/>
          <p:nvPr/>
        </p:nvSpPr>
        <p:spPr>
          <a:xfrm>
            <a:off x="7200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Saturn is composed of </a:t>
            </a:r>
            <a:r>
              <a:rPr b="1" lang="en">
                <a:solidFill>
                  <a:schemeClr val="dk1"/>
                </a:solidFill>
                <a:latin typeface="Be Vietnam Pro"/>
                <a:ea typeface="Be Vietnam Pro"/>
                <a:cs typeface="Be Vietnam Pro"/>
                <a:sym typeface="Be Vietnam Pro"/>
              </a:rPr>
              <a:t>hydrogen and helium</a:t>
            </a:r>
            <a:endParaRPr b="1">
              <a:solidFill>
                <a:schemeClr val="dk1"/>
              </a:solidFill>
              <a:latin typeface="Be Vietnam Pro"/>
              <a:ea typeface="Be Vietnam Pro"/>
              <a:cs typeface="Be Vietnam Pro"/>
              <a:sym typeface="Be Vietnam Pro"/>
            </a:endParaRPr>
          </a:p>
        </p:txBody>
      </p:sp>
      <p:sp>
        <p:nvSpPr>
          <p:cNvPr id="2148" name="Google Shape;2148;p55"/>
          <p:cNvSpPr txBox="1"/>
          <p:nvPr/>
        </p:nvSpPr>
        <p:spPr>
          <a:xfrm>
            <a:off x="34761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Mercury is the </a:t>
            </a:r>
            <a:r>
              <a:rPr b="1" lang="en">
                <a:solidFill>
                  <a:schemeClr val="dk1"/>
                </a:solidFill>
                <a:latin typeface="Be Vietnam Pro"/>
                <a:ea typeface="Be Vietnam Pro"/>
                <a:cs typeface="Be Vietnam Pro"/>
                <a:sym typeface="Be Vietnam Pro"/>
              </a:rPr>
              <a:t>closest </a:t>
            </a:r>
            <a:r>
              <a:rPr lang="en">
                <a:solidFill>
                  <a:schemeClr val="dk1"/>
                </a:solidFill>
                <a:latin typeface="Be Vietnam Pro"/>
                <a:ea typeface="Be Vietnam Pro"/>
                <a:cs typeface="Be Vietnam Pro"/>
                <a:sym typeface="Be Vietnam Pro"/>
              </a:rPr>
              <a:t>planet to the Sun</a:t>
            </a:r>
            <a:endParaRPr>
              <a:solidFill>
                <a:schemeClr val="dk1"/>
              </a:solidFill>
              <a:latin typeface="Be Vietnam Pro"/>
              <a:ea typeface="Be Vietnam Pro"/>
              <a:cs typeface="Be Vietnam Pro"/>
              <a:sym typeface="Be Vietnam Pro"/>
            </a:endParaRPr>
          </a:p>
        </p:txBody>
      </p:sp>
      <p:sp>
        <p:nvSpPr>
          <p:cNvPr id="2149" name="Google Shape;2149;p55"/>
          <p:cNvSpPr txBox="1"/>
          <p:nvPr/>
        </p:nvSpPr>
        <p:spPr>
          <a:xfrm>
            <a:off x="62322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Jupiter was named after a Roman god</a:t>
            </a:r>
            <a:endParaRPr>
              <a:solidFill>
                <a:schemeClr val="dk1"/>
              </a:solidFill>
              <a:latin typeface="Be Vietnam Pro"/>
              <a:ea typeface="Be Vietnam Pro"/>
              <a:cs typeface="Be Vietnam Pro"/>
              <a:sym typeface="Be Vietnam Pro"/>
            </a:endParaRPr>
          </a:p>
        </p:txBody>
      </p:sp>
      <p:sp>
        <p:nvSpPr>
          <p:cNvPr id="2150" name="Google Shape;2150;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Sequences</a:t>
            </a:r>
            <a:endParaRPr/>
          </a:p>
        </p:txBody>
      </p:sp>
      <p:sp>
        <p:nvSpPr>
          <p:cNvPr id="2151" name="Google Shape;2151;p55"/>
          <p:cNvSpPr txBox="1"/>
          <p:nvPr/>
        </p:nvSpPr>
        <p:spPr>
          <a:xfrm>
            <a:off x="13176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First</a:t>
            </a:r>
            <a:endParaRPr b="1" sz="2000">
              <a:solidFill>
                <a:schemeClr val="dk1"/>
              </a:solidFill>
              <a:latin typeface="IBM Plex Mono"/>
              <a:ea typeface="IBM Plex Mono"/>
              <a:cs typeface="IBM Plex Mono"/>
              <a:sym typeface="IBM Plex Mono"/>
            </a:endParaRPr>
          </a:p>
        </p:txBody>
      </p:sp>
      <p:sp>
        <p:nvSpPr>
          <p:cNvPr id="2152" name="Google Shape;2152;p55"/>
          <p:cNvSpPr txBox="1"/>
          <p:nvPr/>
        </p:nvSpPr>
        <p:spPr>
          <a:xfrm>
            <a:off x="40737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Next</a:t>
            </a:r>
            <a:endParaRPr b="1" sz="2000">
              <a:solidFill>
                <a:schemeClr val="dk1"/>
              </a:solidFill>
              <a:latin typeface="IBM Plex Mono"/>
              <a:ea typeface="IBM Plex Mono"/>
              <a:cs typeface="IBM Plex Mono"/>
              <a:sym typeface="IBM Plex Mono"/>
            </a:endParaRPr>
          </a:p>
        </p:txBody>
      </p:sp>
      <p:sp>
        <p:nvSpPr>
          <p:cNvPr id="2153" name="Google Shape;2153;p55"/>
          <p:cNvSpPr txBox="1"/>
          <p:nvPr/>
        </p:nvSpPr>
        <p:spPr>
          <a:xfrm>
            <a:off x="68298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Next</a:t>
            </a:r>
            <a:endParaRPr b="1" sz="2000">
              <a:solidFill>
                <a:schemeClr val="dk1"/>
              </a:solidFill>
              <a:latin typeface="IBM Plex Mono"/>
              <a:ea typeface="IBM Plex Mono"/>
              <a:cs typeface="IBM Plex Mono"/>
              <a:sym typeface="IBM Plex Mono"/>
            </a:endParaRPr>
          </a:p>
        </p:txBody>
      </p:sp>
      <p:sp>
        <p:nvSpPr>
          <p:cNvPr id="2154" name="Google Shape;2154;p55"/>
          <p:cNvSpPr txBox="1"/>
          <p:nvPr/>
        </p:nvSpPr>
        <p:spPr>
          <a:xfrm>
            <a:off x="7200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Despite being red, Mars is </a:t>
            </a:r>
            <a:r>
              <a:rPr b="1" lang="en">
                <a:solidFill>
                  <a:schemeClr val="dk1"/>
                </a:solidFill>
                <a:latin typeface="Be Vietnam Pro"/>
                <a:ea typeface="Be Vietnam Pro"/>
                <a:cs typeface="Be Vietnam Pro"/>
                <a:sym typeface="Be Vietnam Pro"/>
              </a:rPr>
              <a:t>very cold</a:t>
            </a:r>
            <a:endParaRPr b="1">
              <a:solidFill>
                <a:schemeClr val="dk1"/>
              </a:solidFill>
              <a:latin typeface="Be Vietnam Pro"/>
              <a:ea typeface="Be Vietnam Pro"/>
              <a:cs typeface="Be Vietnam Pro"/>
              <a:sym typeface="Be Vietnam Pro"/>
            </a:endParaRPr>
          </a:p>
        </p:txBody>
      </p:sp>
      <p:sp>
        <p:nvSpPr>
          <p:cNvPr id="2155" name="Google Shape;2155;p55"/>
          <p:cNvSpPr txBox="1"/>
          <p:nvPr/>
        </p:nvSpPr>
        <p:spPr>
          <a:xfrm>
            <a:off x="1316100" y="3613850"/>
            <a:ext cx="999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Next</a:t>
            </a:r>
            <a:endParaRPr b="1" sz="2000">
              <a:solidFill>
                <a:schemeClr val="dk1"/>
              </a:solidFill>
              <a:latin typeface="IBM Plex Mono"/>
              <a:ea typeface="IBM Plex Mono"/>
              <a:cs typeface="IBM Plex Mono"/>
              <a:sym typeface="IBM Plex Mono"/>
            </a:endParaRPr>
          </a:p>
        </p:txBody>
      </p:sp>
      <p:sp>
        <p:nvSpPr>
          <p:cNvPr id="2156" name="Google Shape;2156;p55"/>
          <p:cNvSpPr txBox="1"/>
          <p:nvPr/>
        </p:nvSpPr>
        <p:spPr>
          <a:xfrm>
            <a:off x="34761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Earth is the third planet from the Sun</a:t>
            </a:r>
            <a:endParaRPr>
              <a:solidFill>
                <a:schemeClr val="dk1"/>
              </a:solidFill>
              <a:latin typeface="Be Vietnam Pro"/>
              <a:ea typeface="Be Vietnam Pro"/>
              <a:cs typeface="Be Vietnam Pro"/>
              <a:sym typeface="Be Vietnam Pro"/>
            </a:endParaRPr>
          </a:p>
        </p:txBody>
      </p:sp>
      <p:sp>
        <p:nvSpPr>
          <p:cNvPr id="2157" name="Google Shape;2157;p55"/>
          <p:cNvSpPr txBox="1"/>
          <p:nvPr/>
        </p:nvSpPr>
        <p:spPr>
          <a:xfrm>
            <a:off x="4073700" y="3613850"/>
            <a:ext cx="996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Next</a:t>
            </a:r>
            <a:endParaRPr b="1" sz="2000">
              <a:solidFill>
                <a:schemeClr val="dk1"/>
              </a:solidFill>
              <a:latin typeface="IBM Plex Mono"/>
              <a:ea typeface="IBM Plex Mono"/>
              <a:cs typeface="IBM Plex Mono"/>
              <a:sym typeface="IBM Plex Mono"/>
            </a:endParaRPr>
          </a:p>
        </p:txBody>
      </p:sp>
      <p:sp>
        <p:nvSpPr>
          <p:cNvPr id="2158" name="Google Shape;2158;p55"/>
          <p:cNvSpPr txBox="1"/>
          <p:nvPr/>
        </p:nvSpPr>
        <p:spPr>
          <a:xfrm>
            <a:off x="62322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Venus has extremely high temperatures</a:t>
            </a:r>
            <a:endParaRPr>
              <a:solidFill>
                <a:schemeClr val="dk1"/>
              </a:solidFill>
              <a:latin typeface="Be Vietnam Pro"/>
              <a:ea typeface="Be Vietnam Pro"/>
              <a:cs typeface="Be Vietnam Pro"/>
              <a:sym typeface="Be Vietnam Pro"/>
            </a:endParaRPr>
          </a:p>
        </p:txBody>
      </p:sp>
      <p:sp>
        <p:nvSpPr>
          <p:cNvPr id="2159" name="Google Shape;2159;p55"/>
          <p:cNvSpPr txBox="1"/>
          <p:nvPr/>
        </p:nvSpPr>
        <p:spPr>
          <a:xfrm>
            <a:off x="6829800" y="3613850"/>
            <a:ext cx="996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Last</a:t>
            </a:r>
            <a:endParaRPr b="1" sz="2000">
              <a:solidFill>
                <a:schemeClr val="dk1"/>
              </a:solidFill>
              <a:latin typeface="IBM Plex Mono"/>
              <a:ea typeface="IBM Plex Mono"/>
              <a:cs typeface="IBM Plex Mono"/>
              <a:sym typeface="IBM Plex Mono"/>
            </a:endParaRPr>
          </a:p>
        </p:txBody>
      </p:sp>
      <p:cxnSp>
        <p:nvCxnSpPr>
          <p:cNvPr id="2160" name="Google Shape;2160;p55"/>
          <p:cNvCxnSpPr>
            <a:stCxn id="2161" idx="4"/>
            <a:endCxn id="2155" idx="0"/>
          </p:cNvCxnSpPr>
          <p:nvPr/>
        </p:nvCxnSpPr>
        <p:spPr>
          <a:xfrm flipH="1" rot="-5400000">
            <a:off x="1625416" y="3422797"/>
            <a:ext cx="381600" cy="600"/>
          </a:xfrm>
          <a:prstGeom prst="bentConnector3">
            <a:avLst>
              <a:gd fmla="val 49994" name="adj1"/>
            </a:avLst>
          </a:prstGeom>
          <a:noFill/>
          <a:ln cap="flat" cmpd="sng" w="9525">
            <a:solidFill>
              <a:schemeClr val="lt2"/>
            </a:solidFill>
            <a:prstDash val="solid"/>
            <a:round/>
            <a:headEnd len="med" w="med" type="none"/>
            <a:tailEnd len="med" w="med" type="oval"/>
          </a:ln>
        </p:spPr>
      </p:cxnSp>
      <p:grpSp>
        <p:nvGrpSpPr>
          <p:cNvPr id="2162" name="Google Shape;2162;p55"/>
          <p:cNvGrpSpPr/>
          <p:nvPr/>
        </p:nvGrpSpPr>
        <p:grpSpPr>
          <a:xfrm>
            <a:off x="7238266" y="3053222"/>
            <a:ext cx="179668" cy="179626"/>
            <a:chOff x="7238266" y="3053222"/>
            <a:chExt cx="179668" cy="179626"/>
          </a:xfrm>
        </p:grpSpPr>
        <p:sp>
          <p:nvSpPr>
            <p:cNvPr id="2163" name="Google Shape;2163;p55"/>
            <p:cNvSpPr/>
            <p:nvPr/>
          </p:nvSpPr>
          <p:spPr>
            <a:xfrm>
              <a:off x="7238266" y="3053222"/>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7273954" y="3088901"/>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55"/>
          <p:cNvGrpSpPr/>
          <p:nvPr/>
        </p:nvGrpSpPr>
        <p:grpSpPr>
          <a:xfrm>
            <a:off x="1726066" y="2580534"/>
            <a:ext cx="179668" cy="179626"/>
            <a:chOff x="1726066" y="2580534"/>
            <a:chExt cx="179668" cy="179626"/>
          </a:xfrm>
        </p:grpSpPr>
        <p:sp>
          <p:nvSpPr>
            <p:cNvPr id="2166" name="Google Shape;2166;p55"/>
            <p:cNvSpPr/>
            <p:nvPr/>
          </p:nvSpPr>
          <p:spPr>
            <a:xfrm>
              <a:off x="17260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17617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168" name="Google Shape;2168;p55"/>
          <p:cNvCxnSpPr>
            <a:stCxn id="2151" idx="2"/>
            <a:endCxn id="2166" idx="0"/>
          </p:cNvCxnSpPr>
          <p:nvPr/>
        </p:nvCxnSpPr>
        <p:spPr>
          <a:xfrm flipH="1" rot="-5400000">
            <a:off x="1610100" y="2374088"/>
            <a:ext cx="412200" cy="600"/>
          </a:xfrm>
          <a:prstGeom prst="bentConnector3">
            <a:avLst>
              <a:gd fmla="val 50006" name="adj1"/>
            </a:avLst>
          </a:prstGeom>
          <a:noFill/>
          <a:ln cap="flat" cmpd="sng" w="9525">
            <a:solidFill>
              <a:schemeClr val="lt2"/>
            </a:solidFill>
            <a:prstDash val="solid"/>
            <a:round/>
            <a:headEnd len="med" w="med" type="oval"/>
            <a:tailEnd len="med" w="med" type="none"/>
          </a:ln>
        </p:spPr>
      </p:cxnSp>
      <p:cxnSp>
        <p:nvCxnSpPr>
          <p:cNvPr id="2169" name="Google Shape;2169;p55"/>
          <p:cNvCxnSpPr>
            <a:stCxn id="2152" idx="2"/>
            <a:endCxn id="2170" idx="0"/>
          </p:cNvCxnSpPr>
          <p:nvPr/>
        </p:nvCxnSpPr>
        <p:spPr>
          <a:xfrm flipH="1" rot="-5400000">
            <a:off x="4364400" y="2375888"/>
            <a:ext cx="415800" cy="600"/>
          </a:xfrm>
          <a:prstGeom prst="bentConnector3">
            <a:avLst>
              <a:gd fmla="val 49985" name="adj1"/>
            </a:avLst>
          </a:prstGeom>
          <a:noFill/>
          <a:ln cap="flat" cmpd="sng" w="9525">
            <a:solidFill>
              <a:schemeClr val="lt2"/>
            </a:solidFill>
            <a:prstDash val="solid"/>
            <a:round/>
            <a:headEnd len="med" w="med" type="oval"/>
            <a:tailEnd len="med" w="med" type="none"/>
          </a:ln>
        </p:spPr>
      </p:cxnSp>
      <p:cxnSp>
        <p:nvCxnSpPr>
          <p:cNvPr id="2171" name="Google Shape;2171;p55"/>
          <p:cNvCxnSpPr>
            <a:stCxn id="2153" idx="2"/>
            <a:endCxn id="2172" idx="0"/>
          </p:cNvCxnSpPr>
          <p:nvPr/>
        </p:nvCxnSpPr>
        <p:spPr>
          <a:xfrm flipH="1" rot="-5400000">
            <a:off x="7120650" y="2375738"/>
            <a:ext cx="415500" cy="600"/>
          </a:xfrm>
          <a:prstGeom prst="bentConnector3">
            <a:avLst>
              <a:gd fmla="val 50016" name="adj1"/>
            </a:avLst>
          </a:prstGeom>
          <a:noFill/>
          <a:ln cap="flat" cmpd="sng" w="9525">
            <a:solidFill>
              <a:schemeClr val="lt2"/>
            </a:solidFill>
            <a:prstDash val="solid"/>
            <a:round/>
            <a:headEnd len="med" w="med" type="oval"/>
            <a:tailEnd len="med" w="med" type="none"/>
          </a:ln>
        </p:spPr>
      </p:cxnSp>
      <p:cxnSp>
        <p:nvCxnSpPr>
          <p:cNvPr id="2173" name="Google Shape;2173;p55"/>
          <p:cNvCxnSpPr>
            <a:stCxn id="2157" idx="0"/>
            <a:endCxn id="2174" idx="4"/>
          </p:cNvCxnSpPr>
          <p:nvPr/>
        </p:nvCxnSpPr>
        <p:spPr>
          <a:xfrm rot="-5400000">
            <a:off x="4381500" y="3422750"/>
            <a:ext cx="381600" cy="600"/>
          </a:xfrm>
          <a:prstGeom prst="bentConnector3">
            <a:avLst>
              <a:gd fmla="val 49994" name="adj1"/>
            </a:avLst>
          </a:prstGeom>
          <a:noFill/>
          <a:ln cap="flat" cmpd="sng" w="9525">
            <a:solidFill>
              <a:schemeClr val="lt2"/>
            </a:solidFill>
            <a:prstDash val="solid"/>
            <a:round/>
            <a:headEnd len="med" w="med" type="oval"/>
            <a:tailEnd len="med" w="med" type="none"/>
          </a:ln>
        </p:spPr>
      </p:cxnSp>
      <p:cxnSp>
        <p:nvCxnSpPr>
          <p:cNvPr id="2175" name="Google Shape;2175;p55"/>
          <p:cNvCxnSpPr>
            <a:stCxn id="2159" idx="0"/>
            <a:endCxn id="2163" idx="4"/>
          </p:cNvCxnSpPr>
          <p:nvPr/>
        </p:nvCxnSpPr>
        <p:spPr>
          <a:xfrm rot="-5400000">
            <a:off x="7137900" y="3423050"/>
            <a:ext cx="381000" cy="6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76" name="Google Shape;2176;p55"/>
          <p:cNvCxnSpPr>
            <a:stCxn id="2166" idx="6"/>
            <a:endCxn id="2170" idx="2"/>
          </p:cNvCxnSpPr>
          <p:nvPr/>
        </p:nvCxnSpPr>
        <p:spPr>
          <a:xfrm>
            <a:off x="1905734" y="2670348"/>
            <a:ext cx="2576400" cy="3300"/>
          </a:xfrm>
          <a:prstGeom prst="bentConnector3">
            <a:avLst>
              <a:gd fmla="val 50001" name="adj1"/>
            </a:avLst>
          </a:prstGeom>
          <a:noFill/>
          <a:ln cap="flat" cmpd="sng" w="9525">
            <a:solidFill>
              <a:schemeClr val="lt2"/>
            </a:solidFill>
            <a:prstDash val="solid"/>
            <a:round/>
            <a:headEnd len="med" w="med" type="none"/>
            <a:tailEnd len="med" w="med" type="none"/>
          </a:ln>
        </p:spPr>
      </p:cxnSp>
      <p:cxnSp>
        <p:nvCxnSpPr>
          <p:cNvPr id="2177" name="Google Shape;2177;p55"/>
          <p:cNvCxnSpPr>
            <a:stCxn id="2170" idx="6"/>
            <a:endCxn id="2172" idx="2"/>
          </p:cNvCxnSpPr>
          <p:nvPr/>
        </p:nvCxnSpPr>
        <p:spPr>
          <a:xfrm>
            <a:off x="4661834" y="2673772"/>
            <a:ext cx="2576400" cy="600"/>
          </a:xfrm>
          <a:prstGeom prst="bentConnector3">
            <a:avLst>
              <a:gd fmla="val 50001" name="adj1"/>
            </a:avLst>
          </a:prstGeom>
          <a:noFill/>
          <a:ln cap="flat" cmpd="sng" w="9525">
            <a:solidFill>
              <a:schemeClr val="lt2"/>
            </a:solidFill>
            <a:prstDash val="solid"/>
            <a:round/>
            <a:headEnd len="med" w="med" type="none"/>
            <a:tailEnd len="med" w="med" type="none"/>
          </a:ln>
        </p:spPr>
      </p:cxnSp>
      <p:cxnSp>
        <p:nvCxnSpPr>
          <p:cNvPr id="2178" name="Google Shape;2178;p55"/>
          <p:cNvCxnSpPr>
            <a:stCxn id="2172" idx="6"/>
            <a:endCxn id="2161" idx="2"/>
          </p:cNvCxnSpPr>
          <p:nvPr/>
        </p:nvCxnSpPr>
        <p:spPr>
          <a:xfrm flipH="1">
            <a:off x="1726066" y="2673772"/>
            <a:ext cx="5691900" cy="468600"/>
          </a:xfrm>
          <a:prstGeom prst="bentConnector5">
            <a:avLst>
              <a:gd fmla="val -4184" name="adj1"/>
              <a:gd fmla="val 50008" name="adj2"/>
              <a:gd fmla="val 104184" name="adj3"/>
            </a:avLst>
          </a:prstGeom>
          <a:noFill/>
          <a:ln cap="flat" cmpd="sng" w="9525">
            <a:solidFill>
              <a:schemeClr val="lt2"/>
            </a:solidFill>
            <a:prstDash val="solid"/>
            <a:round/>
            <a:headEnd len="med" w="med" type="none"/>
            <a:tailEnd len="med" w="med" type="none"/>
          </a:ln>
        </p:spPr>
      </p:cxnSp>
      <p:cxnSp>
        <p:nvCxnSpPr>
          <p:cNvPr id="2179" name="Google Shape;2179;p55"/>
          <p:cNvCxnSpPr>
            <a:stCxn id="2163" idx="2"/>
            <a:endCxn id="2174" idx="6"/>
          </p:cNvCxnSpPr>
          <p:nvPr/>
        </p:nvCxnSpPr>
        <p:spPr>
          <a:xfrm rot="10800000">
            <a:off x="4661866" y="3142435"/>
            <a:ext cx="2576400" cy="600"/>
          </a:xfrm>
          <a:prstGeom prst="bentConnector3">
            <a:avLst>
              <a:gd fmla="val 50000" name="adj1"/>
            </a:avLst>
          </a:prstGeom>
          <a:noFill/>
          <a:ln cap="flat" cmpd="sng" w="9525">
            <a:solidFill>
              <a:schemeClr val="lt2"/>
            </a:solidFill>
            <a:prstDash val="solid"/>
            <a:round/>
            <a:headEnd len="med" w="med" type="none"/>
            <a:tailEnd len="med" w="med" type="none"/>
          </a:ln>
        </p:spPr>
      </p:cxnSp>
      <p:cxnSp>
        <p:nvCxnSpPr>
          <p:cNvPr id="2180" name="Google Shape;2180;p55"/>
          <p:cNvCxnSpPr>
            <a:stCxn id="2174" idx="2"/>
            <a:endCxn id="2161" idx="6"/>
          </p:cNvCxnSpPr>
          <p:nvPr/>
        </p:nvCxnSpPr>
        <p:spPr>
          <a:xfrm flipH="1">
            <a:off x="1905766" y="3142447"/>
            <a:ext cx="2576400" cy="600"/>
          </a:xfrm>
          <a:prstGeom prst="bentConnector3">
            <a:avLst>
              <a:gd fmla="val 50000" name="adj1"/>
            </a:avLst>
          </a:prstGeom>
          <a:noFill/>
          <a:ln cap="flat" cmpd="sng" w="9525">
            <a:solidFill>
              <a:schemeClr val="lt2"/>
            </a:solidFill>
            <a:prstDash val="solid"/>
            <a:round/>
            <a:headEnd len="med" w="med" type="none"/>
            <a:tailEnd len="med" w="med" type="none"/>
          </a:ln>
        </p:spPr>
      </p:cxnSp>
      <p:grpSp>
        <p:nvGrpSpPr>
          <p:cNvPr id="2181" name="Google Shape;2181;p55"/>
          <p:cNvGrpSpPr/>
          <p:nvPr/>
        </p:nvGrpSpPr>
        <p:grpSpPr>
          <a:xfrm>
            <a:off x="1726066" y="3052597"/>
            <a:ext cx="179700" cy="179700"/>
            <a:chOff x="1726066" y="2580534"/>
            <a:chExt cx="179700" cy="179700"/>
          </a:xfrm>
        </p:grpSpPr>
        <p:sp>
          <p:nvSpPr>
            <p:cNvPr id="2161" name="Google Shape;2161;p55"/>
            <p:cNvSpPr/>
            <p:nvPr/>
          </p:nvSpPr>
          <p:spPr>
            <a:xfrm>
              <a:off x="17260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17617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55"/>
          <p:cNvGrpSpPr/>
          <p:nvPr/>
        </p:nvGrpSpPr>
        <p:grpSpPr>
          <a:xfrm>
            <a:off x="4482166" y="2583959"/>
            <a:ext cx="179668" cy="179626"/>
            <a:chOff x="4482166" y="2580534"/>
            <a:chExt cx="179668" cy="179626"/>
          </a:xfrm>
        </p:grpSpPr>
        <p:sp>
          <p:nvSpPr>
            <p:cNvPr id="2170" name="Google Shape;2170;p55"/>
            <p:cNvSpPr/>
            <p:nvPr/>
          </p:nvSpPr>
          <p:spPr>
            <a:xfrm>
              <a:off x="44821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45178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55"/>
          <p:cNvGrpSpPr/>
          <p:nvPr/>
        </p:nvGrpSpPr>
        <p:grpSpPr>
          <a:xfrm>
            <a:off x="4482166" y="3052597"/>
            <a:ext cx="179700" cy="179700"/>
            <a:chOff x="4482166" y="2580534"/>
            <a:chExt cx="179700" cy="179700"/>
          </a:xfrm>
        </p:grpSpPr>
        <p:sp>
          <p:nvSpPr>
            <p:cNvPr id="2174" name="Google Shape;2174;p55"/>
            <p:cNvSpPr/>
            <p:nvPr/>
          </p:nvSpPr>
          <p:spPr>
            <a:xfrm>
              <a:off x="44821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45178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 name="Google Shape;2187;p55"/>
          <p:cNvGrpSpPr/>
          <p:nvPr/>
        </p:nvGrpSpPr>
        <p:grpSpPr>
          <a:xfrm>
            <a:off x="7238266" y="2583922"/>
            <a:ext cx="179700" cy="179700"/>
            <a:chOff x="7238266" y="3053222"/>
            <a:chExt cx="179700" cy="179700"/>
          </a:xfrm>
        </p:grpSpPr>
        <p:sp>
          <p:nvSpPr>
            <p:cNvPr id="2172" name="Google Shape;2172;p55"/>
            <p:cNvSpPr/>
            <p:nvPr/>
          </p:nvSpPr>
          <p:spPr>
            <a:xfrm>
              <a:off x="7238266" y="3053222"/>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7273954" y="3088901"/>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2" name="Shape 2192"/>
        <p:cNvGrpSpPr/>
        <p:nvPr/>
      </p:nvGrpSpPr>
      <p:grpSpPr>
        <a:xfrm>
          <a:off x="0" y="0"/>
          <a:ext cx="0" cy="0"/>
          <a:chOff x="0" y="0"/>
          <a:chExt cx="0" cy="0"/>
        </a:xfrm>
      </p:grpSpPr>
      <p:sp>
        <p:nvSpPr>
          <p:cNvPr id="2193" name="Google Shape;2193;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Classification</a:t>
            </a:r>
            <a:endParaRPr/>
          </a:p>
        </p:txBody>
      </p:sp>
      <p:graphicFrame>
        <p:nvGraphicFramePr>
          <p:cNvPr id="2194" name="Google Shape;2194;p56"/>
          <p:cNvGraphicFramePr/>
          <p:nvPr/>
        </p:nvGraphicFramePr>
        <p:xfrm>
          <a:off x="720000" y="1421194"/>
          <a:ext cx="3000000" cy="3000000"/>
        </p:xfrm>
        <a:graphic>
          <a:graphicData uri="http://schemas.openxmlformats.org/drawingml/2006/table">
            <a:tbl>
              <a:tblPr>
                <a:noFill/>
                <a:tableStyleId>{7D878CF6-9ED4-40B7-9E80-8D88FA82EDE6}</a:tableStyleId>
              </a:tblPr>
              <a:tblGrid>
                <a:gridCol w="1926000"/>
                <a:gridCol w="1926000"/>
                <a:gridCol w="1926000"/>
                <a:gridCol w="1926000"/>
              </a:tblGrid>
              <a:tr h="627075">
                <a:tc>
                  <a:txBody>
                    <a:bodyPr/>
                    <a:lstStyle/>
                    <a:p>
                      <a:pPr indent="0" lvl="0" marL="22860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Mars</a:t>
                      </a:r>
                      <a:endParaRPr b="1" sz="20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Venus</a:t>
                      </a:r>
                      <a:endParaRPr b="1" sz="20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Jupiter</a:t>
                      </a:r>
                      <a:endParaRPr b="1" sz="20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r>
              <a:tr h="1132325">
                <a:tc>
                  <a:txBody>
                    <a:bodyPr/>
                    <a:lstStyle/>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Small</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Red</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Cold </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Rocky</a:t>
                      </a:r>
                      <a:endParaRPr>
                        <a:solidFill>
                          <a:schemeClr val="dk1"/>
                        </a:solidFill>
                        <a:latin typeface="Be Vietnam Pro"/>
                        <a:ea typeface="Be Vietnam Pro"/>
                        <a:cs typeface="Be Vietnam Pro"/>
                        <a:sym typeface="Be Vietnam Pr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Small</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Hot</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Dry</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Volcanic</a:t>
                      </a:r>
                      <a:endParaRPr>
                        <a:solidFill>
                          <a:schemeClr val="dk1"/>
                        </a:solidFill>
                        <a:latin typeface="Be Vietnam Pro"/>
                        <a:ea typeface="Be Vietnam Pro"/>
                        <a:cs typeface="Be Vietnam Pro"/>
                        <a:sym typeface="Be Vietnam Pr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Small</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Hot</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Rocky</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Cratered</a:t>
                      </a:r>
                      <a:endParaRPr>
                        <a:solidFill>
                          <a:schemeClr val="dk1"/>
                        </a:solidFill>
                        <a:latin typeface="Be Vietnam Pro"/>
                        <a:ea typeface="Be Vietnam Pro"/>
                        <a:cs typeface="Be Vietnam Pro"/>
                        <a:sym typeface="Be Vietnam Pr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Large</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Cold</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Gassy</a:t>
                      </a:r>
                      <a:endParaRPr>
                        <a:solidFill>
                          <a:schemeClr val="dk1"/>
                        </a:solidFill>
                        <a:latin typeface="Be Vietnam Pro"/>
                        <a:ea typeface="Be Vietnam Pro"/>
                        <a:cs typeface="Be Vietnam Pro"/>
                        <a:sym typeface="Be Vietnam Pro"/>
                      </a:endParaRPr>
                    </a:p>
                    <a:p>
                      <a:pPr indent="-317500" lvl="0" marL="45720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Striped</a:t>
                      </a:r>
                      <a:endParaRPr>
                        <a:solidFill>
                          <a:schemeClr val="dk1"/>
                        </a:solidFill>
                        <a:latin typeface="Be Vietnam Pro"/>
                        <a:ea typeface="Be Vietnam Pro"/>
                        <a:cs typeface="Be Vietnam Pro"/>
                        <a:sym typeface="Be Vietnam Pr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1132325">
                <a:tc>
                  <a:txBody>
                    <a:bodyPr/>
                    <a:lstStyle/>
                    <a:p>
                      <a:pPr indent="0" lvl="0" marL="22860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Mars is full of iron oxide dust</a:t>
                      </a:r>
                      <a:endParaRPr>
                        <a:solidFill>
                          <a:schemeClr val="dk1"/>
                        </a:solidFill>
                        <a:latin typeface="Be Vietnam Pro"/>
                        <a:ea typeface="Be Vietnam Pro"/>
                        <a:cs typeface="Be Vietnam Pro"/>
                        <a:sym typeface="Be Vietnam Pr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Venus has high temperatures</a:t>
                      </a:r>
                      <a:endParaRPr>
                        <a:solidFill>
                          <a:schemeClr val="dk1"/>
                        </a:solidFill>
                        <a:latin typeface="Be Vietnam Pro"/>
                        <a:ea typeface="Be Vietnam Pro"/>
                        <a:cs typeface="Be Vietnam Pro"/>
                        <a:sym typeface="Be Vietnam Pr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Mercury is quite a small planet</a:t>
                      </a:r>
                      <a:endParaRPr>
                        <a:solidFill>
                          <a:schemeClr val="dk1"/>
                        </a:solidFill>
                        <a:latin typeface="Be Vietnam Pro"/>
                        <a:ea typeface="Be Vietnam Pro"/>
                        <a:cs typeface="Be Vietnam Pro"/>
                        <a:sym typeface="Be Vietnam Pr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Jupiter is a huge gas giant</a:t>
                      </a:r>
                      <a:endParaRPr>
                        <a:solidFill>
                          <a:schemeClr val="dk1"/>
                        </a:solidFill>
                        <a:latin typeface="Be Vietnam Pro"/>
                        <a:ea typeface="Be Vietnam Pro"/>
                        <a:cs typeface="Be Vietnam Pro"/>
                        <a:sym typeface="Be Vietnam Pr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8" name="Shape 2198"/>
        <p:cNvGrpSpPr/>
        <p:nvPr/>
      </p:nvGrpSpPr>
      <p:grpSpPr>
        <a:xfrm>
          <a:off x="0" y="0"/>
          <a:ext cx="0" cy="0"/>
          <a:chOff x="0" y="0"/>
          <a:chExt cx="0" cy="0"/>
        </a:xfrm>
      </p:grpSpPr>
      <p:sp>
        <p:nvSpPr>
          <p:cNvPr id="2199" name="Google Shape;2199;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Cause and effect</a:t>
            </a:r>
            <a:endParaRPr/>
          </a:p>
        </p:txBody>
      </p:sp>
      <p:sp>
        <p:nvSpPr>
          <p:cNvPr id="2200" name="Google Shape;2200;p57"/>
          <p:cNvSpPr txBox="1"/>
          <p:nvPr/>
        </p:nvSpPr>
        <p:spPr>
          <a:xfrm>
            <a:off x="5830935" y="3330599"/>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201" name="Google Shape;2201;p57"/>
          <p:cNvSpPr txBox="1"/>
          <p:nvPr/>
        </p:nvSpPr>
        <p:spPr>
          <a:xfrm>
            <a:off x="3081075" y="3709040"/>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Mercury is the closest planet to the Sun</a:t>
            </a:r>
            <a:endParaRPr>
              <a:solidFill>
                <a:schemeClr val="dk1"/>
              </a:solidFill>
              <a:latin typeface="Be Vietnam Pro"/>
              <a:ea typeface="Be Vietnam Pro"/>
              <a:cs typeface="Be Vietnam Pro"/>
              <a:sym typeface="Be Vietnam Pro"/>
            </a:endParaRPr>
          </a:p>
        </p:txBody>
      </p:sp>
      <p:sp>
        <p:nvSpPr>
          <p:cNvPr id="2202" name="Google Shape;2202;p57"/>
          <p:cNvSpPr txBox="1"/>
          <p:nvPr/>
        </p:nvSpPr>
        <p:spPr>
          <a:xfrm>
            <a:off x="5830935" y="3709026"/>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Saturn is a gas giant and has several rings</a:t>
            </a:r>
            <a:endParaRPr>
              <a:solidFill>
                <a:schemeClr val="dk1"/>
              </a:solidFill>
              <a:latin typeface="Be Vietnam Pro"/>
              <a:ea typeface="Be Vietnam Pro"/>
              <a:cs typeface="Be Vietnam Pro"/>
              <a:sym typeface="Be Vietnam Pro"/>
            </a:endParaRPr>
          </a:p>
        </p:txBody>
      </p:sp>
      <p:sp>
        <p:nvSpPr>
          <p:cNvPr id="2203" name="Google Shape;2203;p57"/>
          <p:cNvSpPr txBox="1"/>
          <p:nvPr/>
        </p:nvSpPr>
        <p:spPr>
          <a:xfrm>
            <a:off x="3081075" y="3330613"/>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p:txBody>
      </p:sp>
      <p:sp>
        <p:nvSpPr>
          <p:cNvPr id="2204" name="Google Shape;2204;p57"/>
          <p:cNvSpPr txBox="1"/>
          <p:nvPr/>
        </p:nvSpPr>
        <p:spPr>
          <a:xfrm>
            <a:off x="1081300" y="1606525"/>
            <a:ext cx="1453800" cy="402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Problem</a:t>
            </a:r>
            <a:endParaRPr b="1" sz="2000">
              <a:solidFill>
                <a:schemeClr val="dk1"/>
              </a:solidFill>
              <a:latin typeface="IBM Plex Mono"/>
              <a:ea typeface="IBM Plex Mono"/>
              <a:cs typeface="IBM Plex Mono"/>
              <a:sym typeface="IBM Plex Mono"/>
            </a:endParaRPr>
          </a:p>
        </p:txBody>
      </p:sp>
      <p:sp>
        <p:nvSpPr>
          <p:cNvPr id="2205" name="Google Shape;2205;p57"/>
          <p:cNvSpPr txBox="1"/>
          <p:nvPr/>
        </p:nvSpPr>
        <p:spPr>
          <a:xfrm>
            <a:off x="1081300" y="3631175"/>
            <a:ext cx="1453800" cy="402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Solution</a:t>
            </a:r>
            <a:endParaRPr b="1" sz="2000">
              <a:solidFill>
                <a:schemeClr val="dk1"/>
              </a:solidFill>
              <a:latin typeface="IBM Plex Mono"/>
              <a:ea typeface="IBM Plex Mono"/>
              <a:cs typeface="IBM Plex Mono"/>
              <a:sym typeface="IBM Plex Mono"/>
            </a:endParaRPr>
          </a:p>
        </p:txBody>
      </p:sp>
      <p:cxnSp>
        <p:nvCxnSpPr>
          <p:cNvPr id="2206" name="Google Shape;2206;p57"/>
          <p:cNvCxnSpPr/>
          <p:nvPr/>
        </p:nvCxnSpPr>
        <p:spPr>
          <a:xfrm>
            <a:off x="1144100" y="2820300"/>
            <a:ext cx="6918600" cy="600"/>
          </a:xfrm>
          <a:prstGeom prst="bentConnector3">
            <a:avLst>
              <a:gd fmla="val 50000" name="adj1"/>
            </a:avLst>
          </a:prstGeom>
          <a:noFill/>
          <a:ln cap="flat" cmpd="sng" w="9525">
            <a:solidFill>
              <a:schemeClr val="lt2"/>
            </a:solidFill>
            <a:prstDash val="solid"/>
            <a:round/>
            <a:headEnd len="med" w="med" type="none"/>
            <a:tailEnd len="med" w="med" type="none"/>
          </a:ln>
        </p:spPr>
      </p:cxnSp>
      <p:sp>
        <p:nvSpPr>
          <p:cNvPr id="2207" name="Google Shape;2207;p57"/>
          <p:cNvSpPr txBox="1"/>
          <p:nvPr/>
        </p:nvSpPr>
        <p:spPr>
          <a:xfrm>
            <a:off x="5830935" y="1306074"/>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Venus</a:t>
            </a:r>
            <a:endParaRPr b="1" sz="2000">
              <a:solidFill>
                <a:schemeClr val="dk1"/>
              </a:solidFill>
              <a:latin typeface="IBM Plex Mono"/>
              <a:ea typeface="IBM Plex Mono"/>
              <a:cs typeface="IBM Plex Mono"/>
              <a:sym typeface="IBM Plex Mono"/>
            </a:endParaRPr>
          </a:p>
        </p:txBody>
      </p:sp>
      <p:sp>
        <p:nvSpPr>
          <p:cNvPr id="2208" name="Google Shape;2208;p57"/>
          <p:cNvSpPr txBox="1"/>
          <p:nvPr/>
        </p:nvSpPr>
        <p:spPr>
          <a:xfrm>
            <a:off x="3081075" y="1684390"/>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Despite being red, Mars is very cold</a:t>
            </a:r>
            <a:endParaRPr>
              <a:solidFill>
                <a:schemeClr val="dk1"/>
              </a:solidFill>
              <a:latin typeface="Be Vietnam Pro"/>
              <a:ea typeface="Be Vietnam Pro"/>
              <a:cs typeface="Be Vietnam Pro"/>
              <a:sym typeface="Be Vietnam Pro"/>
            </a:endParaRPr>
          </a:p>
        </p:txBody>
      </p:sp>
      <p:sp>
        <p:nvSpPr>
          <p:cNvPr id="2209" name="Google Shape;2209;p57"/>
          <p:cNvSpPr txBox="1"/>
          <p:nvPr/>
        </p:nvSpPr>
        <p:spPr>
          <a:xfrm>
            <a:off x="5830935" y="1684376"/>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Venus is the second planet from the Sun</a:t>
            </a:r>
            <a:endParaRPr>
              <a:solidFill>
                <a:schemeClr val="dk1"/>
              </a:solidFill>
              <a:latin typeface="Be Vietnam Pro"/>
              <a:ea typeface="Be Vietnam Pro"/>
              <a:cs typeface="Be Vietnam Pro"/>
              <a:sym typeface="Be Vietnam Pro"/>
            </a:endParaRPr>
          </a:p>
        </p:txBody>
      </p:sp>
      <p:sp>
        <p:nvSpPr>
          <p:cNvPr id="2210" name="Google Shape;2210;p57"/>
          <p:cNvSpPr txBox="1"/>
          <p:nvPr/>
        </p:nvSpPr>
        <p:spPr>
          <a:xfrm>
            <a:off x="3081075" y="1306088"/>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Mars</a:t>
            </a:r>
            <a:endParaRPr b="1" sz="2000">
              <a:solidFill>
                <a:schemeClr val="dk1"/>
              </a:solidFill>
              <a:latin typeface="IBM Plex Mono"/>
              <a:ea typeface="IBM Plex Mono"/>
              <a:cs typeface="IBM Plex Mono"/>
              <a:sym typeface="IBM Plex Mono"/>
            </a:endParaRPr>
          </a:p>
        </p:txBody>
      </p:sp>
      <p:cxnSp>
        <p:nvCxnSpPr>
          <p:cNvPr id="2211" name="Google Shape;2211;p57"/>
          <p:cNvCxnSpPr>
            <a:stCxn id="2210" idx="1"/>
            <a:endCxn id="2203" idx="1"/>
          </p:cNvCxnSpPr>
          <p:nvPr/>
        </p:nvCxnSpPr>
        <p:spPr>
          <a:xfrm>
            <a:off x="3081075" y="1533338"/>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cxnSp>
        <p:nvCxnSpPr>
          <p:cNvPr id="2212" name="Google Shape;2212;p57"/>
          <p:cNvCxnSpPr>
            <a:stCxn id="2207" idx="1"/>
            <a:endCxn id="2200" idx="1"/>
          </p:cNvCxnSpPr>
          <p:nvPr/>
        </p:nvCxnSpPr>
        <p:spPr>
          <a:xfrm>
            <a:off x="5830935" y="1533324"/>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6" name="Shape 2216"/>
        <p:cNvGrpSpPr/>
        <p:nvPr/>
      </p:nvGrpSpPr>
      <p:grpSpPr>
        <a:xfrm>
          <a:off x="0" y="0"/>
          <a:ext cx="0" cy="0"/>
          <a:chOff x="0" y="0"/>
          <a:chExt cx="0" cy="0"/>
        </a:xfrm>
      </p:grpSpPr>
      <p:sp>
        <p:nvSpPr>
          <p:cNvPr id="2217" name="Google Shape;2217;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Question and answer</a:t>
            </a:r>
            <a:endParaRPr/>
          </a:p>
        </p:txBody>
      </p:sp>
      <p:sp>
        <p:nvSpPr>
          <p:cNvPr id="2218" name="Google Shape;2218;p58"/>
          <p:cNvSpPr txBox="1"/>
          <p:nvPr>
            <p:ph idx="1" type="subTitle"/>
          </p:nvPr>
        </p:nvSpPr>
        <p:spPr>
          <a:xfrm>
            <a:off x="713225" y="2041525"/>
            <a:ext cx="55785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Is Mercury the closest planet to the Sun and the smallest one in the Solar System? </a:t>
            </a:r>
            <a:r>
              <a:rPr b="1" lang="en"/>
              <a:t>Note that it’s a bit larger than the Moon</a:t>
            </a:r>
            <a:endParaRPr b="1"/>
          </a:p>
        </p:txBody>
      </p:sp>
      <p:sp>
        <p:nvSpPr>
          <p:cNvPr id="2219" name="Google Shape;2219;p58"/>
          <p:cNvSpPr txBox="1"/>
          <p:nvPr>
            <p:ph idx="2" type="subTitle"/>
          </p:nvPr>
        </p:nvSpPr>
        <p:spPr>
          <a:xfrm>
            <a:off x="713225" y="3366650"/>
            <a:ext cx="5578500" cy="64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a:t>
            </a:r>
            <a:r>
              <a:rPr b="1" lang="en"/>
              <a:t> the second planet from the Sun.</a:t>
            </a:r>
            <a:r>
              <a:rPr lang="en"/>
              <a:t> It’s hot and has a poisonous atmosphere</a:t>
            </a:r>
            <a:endParaRPr/>
          </a:p>
        </p:txBody>
      </p:sp>
      <p:sp>
        <p:nvSpPr>
          <p:cNvPr id="2220" name="Google Shape;2220;p58"/>
          <p:cNvSpPr txBox="1"/>
          <p:nvPr>
            <p:ph idx="3" type="subTitle"/>
          </p:nvPr>
        </p:nvSpPr>
        <p:spPr>
          <a:xfrm>
            <a:off x="713225" y="1679400"/>
            <a:ext cx="55785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Question</a:t>
            </a:r>
            <a:endParaRPr/>
          </a:p>
        </p:txBody>
      </p:sp>
      <p:sp>
        <p:nvSpPr>
          <p:cNvPr id="2221" name="Google Shape;2221;p58"/>
          <p:cNvSpPr txBox="1"/>
          <p:nvPr>
            <p:ph idx="4" type="subTitle"/>
          </p:nvPr>
        </p:nvSpPr>
        <p:spPr>
          <a:xfrm>
            <a:off x="713225" y="3040550"/>
            <a:ext cx="55785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Answer</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sp>
        <p:nvSpPr>
          <p:cNvPr id="2226" name="Google Shape;2226;p59"/>
          <p:cNvSpPr/>
          <p:nvPr/>
        </p:nvSpPr>
        <p:spPr>
          <a:xfrm>
            <a:off x="318996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1155800"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Step-by-step coding</a:t>
            </a:r>
            <a:endParaRPr/>
          </a:p>
        </p:txBody>
      </p:sp>
      <p:grpSp>
        <p:nvGrpSpPr>
          <p:cNvPr id="2229" name="Google Shape;2229;p59"/>
          <p:cNvGrpSpPr/>
          <p:nvPr/>
        </p:nvGrpSpPr>
        <p:grpSpPr>
          <a:xfrm>
            <a:off x="3423378" y="2320987"/>
            <a:ext cx="263073" cy="341227"/>
            <a:chOff x="2390298" y="2185817"/>
            <a:chExt cx="367522" cy="476707"/>
          </a:xfrm>
        </p:grpSpPr>
        <p:sp>
          <p:nvSpPr>
            <p:cNvPr id="2230" name="Google Shape;2230;p59"/>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4" name="Google Shape;2234;p59"/>
          <p:cNvSpPr/>
          <p:nvPr/>
        </p:nvSpPr>
        <p:spPr>
          <a:xfrm>
            <a:off x="5418484" y="2343233"/>
            <a:ext cx="341157" cy="2967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5" name="Google Shape;2235;p59"/>
          <p:cNvGrpSpPr/>
          <p:nvPr/>
        </p:nvGrpSpPr>
        <p:grpSpPr>
          <a:xfrm>
            <a:off x="7491709" y="2321047"/>
            <a:ext cx="263073" cy="341145"/>
            <a:chOff x="1612822" y="1436414"/>
            <a:chExt cx="367522" cy="476593"/>
          </a:xfrm>
        </p:grpSpPr>
        <p:sp>
          <p:nvSpPr>
            <p:cNvPr id="2236" name="Google Shape;2236;p59"/>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59"/>
          <p:cNvGrpSpPr/>
          <p:nvPr/>
        </p:nvGrpSpPr>
        <p:grpSpPr>
          <a:xfrm>
            <a:off x="1345370" y="2355643"/>
            <a:ext cx="350772" cy="271913"/>
            <a:chOff x="5547407" y="2234234"/>
            <a:chExt cx="490042" cy="379873"/>
          </a:xfrm>
        </p:grpSpPr>
        <p:sp>
          <p:nvSpPr>
            <p:cNvPr id="2241" name="Google Shape;2241;p59"/>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9" name="Google Shape;2259;p59"/>
          <p:cNvSpPr txBox="1"/>
          <p:nvPr/>
        </p:nvSpPr>
        <p:spPr>
          <a:xfrm>
            <a:off x="734150"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Earth</a:t>
            </a:r>
            <a:endParaRPr b="1" sz="2000">
              <a:solidFill>
                <a:schemeClr val="dk1"/>
              </a:solidFill>
              <a:latin typeface="IBM Plex Mono"/>
              <a:ea typeface="IBM Plex Mono"/>
              <a:cs typeface="IBM Plex Mono"/>
              <a:sym typeface="IBM Plex Mono"/>
            </a:endParaRPr>
          </a:p>
        </p:txBody>
      </p:sp>
      <p:sp>
        <p:nvSpPr>
          <p:cNvPr id="2260" name="Google Shape;2260;p59"/>
          <p:cNvSpPr txBox="1"/>
          <p:nvPr/>
        </p:nvSpPr>
        <p:spPr>
          <a:xfrm>
            <a:off x="734156"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It’s the only planet known to </a:t>
            </a:r>
            <a:r>
              <a:rPr b="1" lang="en">
                <a:solidFill>
                  <a:schemeClr val="dk1"/>
                </a:solidFill>
                <a:latin typeface="Be Vietnam Pro"/>
                <a:ea typeface="Be Vietnam Pro"/>
                <a:cs typeface="Be Vietnam Pro"/>
                <a:sym typeface="Be Vietnam Pro"/>
              </a:rPr>
              <a:t>harbor life</a:t>
            </a:r>
            <a:endParaRPr b="1">
              <a:solidFill>
                <a:schemeClr val="dk1"/>
              </a:solidFill>
              <a:latin typeface="Be Vietnam Pro"/>
              <a:ea typeface="Be Vietnam Pro"/>
              <a:cs typeface="Be Vietnam Pro"/>
              <a:sym typeface="Be Vietnam Pro"/>
            </a:endParaRPr>
          </a:p>
        </p:txBody>
      </p:sp>
      <p:sp>
        <p:nvSpPr>
          <p:cNvPr id="2261" name="Google Shape;2261;p59"/>
          <p:cNvSpPr txBox="1"/>
          <p:nvPr/>
        </p:nvSpPr>
        <p:spPr>
          <a:xfrm>
            <a:off x="2768315"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p:txBody>
      </p:sp>
      <p:sp>
        <p:nvSpPr>
          <p:cNvPr id="2262" name="Google Shape;2262;p59"/>
          <p:cNvSpPr txBox="1"/>
          <p:nvPr/>
        </p:nvSpPr>
        <p:spPr>
          <a:xfrm>
            <a:off x="2768315"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191919"/>
                </a:solidFill>
                <a:latin typeface="Be Vietnam Pro"/>
                <a:ea typeface="Be Vietnam Pro"/>
                <a:cs typeface="Be Vietnam Pro"/>
                <a:sym typeface="Be Vietnam Pro"/>
              </a:rPr>
              <a:t>Mercury is the closest planet to the Sun</a:t>
            </a:r>
            <a:endParaRPr>
              <a:solidFill>
                <a:schemeClr val="dk1"/>
              </a:solidFill>
              <a:latin typeface="Be Vietnam Pro"/>
              <a:ea typeface="Be Vietnam Pro"/>
              <a:cs typeface="Be Vietnam Pro"/>
              <a:sym typeface="Be Vietnam Pro"/>
            </a:endParaRPr>
          </a:p>
        </p:txBody>
      </p:sp>
      <p:sp>
        <p:nvSpPr>
          <p:cNvPr id="2263" name="Google Shape;2263;p59"/>
          <p:cNvSpPr txBox="1"/>
          <p:nvPr/>
        </p:nvSpPr>
        <p:spPr>
          <a:xfrm>
            <a:off x="734163"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Be Vietnam Pro"/>
                <a:ea typeface="Be Vietnam Pro"/>
                <a:cs typeface="Be Vietnam Pro"/>
                <a:sym typeface="Be Vietnam Pro"/>
              </a:rPr>
              <a:t>01</a:t>
            </a:r>
            <a:endParaRPr b="1" sz="3000">
              <a:solidFill>
                <a:schemeClr val="lt2"/>
              </a:solidFill>
              <a:latin typeface="Be Vietnam Pro"/>
              <a:ea typeface="Be Vietnam Pro"/>
              <a:cs typeface="Be Vietnam Pro"/>
              <a:sym typeface="Be Vietnam Pro"/>
            </a:endParaRPr>
          </a:p>
        </p:txBody>
      </p:sp>
      <p:sp>
        <p:nvSpPr>
          <p:cNvPr id="2264" name="Google Shape;2264;p59"/>
          <p:cNvSpPr txBox="1"/>
          <p:nvPr/>
        </p:nvSpPr>
        <p:spPr>
          <a:xfrm>
            <a:off x="4802510"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Jupiter</a:t>
            </a:r>
            <a:endParaRPr b="1" sz="2000">
              <a:solidFill>
                <a:schemeClr val="dk1"/>
              </a:solidFill>
              <a:latin typeface="IBM Plex Mono"/>
              <a:ea typeface="IBM Plex Mono"/>
              <a:cs typeface="IBM Plex Mono"/>
              <a:sym typeface="IBM Plex Mono"/>
            </a:endParaRPr>
          </a:p>
        </p:txBody>
      </p:sp>
      <p:sp>
        <p:nvSpPr>
          <p:cNvPr id="2265" name="Google Shape;2265;p59"/>
          <p:cNvSpPr txBox="1"/>
          <p:nvPr/>
        </p:nvSpPr>
        <p:spPr>
          <a:xfrm>
            <a:off x="4802510"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Jupiter is the </a:t>
            </a:r>
            <a:r>
              <a:rPr b="1" lang="en">
                <a:solidFill>
                  <a:schemeClr val="dk1"/>
                </a:solidFill>
                <a:latin typeface="Be Vietnam Pro"/>
                <a:ea typeface="Be Vietnam Pro"/>
                <a:cs typeface="Be Vietnam Pro"/>
                <a:sym typeface="Be Vietnam Pro"/>
              </a:rPr>
              <a:t>biggest</a:t>
            </a:r>
            <a:r>
              <a:rPr lang="en">
                <a:solidFill>
                  <a:schemeClr val="dk1"/>
                </a:solidFill>
                <a:latin typeface="Be Vietnam Pro"/>
                <a:ea typeface="Be Vietnam Pro"/>
                <a:cs typeface="Be Vietnam Pro"/>
                <a:sym typeface="Be Vietnam Pro"/>
              </a:rPr>
              <a:t> planet of them all</a:t>
            </a:r>
            <a:endParaRPr>
              <a:solidFill>
                <a:schemeClr val="dk1"/>
              </a:solidFill>
              <a:latin typeface="Be Vietnam Pro"/>
              <a:ea typeface="Be Vietnam Pro"/>
              <a:cs typeface="Be Vietnam Pro"/>
              <a:sym typeface="Be Vietnam Pro"/>
            </a:endParaRPr>
          </a:p>
        </p:txBody>
      </p:sp>
      <p:sp>
        <p:nvSpPr>
          <p:cNvPr id="2266" name="Google Shape;2266;p59"/>
          <p:cNvSpPr txBox="1"/>
          <p:nvPr/>
        </p:nvSpPr>
        <p:spPr>
          <a:xfrm>
            <a:off x="6836648"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267" name="Google Shape;2267;p59"/>
          <p:cNvSpPr txBox="1"/>
          <p:nvPr/>
        </p:nvSpPr>
        <p:spPr>
          <a:xfrm>
            <a:off x="6836645"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e Vietnam Pro"/>
                <a:ea typeface="Be Vietnam Pro"/>
                <a:cs typeface="Be Vietnam Pro"/>
                <a:sym typeface="Be Vietnam Pro"/>
              </a:rPr>
              <a:t>Saturn was named after a Roman god</a:t>
            </a:r>
            <a:endParaRPr>
              <a:solidFill>
                <a:schemeClr val="dk1"/>
              </a:solidFill>
              <a:latin typeface="Be Vietnam Pro"/>
              <a:ea typeface="Be Vietnam Pro"/>
              <a:cs typeface="Be Vietnam Pro"/>
              <a:sym typeface="Be Vietnam Pro"/>
            </a:endParaRPr>
          </a:p>
        </p:txBody>
      </p:sp>
      <p:sp>
        <p:nvSpPr>
          <p:cNvPr id="2268" name="Google Shape;2268;p59"/>
          <p:cNvSpPr txBox="1"/>
          <p:nvPr/>
        </p:nvSpPr>
        <p:spPr>
          <a:xfrm>
            <a:off x="2768315"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Be Vietnam Pro"/>
                <a:ea typeface="Be Vietnam Pro"/>
                <a:cs typeface="Be Vietnam Pro"/>
                <a:sym typeface="Be Vietnam Pro"/>
              </a:rPr>
              <a:t>02</a:t>
            </a:r>
            <a:endParaRPr b="1" sz="3000">
              <a:solidFill>
                <a:schemeClr val="lt2"/>
              </a:solidFill>
              <a:latin typeface="Be Vietnam Pro"/>
              <a:ea typeface="Be Vietnam Pro"/>
              <a:cs typeface="Be Vietnam Pro"/>
              <a:sym typeface="Be Vietnam Pro"/>
            </a:endParaRPr>
          </a:p>
        </p:txBody>
      </p:sp>
      <p:sp>
        <p:nvSpPr>
          <p:cNvPr id="2269" name="Google Shape;2269;p59"/>
          <p:cNvSpPr txBox="1"/>
          <p:nvPr/>
        </p:nvSpPr>
        <p:spPr>
          <a:xfrm>
            <a:off x="4802461"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Be Vietnam Pro"/>
                <a:ea typeface="Be Vietnam Pro"/>
                <a:cs typeface="Be Vietnam Pro"/>
                <a:sym typeface="Be Vietnam Pro"/>
              </a:rPr>
              <a:t>03</a:t>
            </a:r>
            <a:endParaRPr b="1" sz="3000">
              <a:solidFill>
                <a:schemeClr val="lt2"/>
              </a:solidFill>
              <a:latin typeface="Be Vietnam Pro"/>
              <a:ea typeface="Be Vietnam Pro"/>
              <a:cs typeface="Be Vietnam Pro"/>
              <a:sym typeface="Be Vietnam Pro"/>
            </a:endParaRPr>
          </a:p>
        </p:txBody>
      </p:sp>
      <p:sp>
        <p:nvSpPr>
          <p:cNvPr id="2270" name="Google Shape;2270;p59"/>
          <p:cNvSpPr txBox="1"/>
          <p:nvPr/>
        </p:nvSpPr>
        <p:spPr>
          <a:xfrm>
            <a:off x="6836640"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Be Vietnam Pro"/>
                <a:ea typeface="Be Vietnam Pro"/>
                <a:cs typeface="Be Vietnam Pro"/>
                <a:sym typeface="Be Vietnam Pro"/>
              </a:rPr>
              <a:t>04</a:t>
            </a:r>
            <a:endParaRPr b="1" sz="3000">
              <a:solidFill>
                <a:schemeClr val="lt2"/>
              </a:solidFill>
              <a:latin typeface="Be Vietnam Pro"/>
              <a:ea typeface="Be Vietnam Pro"/>
              <a:cs typeface="Be Vietnam Pro"/>
              <a:sym typeface="Be Vietnam Pro"/>
            </a:endParaRPr>
          </a:p>
        </p:txBody>
      </p:sp>
      <p:sp>
        <p:nvSpPr>
          <p:cNvPr id="2271" name="Google Shape;2271;p59"/>
          <p:cNvSpPr/>
          <p:nvPr/>
        </p:nvSpPr>
        <p:spPr>
          <a:xfrm>
            <a:off x="5224112"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725829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73" name="Google Shape;2273;p59"/>
          <p:cNvCxnSpPr>
            <a:stCxn id="2263" idx="2"/>
            <a:endCxn id="2227" idx="0"/>
          </p:cNvCxnSpPr>
          <p:nvPr/>
        </p:nvCxnSpPr>
        <p:spPr>
          <a:xfrm flipH="1" rot="-5400000">
            <a:off x="1283313"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74" name="Google Shape;2274;p59"/>
          <p:cNvCxnSpPr>
            <a:stCxn id="2227" idx="2"/>
            <a:endCxn id="2259" idx="0"/>
          </p:cNvCxnSpPr>
          <p:nvPr/>
        </p:nvCxnSpPr>
        <p:spPr>
          <a:xfrm flipH="1" rot="-5400000">
            <a:off x="1286600"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5" name="Google Shape;2275;p59"/>
          <p:cNvCxnSpPr>
            <a:stCxn id="2226" idx="2"/>
            <a:endCxn id="2261" idx="0"/>
          </p:cNvCxnSpPr>
          <p:nvPr/>
        </p:nvCxnSpPr>
        <p:spPr>
          <a:xfrm flipH="1" rot="-5400000">
            <a:off x="3320765"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6" name="Google Shape;2276;p59"/>
          <p:cNvCxnSpPr>
            <a:stCxn id="2271" idx="2"/>
            <a:endCxn id="2264" idx="0"/>
          </p:cNvCxnSpPr>
          <p:nvPr/>
        </p:nvCxnSpPr>
        <p:spPr>
          <a:xfrm flipH="1" rot="-5400000">
            <a:off x="5354912"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7" name="Google Shape;2277;p59"/>
          <p:cNvCxnSpPr>
            <a:stCxn id="2272" idx="2"/>
            <a:endCxn id="2266" idx="0"/>
          </p:cNvCxnSpPr>
          <p:nvPr/>
        </p:nvCxnSpPr>
        <p:spPr>
          <a:xfrm flipH="1" rot="-5400000">
            <a:off x="7389095"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8" name="Google Shape;2278;p59"/>
          <p:cNvCxnSpPr>
            <a:stCxn id="2268" idx="2"/>
            <a:endCxn id="2226" idx="0"/>
          </p:cNvCxnSpPr>
          <p:nvPr/>
        </p:nvCxnSpPr>
        <p:spPr>
          <a:xfrm flipH="1" rot="-5400000">
            <a:off x="3317465"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79" name="Google Shape;2279;p59"/>
          <p:cNvCxnSpPr>
            <a:stCxn id="2269" idx="2"/>
            <a:endCxn id="2271" idx="0"/>
          </p:cNvCxnSpPr>
          <p:nvPr/>
        </p:nvCxnSpPr>
        <p:spPr>
          <a:xfrm flipH="1" rot="-5400000">
            <a:off x="5351611"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80" name="Google Shape;2280;p59"/>
          <p:cNvCxnSpPr>
            <a:stCxn id="2270" idx="2"/>
            <a:endCxn id="2272" idx="0"/>
          </p:cNvCxnSpPr>
          <p:nvPr/>
        </p:nvCxnSpPr>
        <p:spPr>
          <a:xfrm flipH="1" rot="-5400000">
            <a:off x="7385790"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4" name="Shape 2284"/>
        <p:cNvGrpSpPr/>
        <p:nvPr/>
      </p:nvGrpSpPr>
      <p:grpSpPr>
        <a:xfrm>
          <a:off x="0" y="0"/>
          <a:ext cx="0" cy="0"/>
          <a:chOff x="0" y="0"/>
          <a:chExt cx="0" cy="0"/>
        </a:xfrm>
      </p:grpSpPr>
      <p:sp>
        <p:nvSpPr>
          <p:cNvPr id="2285" name="Google Shape;2285;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Parts and whole</a:t>
            </a:r>
            <a:endParaRPr/>
          </a:p>
        </p:txBody>
      </p:sp>
      <p:sp>
        <p:nvSpPr>
          <p:cNvPr id="2286" name="Google Shape;2286;p60"/>
          <p:cNvSpPr txBox="1"/>
          <p:nvPr/>
        </p:nvSpPr>
        <p:spPr>
          <a:xfrm>
            <a:off x="720000" y="1982775"/>
            <a:ext cx="1463100" cy="1889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Mercury is the closest planet to the Sun and the smallest one in the entire Solar System</a:t>
            </a:r>
            <a:endParaRPr>
              <a:solidFill>
                <a:schemeClr val="dk1"/>
              </a:solidFill>
              <a:latin typeface="Be Vietnam Pro"/>
              <a:ea typeface="Be Vietnam Pro"/>
              <a:cs typeface="Be Vietnam Pro"/>
              <a:sym typeface="Be Vietnam Pro"/>
            </a:endParaRPr>
          </a:p>
        </p:txBody>
      </p:sp>
      <p:sp>
        <p:nvSpPr>
          <p:cNvPr id="2287" name="Google Shape;2287;p60"/>
          <p:cNvSpPr txBox="1"/>
          <p:nvPr/>
        </p:nvSpPr>
        <p:spPr>
          <a:xfrm>
            <a:off x="720000" y="1263100"/>
            <a:ext cx="14631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IBM Plex Mono"/>
                <a:ea typeface="IBM Plex Mono"/>
                <a:cs typeface="IBM Plex Mono"/>
                <a:sym typeface="IBM Plex Mono"/>
              </a:rPr>
              <a:t>The whole objective</a:t>
            </a:r>
            <a:endParaRPr b="1" sz="1600">
              <a:solidFill>
                <a:schemeClr val="dk1"/>
              </a:solidFill>
              <a:latin typeface="IBM Plex Mono"/>
              <a:ea typeface="IBM Plex Mono"/>
              <a:cs typeface="IBM Plex Mono"/>
              <a:sym typeface="IBM Plex Mono"/>
            </a:endParaRPr>
          </a:p>
        </p:txBody>
      </p:sp>
      <p:sp>
        <p:nvSpPr>
          <p:cNvPr id="2288" name="Google Shape;2288;p60"/>
          <p:cNvSpPr txBox="1"/>
          <p:nvPr/>
        </p:nvSpPr>
        <p:spPr>
          <a:xfrm>
            <a:off x="2959948" y="1982775"/>
            <a:ext cx="1459500" cy="1889400"/>
          </a:xfrm>
          <a:prstGeom prst="rect">
            <a:avLst/>
          </a:prstGeom>
          <a:noFill/>
          <a:ln>
            <a:noFill/>
          </a:ln>
        </p:spPr>
        <p:txBody>
          <a:bodyPr anchorCtr="0" anchor="t" bIns="91425" lIns="91425" spcFirstLastPara="1" rIns="91425" wrap="square" tIns="91425">
            <a:noAutofit/>
          </a:bodyPr>
          <a:lstStyle/>
          <a:p>
            <a:pPr indent="-317500" lvl="0" marL="32004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Mercury</a:t>
            </a:r>
            <a:endParaRPr>
              <a:solidFill>
                <a:schemeClr val="dk1"/>
              </a:solidFill>
              <a:latin typeface="Be Vietnam Pro"/>
              <a:ea typeface="Be Vietnam Pro"/>
              <a:cs typeface="Be Vietnam Pro"/>
              <a:sym typeface="Be Vietnam Pro"/>
            </a:endParaRPr>
          </a:p>
          <a:p>
            <a:pPr indent="-317500" lvl="0" marL="32004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Jupiter</a:t>
            </a:r>
            <a:endParaRPr>
              <a:solidFill>
                <a:schemeClr val="dk1"/>
              </a:solidFill>
              <a:latin typeface="Be Vietnam Pro"/>
              <a:ea typeface="Be Vietnam Pro"/>
              <a:cs typeface="Be Vietnam Pro"/>
              <a:sym typeface="Be Vietnam Pro"/>
            </a:endParaRPr>
          </a:p>
          <a:p>
            <a:pPr indent="-317500" lvl="0" marL="32004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Venus</a:t>
            </a:r>
            <a:endParaRPr>
              <a:solidFill>
                <a:schemeClr val="dk1"/>
              </a:solidFill>
              <a:latin typeface="Be Vietnam Pro"/>
              <a:ea typeface="Be Vietnam Pro"/>
              <a:cs typeface="Be Vietnam Pro"/>
              <a:sym typeface="Be Vietnam Pro"/>
            </a:endParaRPr>
          </a:p>
          <a:p>
            <a:pPr indent="-317500" lvl="0" marL="32004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Mars</a:t>
            </a:r>
            <a:endParaRPr>
              <a:solidFill>
                <a:schemeClr val="dk1"/>
              </a:solidFill>
              <a:latin typeface="Be Vietnam Pro"/>
              <a:ea typeface="Be Vietnam Pro"/>
              <a:cs typeface="Be Vietnam Pro"/>
              <a:sym typeface="Be Vietnam Pro"/>
            </a:endParaRPr>
          </a:p>
          <a:p>
            <a:pPr indent="-317500" lvl="0" marL="32004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Earth</a:t>
            </a:r>
            <a:endParaRPr>
              <a:solidFill>
                <a:schemeClr val="dk1"/>
              </a:solidFill>
              <a:latin typeface="Be Vietnam Pro"/>
              <a:ea typeface="Be Vietnam Pro"/>
              <a:cs typeface="Be Vietnam Pro"/>
              <a:sym typeface="Be Vietnam Pro"/>
            </a:endParaRPr>
          </a:p>
          <a:p>
            <a:pPr indent="-317500" lvl="0" marL="32004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Saturn</a:t>
            </a:r>
            <a:endParaRPr>
              <a:solidFill>
                <a:schemeClr val="dk1"/>
              </a:solidFill>
              <a:latin typeface="Be Vietnam Pro"/>
              <a:ea typeface="Be Vietnam Pro"/>
              <a:cs typeface="Be Vietnam Pro"/>
              <a:sym typeface="Be Vietnam Pro"/>
            </a:endParaRPr>
          </a:p>
          <a:p>
            <a:pPr indent="-317500" lvl="0" marL="320040" rtl="0" algn="l">
              <a:lnSpc>
                <a:spcPct val="115000"/>
              </a:lnSpc>
              <a:spcBef>
                <a:spcPts val="0"/>
              </a:spcBef>
              <a:spcAft>
                <a:spcPts val="0"/>
              </a:spcAft>
              <a:buClr>
                <a:schemeClr val="dk1"/>
              </a:buClr>
              <a:buSzPts val="1400"/>
              <a:buFont typeface="Be Vietnam Pro"/>
              <a:buChar char="●"/>
            </a:pPr>
            <a:r>
              <a:rPr lang="en">
                <a:solidFill>
                  <a:schemeClr val="dk1"/>
                </a:solidFill>
                <a:latin typeface="Be Vietnam Pro"/>
                <a:ea typeface="Be Vietnam Pro"/>
                <a:cs typeface="Be Vietnam Pro"/>
                <a:sym typeface="Be Vietnam Pro"/>
              </a:rPr>
              <a:t>Mercury</a:t>
            </a:r>
            <a:endParaRPr>
              <a:solidFill>
                <a:schemeClr val="dk1"/>
              </a:solidFill>
              <a:latin typeface="Be Vietnam Pro"/>
              <a:ea typeface="Be Vietnam Pro"/>
              <a:cs typeface="Be Vietnam Pro"/>
              <a:sym typeface="Be Vietnam Pro"/>
            </a:endParaRPr>
          </a:p>
        </p:txBody>
      </p:sp>
      <p:sp>
        <p:nvSpPr>
          <p:cNvPr id="2289" name="Google Shape;2289;p60"/>
          <p:cNvSpPr txBox="1"/>
          <p:nvPr/>
        </p:nvSpPr>
        <p:spPr>
          <a:xfrm>
            <a:off x="2959951" y="1263100"/>
            <a:ext cx="14631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IBM Plex Mono"/>
                <a:ea typeface="IBM Plex Mono"/>
                <a:cs typeface="IBM Plex Mono"/>
                <a:sym typeface="IBM Plex Mono"/>
              </a:rPr>
              <a:t>Parts of the </a:t>
            </a:r>
            <a:r>
              <a:rPr b="1" lang="en" sz="1600">
                <a:solidFill>
                  <a:schemeClr val="dk1"/>
                </a:solidFill>
                <a:latin typeface="IBM Plex Mono"/>
                <a:ea typeface="IBM Plex Mono"/>
                <a:cs typeface="IBM Plex Mono"/>
                <a:sym typeface="IBM Plex Mono"/>
              </a:rPr>
              <a:t>object</a:t>
            </a:r>
            <a:endParaRPr b="1" sz="1600">
              <a:solidFill>
                <a:schemeClr val="dk1"/>
              </a:solidFill>
              <a:latin typeface="IBM Plex Mono"/>
              <a:ea typeface="IBM Plex Mono"/>
              <a:cs typeface="IBM Plex Mono"/>
              <a:sym typeface="IBM Plex Mono"/>
            </a:endParaRPr>
          </a:p>
        </p:txBody>
      </p:sp>
      <p:sp>
        <p:nvSpPr>
          <p:cNvPr id="2290" name="Google Shape;2290;p60"/>
          <p:cNvSpPr txBox="1"/>
          <p:nvPr/>
        </p:nvSpPr>
        <p:spPr>
          <a:xfrm>
            <a:off x="5097300" y="1982775"/>
            <a:ext cx="3326700" cy="843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Earth is the third planet from the Sun and the </a:t>
            </a:r>
            <a:r>
              <a:rPr b="1" lang="en">
                <a:solidFill>
                  <a:schemeClr val="dk1"/>
                </a:solidFill>
                <a:latin typeface="Be Vietnam Pro"/>
                <a:ea typeface="Be Vietnam Pro"/>
                <a:cs typeface="Be Vietnam Pro"/>
                <a:sym typeface="Be Vietnam Pro"/>
              </a:rPr>
              <a:t>only one that harbors life in the Solar System</a:t>
            </a:r>
            <a:endParaRPr b="1">
              <a:solidFill>
                <a:schemeClr val="dk1"/>
              </a:solidFill>
              <a:latin typeface="Be Vietnam Pro"/>
              <a:ea typeface="Be Vietnam Pro"/>
              <a:cs typeface="Be Vietnam Pro"/>
              <a:sym typeface="Be Vietnam Pro"/>
            </a:endParaRPr>
          </a:p>
        </p:txBody>
      </p:sp>
      <p:sp>
        <p:nvSpPr>
          <p:cNvPr id="2291" name="Google Shape;2291;p60"/>
          <p:cNvSpPr txBox="1"/>
          <p:nvPr/>
        </p:nvSpPr>
        <p:spPr>
          <a:xfrm>
            <a:off x="5097300" y="1263100"/>
            <a:ext cx="33267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IBM Plex Mono"/>
                <a:ea typeface="IBM Plex Mono"/>
                <a:cs typeface="IBM Plex Mono"/>
                <a:sym typeface="IBM Plex Mono"/>
              </a:rPr>
              <a:t>What happens if the parts are missing?</a:t>
            </a:r>
            <a:endParaRPr b="1" sz="1600">
              <a:solidFill>
                <a:schemeClr val="dk1"/>
              </a:solidFill>
              <a:latin typeface="IBM Plex Mono"/>
              <a:ea typeface="IBM Plex Mono"/>
              <a:cs typeface="IBM Plex Mono"/>
              <a:sym typeface="IBM Plex Mono"/>
            </a:endParaRPr>
          </a:p>
        </p:txBody>
      </p:sp>
      <p:sp>
        <p:nvSpPr>
          <p:cNvPr id="2292" name="Google Shape;2292;p60"/>
          <p:cNvSpPr txBox="1"/>
          <p:nvPr/>
        </p:nvSpPr>
        <p:spPr>
          <a:xfrm>
            <a:off x="5097300" y="4035875"/>
            <a:ext cx="33267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Jupiter is a gas giant and the biggest planet in the Solar System</a:t>
            </a:r>
            <a:endParaRPr>
              <a:solidFill>
                <a:schemeClr val="dk1"/>
              </a:solidFill>
              <a:latin typeface="Be Vietnam Pro"/>
              <a:ea typeface="Be Vietnam Pro"/>
              <a:cs typeface="Be Vietnam Pro"/>
              <a:sym typeface="Be Vietnam Pro"/>
            </a:endParaRPr>
          </a:p>
        </p:txBody>
      </p:sp>
      <p:sp>
        <p:nvSpPr>
          <p:cNvPr id="2293" name="Google Shape;2293;p60"/>
          <p:cNvSpPr txBox="1"/>
          <p:nvPr/>
        </p:nvSpPr>
        <p:spPr>
          <a:xfrm>
            <a:off x="5097300" y="3316200"/>
            <a:ext cx="33267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IBM Plex Mono"/>
                <a:ea typeface="IBM Plex Mono"/>
                <a:cs typeface="IBM Plex Mono"/>
                <a:sym typeface="IBM Plex Mono"/>
              </a:rPr>
              <a:t>What’s the function of the parts?</a:t>
            </a:r>
            <a:endParaRPr b="1" sz="1600">
              <a:solidFill>
                <a:schemeClr val="dk1"/>
              </a:solidFill>
              <a:latin typeface="IBM Plex Mono"/>
              <a:ea typeface="IBM Plex Mono"/>
              <a:cs typeface="IBM Plex Mono"/>
              <a:sym typeface="IBM Plex Mono"/>
            </a:endParaRPr>
          </a:p>
        </p:txBody>
      </p:sp>
      <p:cxnSp>
        <p:nvCxnSpPr>
          <p:cNvPr id="2294" name="Google Shape;2294;p60"/>
          <p:cNvCxnSpPr>
            <a:stCxn id="2287" idx="3"/>
            <a:endCxn id="2289" idx="1"/>
          </p:cNvCxnSpPr>
          <p:nvPr/>
        </p:nvCxnSpPr>
        <p:spPr>
          <a:xfrm>
            <a:off x="2183100" y="1661050"/>
            <a:ext cx="777000" cy="600"/>
          </a:xfrm>
          <a:prstGeom prst="bentConnector3">
            <a:avLst>
              <a:gd fmla="val 49990" name="adj1"/>
            </a:avLst>
          </a:prstGeom>
          <a:noFill/>
          <a:ln cap="flat" cmpd="sng" w="9525">
            <a:solidFill>
              <a:schemeClr val="lt2"/>
            </a:solidFill>
            <a:prstDash val="solid"/>
            <a:round/>
            <a:headEnd len="med" w="med" type="none"/>
            <a:tailEnd len="med" w="med" type="oval"/>
          </a:ln>
        </p:spPr>
      </p:cxnSp>
      <p:cxnSp>
        <p:nvCxnSpPr>
          <p:cNvPr id="2295" name="Google Shape;2295;p60"/>
          <p:cNvCxnSpPr>
            <a:stCxn id="2289" idx="3"/>
            <a:endCxn id="2291" idx="1"/>
          </p:cNvCxnSpPr>
          <p:nvPr/>
        </p:nvCxnSpPr>
        <p:spPr>
          <a:xfrm>
            <a:off x="4423051" y="1661050"/>
            <a:ext cx="6741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96" name="Google Shape;2296;p60"/>
          <p:cNvCxnSpPr>
            <a:stCxn id="2290" idx="2"/>
            <a:endCxn id="2293" idx="0"/>
          </p:cNvCxnSpPr>
          <p:nvPr/>
        </p:nvCxnSpPr>
        <p:spPr>
          <a:xfrm flipH="1" rot="-5400000">
            <a:off x="6516000" y="3071025"/>
            <a:ext cx="489900" cy="600"/>
          </a:xfrm>
          <a:prstGeom prst="bentConnector3">
            <a:avLst>
              <a:gd fmla="val 49992" name="adj1"/>
            </a:avLst>
          </a:prstGeom>
          <a:noFill/>
          <a:ln cap="flat" cmpd="sng" w="9525">
            <a:solidFill>
              <a:schemeClr val="lt2"/>
            </a:solidFill>
            <a:prstDash val="solid"/>
            <a:round/>
            <a:headEnd len="med" w="med" type="none"/>
            <a:tailEnd len="med" w="med" type="oval"/>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0" name="Shape 2300"/>
        <p:cNvGrpSpPr/>
        <p:nvPr/>
      </p:nvGrpSpPr>
      <p:grpSpPr>
        <a:xfrm>
          <a:off x="0" y="0"/>
          <a:ext cx="0" cy="0"/>
          <a:chOff x="0" y="0"/>
          <a:chExt cx="0" cy="0"/>
        </a:xfrm>
      </p:grpSpPr>
      <p:sp>
        <p:nvSpPr>
          <p:cNvPr id="2301" name="Google Shape;2301;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2302" name="Google Shape;2302;p61"/>
          <p:cNvSpPr txBox="1"/>
          <p:nvPr/>
        </p:nvSpPr>
        <p:spPr>
          <a:xfrm>
            <a:off x="897263" y="4194475"/>
            <a:ext cx="4024800" cy="43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dk1"/>
                </a:solidFill>
                <a:latin typeface="Be Vietnam Pro"/>
                <a:ea typeface="Be Vietnam Pro"/>
                <a:cs typeface="Be Vietnam Pro"/>
                <a:sym typeface="Be Vietnam Pro"/>
              </a:rPr>
              <a:t>Follow the link in the graph to modify its data and then paste the new one here. </a:t>
            </a:r>
            <a:r>
              <a:rPr b="1" lang="en" sz="900" u="sng">
                <a:solidFill>
                  <a:schemeClr val="dk1"/>
                </a:solidFill>
                <a:latin typeface="Be Vietnam Pro"/>
                <a:ea typeface="Be Vietnam Pro"/>
                <a:cs typeface="Be Vietnam Pro"/>
                <a:sym typeface="Be Vietnam Pro"/>
                <a:hlinkClick r:id="rId3">
                  <a:extLst>
                    <a:ext uri="{A12FA001-AC4F-418D-AE19-62706E023703}">
                      <ahyp:hlinkClr val="tx"/>
                    </a:ext>
                  </a:extLst>
                </a:hlinkClick>
              </a:rPr>
              <a:t>For more info, click here</a:t>
            </a:r>
            <a:endParaRPr b="1" sz="900" u="sng">
              <a:solidFill>
                <a:schemeClr val="dk1"/>
              </a:solidFill>
              <a:latin typeface="Be Vietnam Pro"/>
              <a:ea typeface="Be Vietnam Pro"/>
              <a:cs typeface="Be Vietnam Pro"/>
              <a:sym typeface="Be Vietnam Pro"/>
            </a:endParaRPr>
          </a:p>
        </p:txBody>
      </p:sp>
      <p:sp>
        <p:nvSpPr>
          <p:cNvPr id="2303" name="Google Shape;2303;p61"/>
          <p:cNvSpPr txBox="1"/>
          <p:nvPr/>
        </p:nvSpPr>
        <p:spPr>
          <a:xfrm>
            <a:off x="5973520" y="1213988"/>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p:txBody>
      </p:sp>
      <p:sp>
        <p:nvSpPr>
          <p:cNvPr id="2304" name="Google Shape;2304;p61"/>
          <p:cNvSpPr txBox="1"/>
          <p:nvPr/>
        </p:nvSpPr>
        <p:spPr>
          <a:xfrm>
            <a:off x="5973513" y="1543438"/>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Mercury is the closest planet to the Sun</a:t>
            </a:r>
            <a:endParaRPr>
              <a:solidFill>
                <a:schemeClr val="dk1"/>
              </a:solidFill>
              <a:latin typeface="Be Vietnam Pro"/>
              <a:ea typeface="Be Vietnam Pro"/>
              <a:cs typeface="Be Vietnam Pro"/>
              <a:sym typeface="Be Vietnam Pro"/>
            </a:endParaRPr>
          </a:p>
        </p:txBody>
      </p:sp>
      <p:grpSp>
        <p:nvGrpSpPr>
          <p:cNvPr id="2305" name="Google Shape;2305;p61"/>
          <p:cNvGrpSpPr/>
          <p:nvPr/>
        </p:nvGrpSpPr>
        <p:grpSpPr>
          <a:xfrm>
            <a:off x="5568459" y="1213992"/>
            <a:ext cx="285579" cy="285597"/>
            <a:chOff x="5204821" y="1321454"/>
            <a:chExt cx="285579" cy="285597"/>
          </a:xfrm>
        </p:grpSpPr>
        <p:sp>
          <p:nvSpPr>
            <p:cNvPr id="2306" name="Google Shape;2306;p61"/>
            <p:cNvSpPr/>
            <p:nvPr/>
          </p:nvSpPr>
          <p:spPr>
            <a:xfrm>
              <a:off x="5204821" y="1321454"/>
              <a:ext cx="285579" cy="285597"/>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1"/>
            <p:cNvSpPr/>
            <p:nvPr/>
          </p:nvSpPr>
          <p:spPr>
            <a:xfrm>
              <a:off x="5261536" y="1378160"/>
              <a:ext cx="172110" cy="172121"/>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8" name="Google Shape;2308;p61"/>
          <p:cNvSpPr txBox="1"/>
          <p:nvPr/>
        </p:nvSpPr>
        <p:spPr>
          <a:xfrm>
            <a:off x="5973520" y="2441763"/>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Jupiter</a:t>
            </a:r>
            <a:endParaRPr b="1" sz="2000">
              <a:solidFill>
                <a:schemeClr val="dk1"/>
              </a:solidFill>
              <a:latin typeface="IBM Plex Mono"/>
              <a:ea typeface="IBM Plex Mono"/>
              <a:cs typeface="IBM Plex Mono"/>
              <a:sym typeface="IBM Plex Mono"/>
            </a:endParaRPr>
          </a:p>
        </p:txBody>
      </p:sp>
      <p:sp>
        <p:nvSpPr>
          <p:cNvPr id="2309" name="Google Shape;2309;p61"/>
          <p:cNvSpPr txBox="1"/>
          <p:nvPr/>
        </p:nvSpPr>
        <p:spPr>
          <a:xfrm>
            <a:off x="5973513" y="2771213"/>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Jupiter is the biggest planet of them all</a:t>
            </a:r>
            <a:endParaRPr>
              <a:solidFill>
                <a:schemeClr val="dk1"/>
              </a:solidFill>
              <a:latin typeface="Be Vietnam Pro"/>
              <a:ea typeface="Be Vietnam Pro"/>
              <a:cs typeface="Be Vietnam Pro"/>
              <a:sym typeface="Be Vietnam Pro"/>
            </a:endParaRPr>
          </a:p>
        </p:txBody>
      </p:sp>
      <p:grpSp>
        <p:nvGrpSpPr>
          <p:cNvPr id="2310" name="Google Shape;2310;p61"/>
          <p:cNvGrpSpPr/>
          <p:nvPr/>
        </p:nvGrpSpPr>
        <p:grpSpPr>
          <a:xfrm>
            <a:off x="5568459" y="2441767"/>
            <a:ext cx="285579" cy="285597"/>
            <a:chOff x="5204821" y="2495492"/>
            <a:chExt cx="285579" cy="285597"/>
          </a:xfrm>
        </p:grpSpPr>
        <p:sp>
          <p:nvSpPr>
            <p:cNvPr id="2311" name="Google Shape;2311;p61"/>
            <p:cNvSpPr/>
            <p:nvPr/>
          </p:nvSpPr>
          <p:spPr>
            <a:xfrm>
              <a:off x="5204821" y="2495492"/>
              <a:ext cx="285579" cy="285597"/>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1"/>
            <p:cNvSpPr/>
            <p:nvPr/>
          </p:nvSpPr>
          <p:spPr>
            <a:xfrm>
              <a:off x="5261536" y="2552197"/>
              <a:ext cx="172110" cy="1721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3" name="Google Shape;2313;p61"/>
          <p:cNvSpPr txBox="1"/>
          <p:nvPr/>
        </p:nvSpPr>
        <p:spPr>
          <a:xfrm>
            <a:off x="5973520" y="3669513"/>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314" name="Google Shape;2314;p61"/>
          <p:cNvSpPr txBox="1"/>
          <p:nvPr/>
        </p:nvSpPr>
        <p:spPr>
          <a:xfrm>
            <a:off x="5973513" y="3998963"/>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Saturn was named after a Roman god</a:t>
            </a:r>
            <a:endParaRPr>
              <a:solidFill>
                <a:schemeClr val="dk1"/>
              </a:solidFill>
              <a:latin typeface="Be Vietnam Pro"/>
              <a:ea typeface="Be Vietnam Pro"/>
              <a:cs typeface="Be Vietnam Pro"/>
              <a:sym typeface="Be Vietnam Pro"/>
            </a:endParaRPr>
          </a:p>
        </p:txBody>
      </p:sp>
      <p:grpSp>
        <p:nvGrpSpPr>
          <p:cNvPr id="2315" name="Google Shape;2315;p61"/>
          <p:cNvGrpSpPr/>
          <p:nvPr/>
        </p:nvGrpSpPr>
        <p:grpSpPr>
          <a:xfrm>
            <a:off x="5568459" y="3669517"/>
            <a:ext cx="285579" cy="285597"/>
            <a:chOff x="5204821" y="3669529"/>
            <a:chExt cx="285579" cy="285597"/>
          </a:xfrm>
        </p:grpSpPr>
        <p:sp>
          <p:nvSpPr>
            <p:cNvPr id="2316" name="Google Shape;2316;p61"/>
            <p:cNvSpPr/>
            <p:nvPr/>
          </p:nvSpPr>
          <p:spPr>
            <a:xfrm>
              <a:off x="5204821" y="3669529"/>
              <a:ext cx="285579" cy="285597"/>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1"/>
            <p:cNvSpPr/>
            <p:nvPr/>
          </p:nvSpPr>
          <p:spPr>
            <a:xfrm>
              <a:off x="5261536" y="3726235"/>
              <a:ext cx="172110" cy="172121"/>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318" name="Google Shape;2318;p61" title="Gráfico">
            <a:hlinkClick r:id="rId4"/>
          </p:cNvPr>
          <p:cNvPicPr preferRelativeResize="0"/>
          <p:nvPr/>
        </p:nvPicPr>
        <p:blipFill>
          <a:blip r:embed="rId5">
            <a:alphaModFix/>
          </a:blip>
          <a:stretch>
            <a:fillRect/>
          </a:stretch>
        </p:blipFill>
        <p:spPr>
          <a:xfrm>
            <a:off x="890488" y="1214000"/>
            <a:ext cx="4234601" cy="29847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2" name="Shape 2322"/>
        <p:cNvGrpSpPr/>
        <p:nvPr/>
      </p:nvGrpSpPr>
      <p:grpSpPr>
        <a:xfrm>
          <a:off x="0" y="0"/>
          <a:ext cx="0" cy="0"/>
          <a:chOff x="0" y="0"/>
          <a:chExt cx="0" cy="0"/>
        </a:xfrm>
      </p:grpSpPr>
      <p:sp>
        <p:nvSpPr>
          <p:cNvPr id="2323" name="Google Shape;2323;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2324" name="Google Shape;2324;p62"/>
          <p:cNvGrpSpPr/>
          <p:nvPr/>
        </p:nvGrpSpPr>
        <p:grpSpPr>
          <a:xfrm>
            <a:off x="2499891" y="1758510"/>
            <a:ext cx="4143916" cy="2207615"/>
            <a:chOff x="233350" y="949250"/>
            <a:chExt cx="7137300" cy="3802300"/>
          </a:xfrm>
        </p:grpSpPr>
        <p:sp>
          <p:nvSpPr>
            <p:cNvPr id="2325" name="Google Shape;2325;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6" name="Google Shape;2376;p62"/>
          <p:cNvSpPr txBox="1"/>
          <p:nvPr/>
        </p:nvSpPr>
        <p:spPr>
          <a:xfrm>
            <a:off x="6881275" y="1860476"/>
            <a:ext cx="1549500" cy="787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Be Vietnam Pro"/>
                <a:ea typeface="Be Vietnam Pro"/>
                <a:cs typeface="Be Vietnam Pro"/>
                <a:sym typeface="Be Vietnam Pro"/>
              </a:rPr>
              <a:t>Neptune </a:t>
            </a:r>
            <a:r>
              <a:rPr lang="en">
                <a:solidFill>
                  <a:schemeClr val="dk1"/>
                </a:solidFill>
                <a:latin typeface="Be Vietnam Pro"/>
                <a:ea typeface="Be Vietnam Pro"/>
                <a:cs typeface="Be Vietnam Pro"/>
                <a:sym typeface="Be Vietnam Pro"/>
              </a:rPr>
              <a:t>is the farthest planet from the Sun</a:t>
            </a:r>
            <a:endParaRPr>
              <a:solidFill>
                <a:schemeClr val="dk1"/>
              </a:solidFill>
              <a:latin typeface="Be Vietnam Pro"/>
              <a:ea typeface="Be Vietnam Pro"/>
              <a:cs typeface="Be Vietnam Pro"/>
              <a:sym typeface="Be Vietnam Pro"/>
            </a:endParaRPr>
          </a:p>
        </p:txBody>
      </p:sp>
      <p:sp>
        <p:nvSpPr>
          <p:cNvPr id="2377" name="Google Shape;2377;p62"/>
          <p:cNvSpPr txBox="1"/>
          <p:nvPr/>
        </p:nvSpPr>
        <p:spPr>
          <a:xfrm>
            <a:off x="6881275" y="3058852"/>
            <a:ext cx="15495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China</a:t>
            </a:r>
            <a:endParaRPr b="1" sz="2000">
              <a:solidFill>
                <a:schemeClr val="dk1"/>
              </a:solidFill>
              <a:latin typeface="IBM Plex Mono"/>
              <a:ea typeface="IBM Plex Mono"/>
              <a:cs typeface="IBM Plex Mono"/>
              <a:sym typeface="IBM Plex Mono"/>
            </a:endParaRPr>
          </a:p>
        </p:txBody>
      </p:sp>
      <p:sp>
        <p:nvSpPr>
          <p:cNvPr id="2378" name="Google Shape;2378;p62"/>
          <p:cNvSpPr txBox="1"/>
          <p:nvPr/>
        </p:nvSpPr>
        <p:spPr>
          <a:xfrm>
            <a:off x="720000" y="1432700"/>
            <a:ext cx="15423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USA</a:t>
            </a:r>
            <a:endParaRPr b="1" sz="2000">
              <a:solidFill>
                <a:schemeClr val="dk1"/>
              </a:solidFill>
              <a:latin typeface="IBM Plex Mono"/>
              <a:ea typeface="IBM Plex Mono"/>
              <a:cs typeface="IBM Plex Mono"/>
              <a:sym typeface="IBM Plex Mono"/>
            </a:endParaRPr>
          </a:p>
        </p:txBody>
      </p:sp>
      <p:sp>
        <p:nvSpPr>
          <p:cNvPr id="2379" name="Google Shape;2379;p62"/>
          <p:cNvSpPr txBox="1"/>
          <p:nvPr/>
        </p:nvSpPr>
        <p:spPr>
          <a:xfrm>
            <a:off x="6881275" y="1432675"/>
            <a:ext cx="15495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Russia</a:t>
            </a:r>
            <a:endParaRPr b="1" sz="2000">
              <a:solidFill>
                <a:schemeClr val="dk1"/>
              </a:solidFill>
              <a:latin typeface="IBM Plex Mono"/>
              <a:ea typeface="IBM Plex Mono"/>
              <a:cs typeface="IBM Plex Mono"/>
              <a:sym typeface="IBM Plex Mono"/>
            </a:endParaRPr>
          </a:p>
        </p:txBody>
      </p:sp>
      <p:sp>
        <p:nvSpPr>
          <p:cNvPr id="2380" name="Google Shape;2380;p62"/>
          <p:cNvSpPr txBox="1"/>
          <p:nvPr/>
        </p:nvSpPr>
        <p:spPr>
          <a:xfrm>
            <a:off x="720000" y="3486624"/>
            <a:ext cx="1542300" cy="78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Be Vietnam Pro"/>
                <a:ea typeface="Be Vietnam Pro"/>
                <a:cs typeface="Be Vietnam Pro"/>
                <a:sym typeface="Be Vietnam Pro"/>
              </a:rPr>
              <a:t>Jupiter is the biggest planet of them all</a:t>
            </a:r>
            <a:endParaRPr>
              <a:solidFill>
                <a:schemeClr val="dk1"/>
              </a:solidFill>
              <a:latin typeface="Be Vietnam Pro"/>
              <a:ea typeface="Be Vietnam Pro"/>
              <a:cs typeface="Be Vietnam Pro"/>
              <a:sym typeface="Be Vietnam Pro"/>
            </a:endParaRPr>
          </a:p>
        </p:txBody>
      </p:sp>
      <p:sp>
        <p:nvSpPr>
          <p:cNvPr id="2381" name="Google Shape;2381;p62"/>
          <p:cNvSpPr txBox="1"/>
          <p:nvPr/>
        </p:nvSpPr>
        <p:spPr>
          <a:xfrm>
            <a:off x="6881275" y="3486625"/>
            <a:ext cx="1549500" cy="787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e Vietnam Pro"/>
                <a:ea typeface="Be Vietnam Pro"/>
                <a:cs typeface="Be Vietnam Pro"/>
                <a:sym typeface="Be Vietnam Pro"/>
              </a:rPr>
              <a:t>Saturn is </a:t>
            </a:r>
            <a:r>
              <a:rPr b="1" lang="en">
                <a:solidFill>
                  <a:schemeClr val="dk1"/>
                </a:solidFill>
                <a:latin typeface="Be Vietnam Pro"/>
                <a:ea typeface="Be Vietnam Pro"/>
                <a:cs typeface="Be Vietnam Pro"/>
                <a:sym typeface="Be Vietnam Pro"/>
              </a:rPr>
              <a:t>a gas giant </a:t>
            </a:r>
            <a:r>
              <a:rPr lang="en">
                <a:solidFill>
                  <a:schemeClr val="dk1"/>
                </a:solidFill>
                <a:latin typeface="Be Vietnam Pro"/>
                <a:ea typeface="Be Vietnam Pro"/>
                <a:cs typeface="Be Vietnam Pro"/>
                <a:sym typeface="Be Vietnam Pro"/>
              </a:rPr>
              <a:t>and has several rings</a:t>
            </a:r>
            <a:endParaRPr>
              <a:solidFill>
                <a:schemeClr val="dk1"/>
              </a:solidFill>
              <a:latin typeface="Be Vietnam Pro"/>
              <a:ea typeface="Be Vietnam Pro"/>
              <a:cs typeface="Be Vietnam Pro"/>
              <a:sym typeface="Be Vietnam Pro"/>
            </a:endParaRPr>
          </a:p>
        </p:txBody>
      </p:sp>
      <p:sp>
        <p:nvSpPr>
          <p:cNvPr id="2382" name="Google Shape;2382;p62"/>
          <p:cNvSpPr txBox="1"/>
          <p:nvPr/>
        </p:nvSpPr>
        <p:spPr>
          <a:xfrm>
            <a:off x="720000" y="3058864"/>
            <a:ext cx="15423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India</a:t>
            </a:r>
            <a:endParaRPr b="1" sz="2000">
              <a:solidFill>
                <a:schemeClr val="dk1"/>
              </a:solidFill>
              <a:latin typeface="IBM Plex Mono"/>
              <a:ea typeface="IBM Plex Mono"/>
              <a:cs typeface="IBM Plex Mono"/>
              <a:sym typeface="IBM Plex Mono"/>
            </a:endParaRPr>
          </a:p>
        </p:txBody>
      </p:sp>
      <p:sp>
        <p:nvSpPr>
          <p:cNvPr id="2383" name="Google Shape;2383;p62"/>
          <p:cNvSpPr txBox="1"/>
          <p:nvPr/>
        </p:nvSpPr>
        <p:spPr>
          <a:xfrm>
            <a:off x="720000" y="1860472"/>
            <a:ext cx="1542300" cy="78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Be Vietnam Pro"/>
                <a:ea typeface="Be Vietnam Pro"/>
                <a:cs typeface="Be Vietnam Pro"/>
                <a:sym typeface="Be Vietnam Pro"/>
              </a:rPr>
              <a:t>Despite being red, Mars is </a:t>
            </a:r>
            <a:r>
              <a:rPr b="1" lang="en">
                <a:solidFill>
                  <a:schemeClr val="dk1"/>
                </a:solidFill>
                <a:latin typeface="Be Vietnam Pro"/>
                <a:ea typeface="Be Vietnam Pro"/>
                <a:cs typeface="Be Vietnam Pro"/>
                <a:sym typeface="Be Vietnam Pro"/>
              </a:rPr>
              <a:t>very cold</a:t>
            </a:r>
            <a:endParaRPr b="1">
              <a:solidFill>
                <a:schemeClr val="dk1"/>
              </a:solidFill>
              <a:latin typeface="Be Vietnam Pro"/>
              <a:ea typeface="Be Vietnam Pro"/>
              <a:cs typeface="Be Vietnam Pro"/>
              <a:sym typeface="Be Vietnam Pro"/>
            </a:endParaRPr>
          </a:p>
        </p:txBody>
      </p:sp>
      <p:cxnSp>
        <p:nvCxnSpPr>
          <p:cNvPr id="2384" name="Google Shape;2384;p62"/>
          <p:cNvCxnSpPr/>
          <p:nvPr/>
        </p:nvCxnSpPr>
        <p:spPr>
          <a:xfrm>
            <a:off x="2262300" y="1684700"/>
            <a:ext cx="852900" cy="5631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5" name="Google Shape;2385;p62"/>
          <p:cNvCxnSpPr>
            <a:stCxn id="2382" idx="3"/>
          </p:cNvCxnSpPr>
          <p:nvPr/>
        </p:nvCxnSpPr>
        <p:spPr>
          <a:xfrm flipH="1" rot="10800000">
            <a:off x="2262300" y="2817064"/>
            <a:ext cx="3161700" cy="4938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6" name="Google Shape;2386;p62"/>
          <p:cNvCxnSpPr>
            <a:stCxn id="2379" idx="1"/>
          </p:cNvCxnSpPr>
          <p:nvPr/>
        </p:nvCxnSpPr>
        <p:spPr>
          <a:xfrm flipH="1">
            <a:off x="5216875" y="1684675"/>
            <a:ext cx="1664400" cy="3870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7" name="Google Shape;2387;p62"/>
          <p:cNvCxnSpPr>
            <a:stCxn id="2377" idx="1"/>
          </p:cNvCxnSpPr>
          <p:nvPr/>
        </p:nvCxnSpPr>
        <p:spPr>
          <a:xfrm rot="10800000">
            <a:off x="5890075" y="2568652"/>
            <a:ext cx="991200" cy="742200"/>
          </a:xfrm>
          <a:prstGeom prst="bentConnector3">
            <a:avLst>
              <a:gd fmla="val 50000" name="adj1"/>
            </a:avLst>
          </a:prstGeom>
          <a:noFill/>
          <a:ln cap="flat" cmpd="sng" w="9525">
            <a:solidFill>
              <a:schemeClr val="lt2"/>
            </a:solidFill>
            <a:prstDash val="solid"/>
            <a:round/>
            <a:headEnd len="med" w="med" type="none"/>
            <a:tailEnd len="med" w="med" type="oval"/>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1" name="Shape 2391"/>
        <p:cNvGrpSpPr/>
        <p:nvPr/>
      </p:nvGrpSpPr>
      <p:grpSpPr>
        <a:xfrm>
          <a:off x="0" y="0"/>
          <a:ext cx="0" cy="0"/>
          <a:chOff x="0" y="0"/>
          <a:chExt cx="0" cy="0"/>
        </a:xfrm>
      </p:grpSpPr>
      <p:grpSp>
        <p:nvGrpSpPr>
          <p:cNvPr id="2392" name="Google Shape;2392;p63"/>
          <p:cNvGrpSpPr/>
          <p:nvPr/>
        </p:nvGrpSpPr>
        <p:grpSpPr>
          <a:xfrm>
            <a:off x="3812690" y="1075164"/>
            <a:ext cx="4003052" cy="2972459"/>
            <a:chOff x="5138725" y="1338401"/>
            <a:chExt cx="3552900" cy="2638199"/>
          </a:xfrm>
        </p:grpSpPr>
        <p:sp>
          <p:nvSpPr>
            <p:cNvPr id="2393" name="Google Shape;2393;p63"/>
            <p:cNvSpPr/>
            <p:nvPr/>
          </p:nvSpPr>
          <p:spPr>
            <a:xfrm>
              <a:off x="5138725" y="1338401"/>
              <a:ext cx="3552900" cy="22863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6522475" y="3624700"/>
              <a:ext cx="785400" cy="2484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5884975" y="3873100"/>
              <a:ext cx="2060400" cy="1035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6" name="Google Shape;2396;p63"/>
          <p:cNvSpPr txBox="1"/>
          <p:nvPr>
            <p:ph type="title"/>
          </p:nvPr>
        </p:nvSpPr>
        <p:spPr>
          <a:xfrm>
            <a:off x="720000" y="1565925"/>
            <a:ext cx="2799000" cy="7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2397" name="Google Shape;2397;p63"/>
          <p:cNvSpPr txBox="1"/>
          <p:nvPr>
            <p:ph idx="1" type="subTitle"/>
          </p:nvPr>
        </p:nvSpPr>
        <p:spPr>
          <a:xfrm>
            <a:off x="720000" y="2326750"/>
            <a:ext cx="2799000" cy="112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pic>
        <p:nvPicPr>
          <p:cNvPr id="2398" name="Google Shape;2398;p63"/>
          <p:cNvPicPr preferRelativeResize="0"/>
          <p:nvPr/>
        </p:nvPicPr>
        <p:blipFill rotWithShape="1">
          <a:blip r:embed="rId3">
            <a:alphaModFix/>
          </a:blip>
          <a:srcRect b="0" l="3892" r="3883" t="0"/>
          <a:stretch/>
        </p:blipFill>
        <p:spPr>
          <a:xfrm>
            <a:off x="3983789" y="1246750"/>
            <a:ext cx="3660749" cy="2232795"/>
          </a:xfrm>
          <a:prstGeom prst="rect">
            <a:avLst/>
          </a:prstGeom>
          <a:noFill/>
          <a:ln>
            <a:noFill/>
          </a:ln>
        </p:spPr>
      </p:pic>
      <p:grpSp>
        <p:nvGrpSpPr>
          <p:cNvPr id="2399" name="Google Shape;2399;p63"/>
          <p:cNvGrpSpPr/>
          <p:nvPr/>
        </p:nvGrpSpPr>
        <p:grpSpPr>
          <a:xfrm>
            <a:off x="7468200" y="1759222"/>
            <a:ext cx="1175700" cy="2288400"/>
            <a:chOff x="4414000" y="2320175"/>
            <a:chExt cx="1175700" cy="2288400"/>
          </a:xfrm>
        </p:grpSpPr>
        <p:sp>
          <p:nvSpPr>
            <p:cNvPr id="2400" name="Google Shape;2400;p63"/>
            <p:cNvSpPr/>
            <p:nvPr/>
          </p:nvSpPr>
          <p:spPr>
            <a:xfrm>
              <a:off x="4414000" y="2320175"/>
              <a:ext cx="1175700" cy="22884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3"/>
            <p:cNvSpPr/>
            <p:nvPr/>
          </p:nvSpPr>
          <p:spPr>
            <a:xfrm>
              <a:off x="4869550" y="4432225"/>
              <a:ext cx="264600" cy="103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402" name="Google Shape;2402;p63"/>
          <p:cNvPicPr preferRelativeResize="0"/>
          <p:nvPr/>
        </p:nvPicPr>
        <p:blipFill rotWithShape="1">
          <a:blip r:embed="rId4">
            <a:alphaModFix/>
          </a:blip>
          <a:srcRect b="0" l="9416" r="9416" t="0"/>
          <a:stretch/>
        </p:blipFill>
        <p:spPr>
          <a:xfrm>
            <a:off x="7551901" y="1818834"/>
            <a:ext cx="1008298" cy="1981724"/>
          </a:xfrm>
          <a:prstGeom prst="rect">
            <a:avLst/>
          </a:prstGeom>
          <a:noFill/>
          <a:ln>
            <a:noFill/>
          </a:ln>
        </p:spPr>
      </p:pic>
      <p:grpSp>
        <p:nvGrpSpPr>
          <p:cNvPr id="2403" name="Google Shape;2403;p63"/>
          <p:cNvGrpSpPr/>
          <p:nvPr/>
        </p:nvGrpSpPr>
        <p:grpSpPr>
          <a:xfrm>
            <a:off x="2734950" y="3980917"/>
            <a:ext cx="6577300" cy="134070"/>
            <a:chOff x="2734950" y="3980917"/>
            <a:chExt cx="6577300" cy="134070"/>
          </a:xfrm>
        </p:grpSpPr>
        <p:sp>
          <p:nvSpPr>
            <p:cNvPr id="2404" name="Google Shape;2404;p63"/>
            <p:cNvSpPr/>
            <p:nvPr/>
          </p:nvSpPr>
          <p:spPr>
            <a:xfrm rot="10800000">
              <a:off x="2734950" y="3980917"/>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5" name="Google Shape;2405;p63"/>
            <p:cNvCxnSpPr/>
            <p:nvPr/>
          </p:nvCxnSpPr>
          <p:spPr>
            <a:xfrm rot="10800000">
              <a:off x="2831050" y="4047947"/>
              <a:ext cx="6481200" cy="0"/>
            </a:xfrm>
            <a:prstGeom prst="straightConnector1">
              <a:avLst/>
            </a:prstGeom>
            <a:noFill/>
            <a:ln cap="flat" cmpd="sng" w="9525">
              <a:solidFill>
                <a:schemeClr val="dk2"/>
              </a:solidFill>
              <a:prstDash val="solid"/>
              <a:round/>
              <a:headEnd len="med" w="med" type="none"/>
              <a:tailEnd len="med" w="med" type="none"/>
            </a:ln>
          </p:spPr>
        </p:cxnSp>
        <p:sp>
          <p:nvSpPr>
            <p:cNvPr id="2406" name="Google Shape;2406;p63"/>
            <p:cNvSpPr/>
            <p:nvPr/>
          </p:nvSpPr>
          <p:spPr>
            <a:xfrm rot="10800000">
              <a:off x="2765063" y="4011000"/>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0" name="Shape 2410"/>
        <p:cNvGrpSpPr/>
        <p:nvPr/>
      </p:nvGrpSpPr>
      <p:grpSpPr>
        <a:xfrm>
          <a:off x="0" y="0"/>
          <a:ext cx="0" cy="0"/>
          <a:chOff x="0" y="0"/>
          <a:chExt cx="0" cy="0"/>
        </a:xfrm>
      </p:grpSpPr>
      <p:sp>
        <p:nvSpPr>
          <p:cNvPr id="2411" name="Google Shape;2411;p64"/>
          <p:cNvSpPr txBox="1"/>
          <p:nvPr>
            <p:ph idx="1" type="subTitle"/>
          </p:nvPr>
        </p:nvSpPr>
        <p:spPr>
          <a:xfrm>
            <a:off x="1157250" y="1609575"/>
            <a:ext cx="4448100" cy="123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b="0" lang="en" sz="1400"/>
              <a:t>youremail@freepik.com</a:t>
            </a:r>
            <a:endParaRPr b="0" sz="1400"/>
          </a:p>
          <a:p>
            <a:pPr indent="0" lvl="0" marL="0" rtl="0" algn="l">
              <a:spcBef>
                <a:spcPts val="0"/>
              </a:spcBef>
              <a:spcAft>
                <a:spcPts val="0"/>
              </a:spcAft>
              <a:buNone/>
            </a:pPr>
            <a:r>
              <a:rPr b="0" lang="en" sz="1400"/>
              <a:t>+34 654 321 432</a:t>
            </a:r>
            <a:endParaRPr b="0" sz="1400"/>
          </a:p>
          <a:p>
            <a:pPr indent="0" lvl="0" marL="0" rtl="0" algn="l">
              <a:spcBef>
                <a:spcPts val="0"/>
              </a:spcBef>
              <a:spcAft>
                <a:spcPts val="0"/>
              </a:spcAft>
              <a:buNone/>
            </a:pPr>
            <a:r>
              <a:rPr b="0" lang="en" sz="1400"/>
              <a:t>yourwebsite.com</a:t>
            </a:r>
            <a:endParaRPr b="0" sz="1400"/>
          </a:p>
          <a:p>
            <a:pPr indent="0" lvl="0" marL="0" rtl="0" algn="l">
              <a:spcBef>
                <a:spcPts val="0"/>
              </a:spcBef>
              <a:spcAft>
                <a:spcPts val="0"/>
              </a:spcAft>
              <a:buNone/>
            </a:pPr>
            <a:r>
              <a:t/>
            </a:r>
            <a:endParaRPr/>
          </a:p>
        </p:txBody>
      </p:sp>
      <p:sp>
        <p:nvSpPr>
          <p:cNvPr id="2412" name="Google Shape;2412;p64"/>
          <p:cNvSpPr txBox="1"/>
          <p:nvPr>
            <p:ph type="title"/>
          </p:nvPr>
        </p:nvSpPr>
        <p:spPr>
          <a:xfrm>
            <a:off x="1157302" y="494775"/>
            <a:ext cx="51267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2413" name="Google Shape;2413;p64"/>
          <p:cNvSpPr txBox="1"/>
          <p:nvPr/>
        </p:nvSpPr>
        <p:spPr>
          <a:xfrm>
            <a:off x="1157300" y="4388325"/>
            <a:ext cx="4151700" cy="260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Be Vietnam Pro"/>
                <a:ea typeface="Be Vietnam Pro"/>
                <a:cs typeface="Be Vietnam Pro"/>
                <a:sym typeface="Be Vietnam Pro"/>
              </a:rPr>
              <a:t>Please keep this slide for attribution</a:t>
            </a:r>
            <a:endParaRPr sz="1200">
              <a:solidFill>
                <a:schemeClr val="dk1"/>
              </a:solidFill>
              <a:latin typeface="Be Vietnam Pro"/>
              <a:ea typeface="Be Vietnam Pro"/>
              <a:cs typeface="Be Vietnam Pro"/>
              <a:sym typeface="Be Vietnam Pro"/>
            </a:endParaRPr>
          </a:p>
        </p:txBody>
      </p:sp>
      <p:grpSp>
        <p:nvGrpSpPr>
          <p:cNvPr id="2414" name="Google Shape;2414;p64"/>
          <p:cNvGrpSpPr/>
          <p:nvPr/>
        </p:nvGrpSpPr>
        <p:grpSpPr>
          <a:xfrm>
            <a:off x="2810628" y="2984587"/>
            <a:ext cx="597900" cy="385800"/>
            <a:chOff x="2289878" y="3082512"/>
            <a:chExt cx="597900" cy="385800"/>
          </a:xfrm>
        </p:grpSpPr>
        <p:sp>
          <p:nvSpPr>
            <p:cNvPr id="2415" name="Google Shape;2415;p64"/>
            <p:cNvSpPr/>
            <p:nvPr/>
          </p:nvSpPr>
          <p:spPr>
            <a:xfrm>
              <a:off x="2447030" y="3130409"/>
              <a:ext cx="282876" cy="28321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2289878"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64"/>
          <p:cNvGrpSpPr/>
          <p:nvPr/>
        </p:nvGrpSpPr>
        <p:grpSpPr>
          <a:xfrm>
            <a:off x="2022327" y="2984587"/>
            <a:ext cx="597900" cy="385800"/>
            <a:chOff x="1501577" y="3082512"/>
            <a:chExt cx="597900" cy="385800"/>
          </a:xfrm>
        </p:grpSpPr>
        <p:grpSp>
          <p:nvGrpSpPr>
            <p:cNvPr id="2418" name="Google Shape;2418;p64"/>
            <p:cNvGrpSpPr/>
            <p:nvPr/>
          </p:nvGrpSpPr>
          <p:grpSpPr>
            <a:xfrm>
              <a:off x="1659114" y="3130469"/>
              <a:ext cx="283212" cy="282899"/>
              <a:chOff x="3303268" y="3817349"/>
              <a:chExt cx="346056" cy="345674"/>
            </a:xfrm>
          </p:grpSpPr>
          <p:sp>
            <p:nvSpPr>
              <p:cNvPr id="2419" name="Google Shape;2419;p6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3" name="Google Shape;2423;p64"/>
            <p:cNvSpPr/>
            <p:nvPr/>
          </p:nvSpPr>
          <p:spPr>
            <a:xfrm>
              <a:off x="1501577"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64"/>
          <p:cNvGrpSpPr/>
          <p:nvPr/>
        </p:nvGrpSpPr>
        <p:grpSpPr>
          <a:xfrm>
            <a:off x="1234025" y="2984587"/>
            <a:ext cx="597900" cy="385800"/>
            <a:chOff x="713275" y="3082512"/>
            <a:chExt cx="597900" cy="385800"/>
          </a:xfrm>
        </p:grpSpPr>
        <p:grpSp>
          <p:nvGrpSpPr>
            <p:cNvPr id="2425" name="Google Shape;2425;p64"/>
            <p:cNvGrpSpPr/>
            <p:nvPr/>
          </p:nvGrpSpPr>
          <p:grpSpPr>
            <a:xfrm>
              <a:off x="870716" y="3133963"/>
              <a:ext cx="283558" cy="283245"/>
              <a:chOff x="3752358" y="3817349"/>
              <a:chExt cx="346056" cy="345674"/>
            </a:xfrm>
          </p:grpSpPr>
          <p:sp>
            <p:nvSpPr>
              <p:cNvPr id="2426" name="Google Shape;2426;p6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0" name="Google Shape;2430;p64"/>
            <p:cNvSpPr/>
            <p:nvPr/>
          </p:nvSpPr>
          <p:spPr>
            <a:xfrm>
              <a:off x="713275"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64"/>
          <p:cNvGrpSpPr/>
          <p:nvPr/>
        </p:nvGrpSpPr>
        <p:grpSpPr>
          <a:xfrm flipH="1" rot="10800000">
            <a:off x="6773992" y="-1205456"/>
            <a:ext cx="4151819" cy="5527900"/>
            <a:chOff x="6309526" y="836950"/>
            <a:chExt cx="3920509" cy="5219925"/>
          </a:xfrm>
        </p:grpSpPr>
        <p:pic>
          <p:nvPicPr>
            <p:cNvPr id="2432" name="Google Shape;2432;p64"/>
            <p:cNvPicPr preferRelativeResize="0"/>
            <p:nvPr/>
          </p:nvPicPr>
          <p:blipFill rotWithShape="1">
            <a:blip r:embed="rId3">
              <a:alphaModFix/>
            </a:blip>
            <a:srcRect b="26177" l="16960" r="7121" t="24719"/>
            <a:stretch/>
          </p:blipFill>
          <p:spPr>
            <a:xfrm>
              <a:off x="6309535" y="3064650"/>
              <a:ext cx="3920501" cy="2992224"/>
            </a:xfrm>
            <a:prstGeom prst="rect">
              <a:avLst/>
            </a:prstGeom>
            <a:noFill/>
            <a:ln>
              <a:noFill/>
            </a:ln>
          </p:spPr>
        </p:pic>
        <p:sp>
          <p:nvSpPr>
            <p:cNvPr id="2433" name="Google Shape;2433;p64"/>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6" name="Google Shape;2436;p64"/>
            <p:cNvGrpSpPr/>
            <p:nvPr/>
          </p:nvGrpSpPr>
          <p:grpSpPr>
            <a:xfrm>
              <a:off x="7280400" y="3719575"/>
              <a:ext cx="582050" cy="582425"/>
              <a:chOff x="959750" y="3039275"/>
              <a:chExt cx="582050" cy="582425"/>
            </a:xfrm>
          </p:grpSpPr>
          <p:sp>
            <p:nvSpPr>
              <p:cNvPr id="2437" name="Google Shape;2437;p6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64"/>
            <p:cNvGrpSpPr/>
            <p:nvPr/>
          </p:nvGrpSpPr>
          <p:grpSpPr>
            <a:xfrm>
              <a:off x="7728436" y="3524084"/>
              <a:ext cx="134004" cy="134004"/>
              <a:chOff x="8356813" y="1074288"/>
              <a:chExt cx="351900" cy="351900"/>
            </a:xfrm>
          </p:grpSpPr>
          <p:sp>
            <p:nvSpPr>
              <p:cNvPr id="2445" name="Google Shape;2445;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64"/>
            <p:cNvGrpSpPr/>
            <p:nvPr/>
          </p:nvGrpSpPr>
          <p:grpSpPr>
            <a:xfrm>
              <a:off x="7344361" y="3150259"/>
              <a:ext cx="134004" cy="134004"/>
              <a:chOff x="8356813" y="1074288"/>
              <a:chExt cx="351900" cy="351900"/>
            </a:xfrm>
          </p:grpSpPr>
          <p:sp>
            <p:nvSpPr>
              <p:cNvPr id="2448" name="Google Shape;2448;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 name="Google Shape;2450;p64"/>
            <p:cNvGrpSpPr/>
            <p:nvPr/>
          </p:nvGrpSpPr>
          <p:grpSpPr>
            <a:xfrm>
              <a:off x="8337811" y="2464059"/>
              <a:ext cx="134004" cy="134004"/>
              <a:chOff x="8356813" y="1074288"/>
              <a:chExt cx="351900" cy="351900"/>
            </a:xfrm>
          </p:grpSpPr>
          <p:sp>
            <p:nvSpPr>
              <p:cNvPr id="2451" name="Google Shape;2451;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3" name="Google Shape;2453;p64"/>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4" name="Google Shape;2454;p64"/>
            <p:cNvGrpSpPr/>
            <p:nvPr/>
          </p:nvGrpSpPr>
          <p:grpSpPr>
            <a:xfrm>
              <a:off x="8337812" y="3492483"/>
              <a:ext cx="699928" cy="1651024"/>
              <a:chOff x="8337812" y="3492483"/>
              <a:chExt cx="699928" cy="1651024"/>
            </a:xfrm>
          </p:grpSpPr>
          <p:sp>
            <p:nvSpPr>
              <p:cNvPr id="2455" name="Google Shape;2455;p6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64"/>
            <p:cNvGrpSpPr/>
            <p:nvPr/>
          </p:nvGrpSpPr>
          <p:grpSpPr>
            <a:xfrm>
              <a:off x="7945225" y="4302000"/>
              <a:ext cx="904666" cy="726121"/>
              <a:chOff x="7945225" y="4302000"/>
              <a:chExt cx="904666" cy="726121"/>
            </a:xfrm>
          </p:grpSpPr>
          <p:sp>
            <p:nvSpPr>
              <p:cNvPr id="2459" name="Google Shape;2459;p6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2" name="Google Shape;2462;p64"/>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64"/>
          <p:cNvGrpSpPr/>
          <p:nvPr/>
        </p:nvGrpSpPr>
        <p:grpSpPr>
          <a:xfrm>
            <a:off x="1234025" y="4151751"/>
            <a:ext cx="4558967" cy="134100"/>
            <a:chOff x="796100" y="3019701"/>
            <a:chExt cx="4558967" cy="134100"/>
          </a:xfrm>
        </p:grpSpPr>
        <p:sp>
          <p:nvSpPr>
            <p:cNvPr id="2464" name="Google Shape;2464;p64"/>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65" name="Google Shape;2465;p64"/>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466" name="Google Shape;2466;p64"/>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0" name="Shape 2470"/>
        <p:cNvGrpSpPr/>
        <p:nvPr/>
      </p:nvGrpSpPr>
      <p:grpSpPr>
        <a:xfrm>
          <a:off x="0" y="0"/>
          <a:ext cx="0" cy="0"/>
          <a:chOff x="0" y="0"/>
          <a:chExt cx="0" cy="0"/>
        </a:xfrm>
      </p:grpSpPr>
      <p:grpSp>
        <p:nvGrpSpPr>
          <p:cNvPr id="2471" name="Google Shape;2471;p65"/>
          <p:cNvGrpSpPr/>
          <p:nvPr/>
        </p:nvGrpSpPr>
        <p:grpSpPr>
          <a:xfrm>
            <a:off x="932842" y="1339588"/>
            <a:ext cx="449582" cy="398132"/>
            <a:chOff x="713167" y="740543"/>
            <a:chExt cx="476707" cy="422153"/>
          </a:xfrm>
        </p:grpSpPr>
        <p:sp>
          <p:nvSpPr>
            <p:cNvPr id="2472" name="Google Shape;2472;p65"/>
            <p:cNvSpPr/>
            <p:nvPr/>
          </p:nvSpPr>
          <p:spPr>
            <a:xfrm>
              <a:off x="713167" y="740543"/>
              <a:ext cx="476707" cy="422153"/>
            </a:xfrm>
            <a:custGeom>
              <a:rect b="b" l="l" r="r" t="t"/>
              <a:pathLst>
                <a:path extrusionOk="0" h="11143" w="12583">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5"/>
            <p:cNvSpPr/>
            <p:nvPr/>
          </p:nvSpPr>
          <p:spPr>
            <a:xfrm>
              <a:off x="756621" y="834914"/>
              <a:ext cx="37468" cy="13676"/>
            </a:xfrm>
            <a:custGeom>
              <a:rect b="b" l="l" r="r" t="t"/>
              <a:pathLst>
                <a:path extrusionOk="0" h="361" w="989">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5"/>
            <p:cNvSpPr/>
            <p:nvPr/>
          </p:nvSpPr>
          <p:spPr>
            <a:xfrm>
              <a:off x="756583" y="869617"/>
              <a:ext cx="37506" cy="13714"/>
            </a:xfrm>
            <a:custGeom>
              <a:rect b="b" l="l" r="r" t="t"/>
              <a:pathLst>
                <a:path extrusionOk="0" h="362" w="99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5"/>
            <p:cNvSpPr/>
            <p:nvPr/>
          </p:nvSpPr>
          <p:spPr>
            <a:xfrm>
              <a:off x="756583" y="904395"/>
              <a:ext cx="37506" cy="13676"/>
            </a:xfrm>
            <a:custGeom>
              <a:rect b="b" l="l" r="r" t="t"/>
              <a:pathLst>
                <a:path extrusionOk="0" h="361" w="99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5"/>
            <p:cNvSpPr/>
            <p:nvPr/>
          </p:nvSpPr>
          <p:spPr>
            <a:xfrm>
              <a:off x="756621" y="939136"/>
              <a:ext cx="37468" cy="13676"/>
            </a:xfrm>
            <a:custGeom>
              <a:rect b="b" l="l" r="r" t="t"/>
              <a:pathLst>
                <a:path extrusionOk="0" h="361" w="989">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5"/>
            <p:cNvSpPr/>
            <p:nvPr/>
          </p:nvSpPr>
          <p:spPr>
            <a:xfrm>
              <a:off x="756583" y="975164"/>
              <a:ext cx="37506" cy="13676"/>
            </a:xfrm>
            <a:custGeom>
              <a:rect b="b" l="l" r="r" t="t"/>
              <a:pathLst>
                <a:path extrusionOk="0" h="361" w="99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5"/>
            <p:cNvSpPr/>
            <p:nvPr/>
          </p:nvSpPr>
          <p:spPr>
            <a:xfrm>
              <a:off x="756621" y="1009905"/>
              <a:ext cx="37468" cy="13676"/>
            </a:xfrm>
            <a:custGeom>
              <a:rect b="b" l="l" r="r" t="t"/>
              <a:pathLst>
                <a:path extrusionOk="0" h="361" w="989">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5"/>
            <p:cNvSpPr/>
            <p:nvPr/>
          </p:nvSpPr>
          <p:spPr>
            <a:xfrm>
              <a:off x="756583" y="1044645"/>
              <a:ext cx="37506" cy="13714"/>
            </a:xfrm>
            <a:custGeom>
              <a:rect b="b" l="l" r="r" t="t"/>
              <a:pathLst>
                <a:path extrusionOk="0" h="362" w="99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5"/>
            <p:cNvSpPr/>
            <p:nvPr/>
          </p:nvSpPr>
          <p:spPr>
            <a:xfrm>
              <a:off x="756621" y="1079424"/>
              <a:ext cx="37468" cy="13676"/>
            </a:xfrm>
            <a:custGeom>
              <a:rect b="b" l="l" r="r" t="t"/>
              <a:pathLst>
                <a:path extrusionOk="0" h="361" w="989">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5"/>
            <p:cNvSpPr/>
            <p:nvPr/>
          </p:nvSpPr>
          <p:spPr>
            <a:xfrm>
              <a:off x="756621" y="1114202"/>
              <a:ext cx="37468" cy="13639"/>
            </a:xfrm>
            <a:custGeom>
              <a:rect b="b" l="l" r="r" t="t"/>
              <a:pathLst>
                <a:path extrusionOk="0" h="360" w="989">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5"/>
            <p:cNvSpPr/>
            <p:nvPr/>
          </p:nvSpPr>
          <p:spPr>
            <a:xfrm>
              <a:off x="931309" y="834497"/>
              <a:ext cx="43681" cy="84029"/>
            </a:xfrm>
            <a:custGeom>
              <a:rect b="b" l="l" r="r" t="t"/>
              <a:pathLst>
                <a:path extrusionOk="0" h="2218" w="1153">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5"/>
            <p:cNvSpPr/>
            <p:nvPr/>
          </p:nvSpPr>
          <p:spPr>
            <a:xfrm>
              <a:off x="985598" y="837869"/>
              <a:ext cx="34097" cy="77248"/>
            </a:xfrm>
            <a:custGeom>
              <a:rect b="b" l="l" r="r" t="t"/>
              <a:pathLst>
                <a:path extrusionOk="0" h="2039" w="90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5"/>
            <p:cNvSpPr/>
            <p:nvPr/>
          </p:nvSpPr>
          <p:spPr>
            <a:xfrm>
              <a:off x="886605" y="837869"/>
              <a:ext cx="34021" cy="77248"/>
            </a:xfrm>
            <a:custGeom>
              <a:rect b="b" l="l" r="r" t="t"/>
              <a:pathLst>
                <a:path extrusionOk="0" h="2039" w="898">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5"/>
            <p:cNvSpPr/>
            <p:nvPr/>
          </p:nvSpPr>
          <p:spPr>
            <a:xfrm>
              <a:off x="886643" y="939136"/>
              <a:ext cx="173097" cy="13676"/>
            </a:xfrm>
            <a:custGeom>
              <a:rect b="b" l="l" r="r" t="t"/>
              <a:pathLst>
                <a:path extrusionOk="0" h="361" w="4569">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5"/>
            <p:cNvSpPr/>
            <p:nvPr/>
          </p:nvSpPr>
          <p:spPr>
            <a:xfrm>
              <a:off x="887135" y="975126"/>
              <a:ext cx="44629" cy="13714"/>
            </a:xfrm>
            <a:custGeom>
              <a:rect b="b" l="l" r="r" t="t"/>
              <a:pathLst>
                <a:path extrusionOk="0" h="362" w="1178">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5"/>
            <p:cNvSpPr/>
            <p:nvPr/>
          </p:nvSpPr>
          <p:spPr>
            <a:xfrm>
              <a:off x="954608" y="975164"/>
              <a:ext cx="44591" cy="13676"/>
            </a:xfrm>
            <a:custGeom>
              <a:rect b="b" l="l" r="r" t="t"/>
              <a:pathLst>
                <a:path extrusionOk="0" h="361" w="1177">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5"/>
            <p:cNvSpPr/>
            <p:nvPr/>
          </p:nvSpPr>
          <p:spPr>
            <a:xfrm>
              <a:off x="999199" y="1009943"/>
              <a:ext cx="44553" cy="13676"/>
            </a:xfrm>
            <a:custGeom>
              <a:rect b="b" l="l" r="r" t="t"/>
              <a:pathLst>
                <a:path extrusionOk="0" h="361" w="1176">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5"/>
            <p:cNvSpPr/>
            <p:nvPr/>
          </p:nvSpPr>
          <p:spPr>
            <a:xfrm>
              <a:off x="999199" y="1079424"/>
              <a:ext cx="44553" cy="13676"/>
            </a:xfrm>
            <a:custGeom>
              <a:rect b="b" l="l" r="r" t="t"/>
              <a:pathLst>
                <a:path extrusionOk="0" h="361" w="1176">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5"/>
            <p:cNvSpPr/>
            <p:nvPr/>
          </p:nvSpPr>
          <p:spPr>
            <a:xfrm>
              <a:off x="887741" y="1114202"/>
              <a:ext cx="95432" cy="13639"/>
            </a:xfrm>
            <a:custGeom>
              <a:rect b="b" l="l" r="r" t="t"/>
              <a:pathLst>
                <a:path extrusionOk="0" h="360" w="2519">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5"/>
            <p:cNvSpPr/>
            <p:nvPr/>
          </p:nvSpPr>
          <p:spPr>
            <a:xfrm>
              <a:off x="887741" y="1009943"/>
              <a:ext cx="95394" cy="13676"/>
            </a:xfrm>
            <a:custGeom>
              <a:rect b="b" l="l" r="r" t="t"/>
              <a:pathLst>
                <a:path extrusionOk="0" h="361" w="2518">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5"/>
            <p:cNvSpPr/>
            <p:nvPr/>
          </p:nvSpPr>
          <p:spPr>
            <a:xfrm>
              <a:off x="1059777" y="1009943"/>
              <a:ext cx="95432" cy="13676"/>
            </a:xfrm>
            <a:custGeom>
              <a:rect b="b" l="l" r="r" t="t"/>
              <a:pathLst>
                <a:path extrusionOk="0" h="361" w="2519">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5"/>
            <p:cNvSpPr/>
            <p:nvPr/>
          </p:nvSpPr>
          <p:spPr>
            <a:xfrm>
              <a:off x="886984" y="1044645"/>
              <a:ext cx="32695" cy="13714"/>
            </a:xfrm>
            <a:custGeom>
              <a:rect b="b" l="l" r="r" t="t"/>
              <a:pathLst>
                <a:path extrusionOk="0" h="362" w="863">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5"/>
            <p:cNvSpPr/>
            <p:nvPr/>
          </p:nvSpPr>
          <p:spPr>
            <a:xfrm>
              <a:off x="935325" y="1044645"/>
              <a:ext cx="161996" cy="13714"/>
            </a:xfrm>
            <a:custGeom>
              <a:rect b="b" l="l" r="r" t="t"/>
              <a:pathLst>
                <a:path extrusionOk="0" h="362" w="4276">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5"/>
            <p:cNvSpPr/>
            <p:nvPr/>
          </p:nvSpPr>
          <p:spPr>
            <a:xfrm>
              <a:off x="887741" y="1079424"/>
              <a:ext cx="95394" cy="13676"/>
            </a:xfrm>
            <a:custGeom>
              <a:rect b="b" l="l" r="r" t="t"/>
              <a:pathLst>
                <a:path extrusionOk="0" h="361" w="2518">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 name="Google Shape;2496;p65"/>
          <p:cNvGrpSpPr/>
          <p:nvPr/>
        </p:nvGrpSpPr>
        <p:grpSpPr>
          <a:xfrm>
            <a:off x="7067391" y="4158991"/>
            <a:ext cx="346539" cy="449439"/>
            <a:chOff x="7217832" y="3730048"/>
            <a:chExt cx="367447" cy="476555"/>
          </a:xfrm>
        </p:grpSpPr>
        <p:sp>
          <p:nvSpPr>
            <p:cNvPr id="2497" name="Google Shape;2497;p65"/>
            <p:cNvSpPr/>
            <p:nvPr/>
          </p:nvSpPr>
          <p:spPr>
            <a:xfrm>
              <a:off x="7217832" y="3730048"/>
              <a:ext cx="367447" cy="476555"/>
            </a:xfrm>
            <a:custGeom>
              <a:rect b="b" l="l" r="r" t="t"/>
              <a:pathLst>
                <a:path extrusionOk="0" h="12579" w="9699">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5"/>
            <p:cNvSpPr/>
            <p:nvPr/>
          </p:nvSpPr>
          <p:spPr>
            <a:xfrm>
              <a:off x="7362136" y="4018315"/>
              <a:ext cx="66905" cy="63041"/>
            </a:xfrm>
            <a:custGeom>
              <a:rect b="b" l="l" r="r" t="t"/>
              <a:pathLst>
                <a:path extrusionOk="0" h="1664" w="1766">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5"/>
            <p:cNvSpPr/>
            <p:nvPr/>
          </p:nvSpPr>
          <p:spPr>
            <a:xfrm>
              <a:off x="7442452" y="4017292"/>
              <a:ext cx="32013" cy="63116"/>
            </a:xfrm>
            <a:custGeom>
              <a:rect b="b" l="l" r="r" t="t"/>
              <a:pathLst>
                <a:path extrusionOk="0" h="1666" w="845">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5"/>
            <p:cNvSpPr/>
            <p:nvPr/>
          </p:nvSpPr>
          <p:spPr>
            <a:xfrm>
              <a:off x="7251360" y="4018353"/>
              <a:ext cx="48417" cy="61828"/>
            </a:xfrm>
            <a:custGeom>
              <a:rect b="b" l="l" r="r" t="t"/>
              <a:pathLst>
                <a:path extrusionOk="0" h="1632" w="1278">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5"/>
            <p:cNvSpPr/>
            <p:nvPr/>
          </p:nvSpPr>
          <p:spPr>
            <a:xfrm>
              <a:off x="7313833" y="4018012"/>
              <a:ext cx="40575" cy="61904"/>
            </a:xfrm>
            <a:custGeom>
              <a:rect b="b" l="l" r="r" t="t"/>
              <a:pathLst>
                <a:path extrusionOk="0" h="1634" w="1071">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2" name="Google Shape;2502;p65"/>
          <p:cNvSpPr/>
          <p:nvPr/>
        </p:nvSpPr>
        <p:spPr>
          <a:xfrm>
            <a:off x="7760889" y="4158832"/>
            <a:ext cx="448452" cy="449595"/>
          </a:xfrm>
          <a:custGeom>
            <a:rect b="b" l="l" r="r" t="t"/>
            <a:pathLst>
              <a:path extrusionOk="0" h="12584" w="12552">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3" name="Google Shape;2503;p65"/>
          <p:cNvGrpSpPr/>
          <p:nvPr/>
        </p:nvGrpSpPr>
        <p:grpSpPr>
          <a:xfrm>
            <a:off x="6263017" y="4168745"/>
            <a:ext cx="449475" cy="429645"/>
            <a:chOff x="6364927" y="3740390"/>
            <a:chExt cx="476593" cy="455567"/>
          </a:xfrm>
        </p:grpSpPr>
        <p:sp>
          <p:nvSpPr>
            <p:cNvPr id="2504" name="Google Shape;2504;p65"/>
            <p:cNvSpPr/>
            <p:nvPr/>
          </p:nvSpPr>
          <p:spPr>
            <a:xfrm>
              <a:off x="6465929" y="4095562"/>
              <a:ext cx="27201" cy="13676"/>
            </a:xfrm>
            <a:custGeom>
              <a:rect b="b" l="l" r="r" t="t"/>
              <a:pathLst>
                <a:path extrusionOk="0" h="361" w="718">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5"/>
            <p:cNvSpPr/>
            <p:nvPr/>
          </p:nvSpPr>
          <p:spPr>
            <a:xfrm>
              <a:off x="6713090" y="4148980"/>
              <a:ext cx="27239" cy="13676"/>
            </a:xfrm>
            <a:custGeom>
              <a:rect b="b" l="l" r="r" t="t"/>
              <a:pathLst>
                <a:path extrusionOk="0" h="361" w="719">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5"/>
            <p:cNvSpPr/>
            <p:nvPr/>
          </p:nvSpPr>
          <p:spPr>
            <a:xfrm>
              <a:off x="6364927" y="3740390"/>
              <a:ext cx="476593" cy="455567"/>
            </a:xfrm>
            <a:custGeom>
              <a:rect b="b" l="l" r="r" t="t"/>
              <a:pathLst>
                <a:path extrusionOk="0" h="12025" w="1258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5"/>
            <p:cNvSpPr/>
            <p:nvPr/>
          </p:nvSpPr>
          <p:spPr>
            <a:xfrm>
              <a:off x="6681646" y="3953456"/>
              <a:ext cx="18677" cy="18715"/>
            </a:xfrm>
            <a:custGeom>
              <a:rect b="b" l="l" r="r" t="t"/>
              <a:pathLst>
                <a:path extrusionOk="0" h="494" w="493">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5"/>
            <p:cNvSpPr/>
            <p:nvPr/>
          </p:nvSpPr>
          <p:spPr>
            <a:xfrm>
              <a:off x="6717334" y="3953456"/>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5"/>
            <p:cNvSpPr/>
            <p:nvPr/>
          </p:nvSpPr>
          <p:spPr>
            <a:xfrm>
              <a:off x="6753059" y="3953456"/>
              <a:ext cx="18677" cy="18715"/>
            </a:xfrm>
            <a:custGeom>
              <a:rect b="b" l="l" r="r" t="t"/>
              <a:pathLst>
                <a:path extrusionOk="0" h="494" w="493">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65"/>
          <p:cNvGrpSpPr/>
          <p:nvPr/>
        </p:nvGrpSpPr>
        <p:grpSpPr>
          <a:xfrm>
            <a:off x="5498302" y="4197007"/>
            <a:ext cx="449547" cy="373372"/>
            <a:chOff x="5554075" y="3770358"/>
            <a:chExt cx="476669" cy="395898"/>
          </a:xfrm>
        </p:grpSpPr>
        <p:sp>
          <p:nvSpPr>
            <p:cNvPr id="2511" name="Google Shape;2511;p65"/>
            <p:cNvSpPr/>
            <p:nvPr/>
          </p:nvSpPr>
          <p:spPr>
            <a:xfrm>
              <a:off x="5554075" y="3770358"/>
              <a:ext cx="476669" cy="395898"/>
            </a:xfrm>
            <a:custGeom>
              <a:rect b="b" l="l" r="r" t="t"/>
              <a:pathLst>
                <a:path extrusionOk="0" h="10450" w="12582">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5"/>
            <p:cNvSpPr/>
            <p:nvPr/>
          </p:nvSpPr>
          <p:spPr>
            <a:xfrm>
              <a:off x="5674359" y="3901932"/>
              <a:ext cx="22466" cy="53153"/>
            </a:xfrm>
            <a:custGeom>
              <a:rect b="b" l="l" r="r" t="t"/>
              <a:pathLst>
                <a:path extrusionOk="0" h="1403" w="593">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5"/>
            <p:cNvSpPr/>
            <p:nvPr/>
          </p:nvSpPr>
          <p:spPr>
            <a:xfrm>
              <a:off x="5725315" y="3971413"/>
              <a:ext cx="22428" cy="53153"/>
            </a:xfrm>
            <a:custGeom>
              <a:rect b="b" l="l" r="r" t="t"/>
              <a:pathLst>
                <a:path extrusionOk="0" h="1403" w="592">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5"/>
            <p:cNvSpPr/>
            <p:nvPr/>
          </p:nvSpPr>
          <p:spPr>
            <a:xfrm>
              <a:off x="5809685" y="3971413"/>
              <a:ext cx="22466" cy="53153"/>
            </a:xfrm>
            <a:custGeom>
              <a:rect b="b" l="l" r="r" t="t"/>
              <a:pathLst>
                <a:path extrusionOk="0" h="1403" w="593">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5"/>
            <p:cNvSpPr/>
            <p:nvPr/>
          </p:nvSpPr>
          <p:spPr>
            <a:xfrm>
              <a:off x="5848176" y="3971413"/>
              <a:ext cx="22428" cy="53153"/>
            </a:xfrm>
            <a:custGeom>
              <a:rect b="b" l="l" r="r" t="t"/>
              <a:pathLst>
                <a:path extrusionOk="0" h="1403" w="592">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5"/>
            <p:cNvSpPr/>
            <p:nvPr/>
          </p:nvSpPr>
          <p:spPr>
            <a:xfrm>
              <a:off x="5760055" y="3901932"/>
              <a:ext cx="22466" cy="53153"/>
            </a:xfrm>
            <a:custGeom>
              <a:rect b="b" l="l" r="r" t="t"/>
              <a:pathLst>
                <a:path extrusionOk="0" h="1403" w="593">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5"/>
            <p:cNvSpPr/>
            <p:nvPr/>
          </p:nvSpPr>
          <p:spPr>
            <a:xfrm>
              <a:off x="5628557" y="3900796"/>
              <a:ext cx="37317" cy="55880"/>
            </a:xfrm>
            <a:custGeom>
              <a:rect b="b" l="l" r="r" t="t"/>
              <a:pathLst>
                <a:path extrusionOk="0" h="1475" w="985">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5"/>
            <p:cNvSpPr/>
            <p:nvPr/>
          </p:nvSpPr>
          <p:spPr>
            <a:xfrm>
              <a:off x="5628557" y="3970315"/>
              <a:ext cx="37317" cy="55880"/>
            </a:xfrm>
            <a:custGeom>
              <a:rect b="b" l="l" r="r" t="t"/>
              <a:pathLst>
                <a:path extrusionOk="0" h="1475" w="985">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5"/>
            <p:cNvSpPr/>
            <p:nvPr/>
          </p:nvSpPr>
          <p:spPr>
            <a:xfrm>
              <a:off x="5678186" y="3970315"/>
              <a:ext cx="37279" cy="55880"/>
            </a:xfrm>
            <a:custGeom>
              <a:rect b="b" l="l" r="r" t="t"/>
              <a:pathLst>
                <a:path extrusionOk="0" h="1475" w="984">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5"/>
            <p:cNvSpPr/>
            <p:nvPr/>
          </p:nvSpPr>
          <p:spPr>
            <a:xfrm>
              <a:off x="5761343" y="3970315"/>
              <a:ext cx="37279" cy="55880"/>
            </a:xfrm>
            <a:custGeom>
              <a:rect b="b" l="l" r="r" t="t"/>
              <a:pathLst>
                <a:path extrusionOk="0" h="1475" w="984">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5"/>
            <p:cNvSpPr/>
            <p:nvPr/>
          </p:nvSpPr>
          <p:spPr>
            <a:xfrm>
              <a:off x="5933834" y="3971413"/>
              <a:ext cx="22428" cy="53191"/>
            </a:xfrm>
            <a:custGeom>
              <a:rect b="b" l="l" r="r" t="t"/>
              <a:pathLst>
                <a:path extrusionOk="0" h="1404" w="592">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5"/>
            <p:cNvSpPr/>
            <p:nvPr/>
          </p:nvSpPr>
          <p:spPr>
            <a:xfrm>
              <a:off x="5887993" y="3970315"/>
              <a:ext cx="37241" cy="55880"/>
            </a:xfrm>
            <a:custGeom>
              <a:rect b="b" l="l" r="r" t="t"/>
              <a:pathLst>
                <a:path extrusionOk="0" h="1475" w="983">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5"/>
            <p:cNvSpPr/>
            <p:nvPr/>
          </p:nvSpPr>
          <p:spPr>
            <a:xfrm>
              <a:off x="5725315" y="3831125"/>
              <a:ext cx="22428" cy="53153"/>
            </a:xfrm>
            <a:custGeom>
              <a:rect b="b" l="l" r="r" t="t"/>
              <a:pathLst>
                <a:path extrusionOk="0" h="1403" w="592">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5"/>
            <p:cNvSpPr/>
            <p:nvPr/>
          </p:nvSpPr>
          <p:spPr>
            <a:xfrm>
              <a:off x="5809685"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5"/>
            <p:cNvSpPr/>
            <p:nvPr/>
          </p:nvSpPr>
          <p:spPr>
            <a:xfrm>
              <a:off x="5848176"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5"/>
            <p:cNvSpPr/>
            <p:nvPr/>
          </p:nvSpPr>
          <p:spPr>
            <a:xfrm>
              <a:off x="5628557" y="3829875"/>
              <a:ext cx="37317" cy="55880"/>
            </a:xfrm>
            <a:custGeom>
              <a:rect b="b" l="l" r="r" t="t"/>
              <a:pathLst>
                <a:path extrusionOk="0" h="1475" w="985">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5"/>
            <p:cNvSpPr/>
            <p:nvPr/>
          </p:nvSpPr>
          <p:spPr>
            <a:xfrm>
              <a:off x="5678148" y="3829837"/>
              <a:ext cx="37317" cy="55918"/>
            </a:xfrm>
            <a:custGeom>
              <a:rect b="b" l="l" r="r" t="t"/>
              <a:pathLst>
                <a:path extrusionOk="0" h="1476" w="985">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5"/>
            <p:cNvSpPr/>
            <p:nvPr/>
          </p:nvSpPr>
          <p:spPr>
            <a:xfrm>
              <a:off x="5761343" y="3829875"/>
              <a:ext cx="37279" cy="55880"/>
            </a:xfrm>
            <a:custGeom>
              <a:rect b="b" l="l" r="r" t="t"/>
              <a:pathLst>
                <a:path extrusionOk="0" h="1475" w="984">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5"/>
            <p:cNvSpPr/>
            <p:nvPr/>
          </p:nvSpPr>
          <p:spPr>
            <a:xfrm>
              <a:off x="5933834" y="3831239"/>
              <a:ext cx="22428" cy="53115"/>
            </a:xfrm>
            <a:custGeom>
              <a:rect b="b" l="l" r="r" t="t"/>
              <a:pathLst>
                <a:path extrusionOk="0" h="1402" w="592">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5"/>
            <p:cNvSpPr/>
            <p:nvPr/>
          </p:nvSpPr>
          <p:spPr>
            <a:xfrm>
              <a:off x="5887993" y="3829875"/>
              <a:ext cx="37241" cy="55880"/>
            </a:xfrm>
            <a:custGeom>
              <a:rect b="b" l="l" r="r" t="t"/>
              <a:pathLst>
                <a:path extrusionOk="0" h="1475" w="983">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5"/>
            <p:cNvSpPr/>
            <p:nvPr/>
          </p:nvSpPr>
          <p:spPr>
            <a:xfrm>
              <a:off x="5710464" y="3900796"/>
              <a:ext cx="37279" cy="55880"/>
            </a:xfrm>
            <a:custGeom>
              <a:rect b="b" l="l" r="r" t="t"/>
              <a:pathLst>
                <a:path extrusionOk="0" h="1475" w="984">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5"/>
            <p:cNvSpPr/>
            <p:nvPr/>
          </p:nvSpPr>
          <p:spPr>
            <a:xfrm>
              <a:off x="5899093" y="3901932"/>
              <a:ext cx="22466" cy="53153"/>
            </a:xfrm>
            <a:custGeom>
              <a:rect b="b" l="l" r="r" t="t"/>
              <a:pathLst>
                <a:path extrusionOk="0" h="1403" w="593">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5"/>
            <p:cNvSpPr/>
            <p:nvPr/>
          </p:nvSpPr>
          <p:spPr>
            <a:xfrm>
              <a:off x="5933834" y="3901932"/>
              <a:ext cx="22466" cy="53153"/>
            </a:xfrm>
            <a:custGeom>
              <a:rect b="b" l="l" r="r" t="t"/>
              <a:pathLst>
                <a:path extrusionOk="0" h="1403" w="593">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5"/>
            <p:cNvSpPr/>
            <p:nvPr/>
          </p:nvSpPr>
          <p:spPr>
            <a:xfrm>
              <a:off x="5799835" y="3900796"/>
              <a:ext cx="37279" cy="55880"/>
            </a:xfrm>
            <a:custGeom>
              <a:rect b="b" l="l" r="r" t="t"/>
              <a:pathLst>
                <a:path extrusionOk="0" h="1475" w="984">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5"/>
            <p:cNvSpPr/>
            <p:nvPr/>
          </p:nvSpPr>
          <p:spPr>
            <a:xfrm>
              <a:off x="5849502" y="3899507"/>
              <a:ext cx="37241" cy="55918"/>
            </a:xfrm>
            <a:custGeom>
              <a:rect b="b" l="l" r="r" t="t"/>
              <a:pathLst>
                <a:path extrusionOk="0" h="1476" w="983">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65"/>
          <p:cNvGrpSpPr/>
          <p:nvPr/>
        </p:nvGrpSpPr>
        <p:grpSpPr>
          <a:xfrm>
            <a:off x="4739232" y="4189360"/>
            <a:ext cx="449547" cy="388878"/>
            <a:chOff x="4749208" y="3762250"/>
            <a:chExt cx="476669" cy="412340"/>
          </a:xfrm>
        </p:grpSpPr>
        <p:sp>
          <p:nvSpPr>
            <p:cNvPr id="2537" name="Google Shape;2537;p65"/>
            <p:cNvSpPr/>
            <p:nvPr/>
          </p:nvSpPr>
          <p:spPr>
            <a:xfrm>
              <a:off x="4796981" y="3845824"/>
              <a:ext cx="39476" cy="84067"/>
            </a:xfrm>
            <a:custGeom>
              <a:rect b="b" l="l" r="r" t="t"/>
              <a:pathLst>
                <a:path extrusionOk="0" h="2219" w="1042">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5"/>
            <p:cNvSpPr/>
            <p:nvPr/>
          </p:nvSpPr>
          <p:spPr>
            <a:xfrm>
              <a:off x="5043082" y="3887422"/>
              <a:ext cx="39476" cy="84067"/>
            </a:xfrm>
            <a:custGeom>
              <a:rect b="b" l="l" r="r" t="t"/>
              <a:pathLst>
                <a:path extrusionOk="0" h="2219" w="1042">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5"/>
            <p:cNvSpPr/>
            <p:nvPr/>
          </p:nvSpPr>
          <p:spPr>
            <a:xfrm>
              <a:off x="4853392" y="3860372"/>
              <a:ext cx="34021" cy="13676"/>
            </a:xfrm>
            <a:custGeom>
              <a:rect b="b" l="l" r="r" t="t"/>
              <a:pathLst>
                <a:path extrusionOk="0" h="361" w="898">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5"/>
            <p:cNvSpPr/>
            <p:nvPr/>
          </p:nvSpPr>
          <p:spPr>
            <a:xfrm>
              <a:off x="4854377" y="3993159"/>
              <a:ext cx="121535" cy="13676"/>
            </a:xfrm>
            <a:custGeom>
              <a:rect b="b" l="l" r="r" t="t"/>
              <a:pathLst>
                <a:path extrusionOk="0" h="361" w="3208">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5"/>
            <p:cNvSpPr/>
            <p:nvPr/>
          </p:nvSpPr>
          <p:spPr>
            <a:xfrm>
              <a:off x="4853392" y="3913752"/>
              <a:ext cx="34021" cy="13639"/>
            </a:xfrm>
            <a:custGeom>
              <a:rect b="b" l="l" r="r" t="t"/>
              <a:pathLst>
                <a:path extrusionOk="0" h="360" w="898">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5"/>
            <p:cNvSpPr/>
            <p:nvPr/>
          </p:nvSpPr>
          <p:spPr>
            <a:xfrm>
              <a:off x="4853429" y="3939817"/>
              <a:ext cx="34021" cy="13676"/>
            </a:xfrm>
            <a:custGeom>
              <a:rect b="b" l="l" r="r" t="t"/>
              <a:pathLst>
                <a:path extrusionOk="0" h="361" w="898">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5"/>
            <p:cNvSpPr/>
            <p:nvPr/>
          </p:nvSpPr>
          <p:spPr>
            <a:xfrm>
              <a:off x="4942876" y="3967132"/>
              <a:ext cx="34021" cy="13639"/>
            </a:xfrm>
            <a:custGeom>
              <a:rect b="b" l="l" r="r" t="t"/>
              <a:pathLst>
                <a:path extrusionOk="0" h="360" w="898">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5"/>
            <p:cNvSpPr/>
            <p:nvPr/>
          </p:nvSpPr>
          <p:spPr>
            <a:xfrm>
              <a:off x="4853846" y="3967132"/>
              <a:ext cx="72853" cy="13639"/>
            </a:xfrm>
            <a:custGeom>
              <a:rect b="b" l="l" r="r" t="t"/>
              <a:pathLst>
                <a:path extrusionOk="0" h="360" w="1923">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5"/>
            <p:cNvSpPr/>
            <p:nvPr/>
          </p:nvSpPr>
          <p:spPr>
            <a:xfrm>
              <a:off x="4903362" y="3913752"/>
              <a:ext cx="33983" cy="13639"/>
            </a:xfrm>
            <a:custGeom>
              <a:rect b="b" l="l" r="r" t="t"/>
              <a:pathLst>
                <a:path extrusionOk="0" h="360" w="897">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5"/>
            <p:cNvSpPr/>
            <p:nvPr/>
          </p:nvSpPr>
          <p:spPr>
            <a:xfrm>
              <a:off x="4948445" y="3913752"/>
              <a:ext cx="69746" cy="13639"/>
            </a:xfrm>
            <a:custGeom>
              <a:rect b="b" l="l" r="r" t="t"/>
              <a:pathLst>
                <a:path extrusionOk="0" h="360" w="1841">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5"/>
            <p:cNvSpPr/>
            <p:nvPr/>
          </p:nvSpPr>
          <p:spPr>
            <a:xfrm>
              <a:off x="4853429" y="4024187"/>
              <a:ext cx="34021" cy="13676"/>
            </a:xfrm>
            <a:custGeom>
              <a:rect b="b" l="l" r="r" t="t"/>
              <a:pathLst>
                <a:path extrusionOk="0" h="361" w="898">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5"/>
            <p:cNvSpPr/>
            <p:nvPr/>
          </p:nvSpPr>
          <p:spPr>
            <a:xfrm>
              <a:off x="4853429" y="4051502"/>
              <a:ext cx="34021" cy="13714"/>
            </a:xfrm>
            <a:custGeom>
              <a:rect b="b" l="l" r="r" t="t"/>
              <a:pathLst>
                <a:path extrusionOk="0" h="362" w="898">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5"/>
            <p:cNvSpPr/>
            <p:nvPr/>
          </p:nvSpPr>
          <p:spPr>
            <a:xfrm>
              <a:off x="4903324" y="4024187"/>
              <a:ext cx="34021" cy="13676"/>
            </a:xfrm>
            <a:custGeom>
              <a:rect b="b" l="l" r="r" t="t"/>
              <a:pathLst>
                <a:path extrusionOk="0" h="361" w="898">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5"/>
            <p:cNvSpPr/>
            <p:nvPr/>
          </p:nvSpPr>
          <p:spPr>
            <a:xfrm>
              <a:off x="4947990" y="4024187"/>
              <a:ext cx="28944" cy="13676"/>
            </a:xfrm>
            <a:custGeom>
              <a:rect b="b" l="l" r="r" t="t"/>
              <a:pathLst>
                <a:path extrusionOk="0" h="361" w="764">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5"/>
            <p:cNvSpPr/>
            <p:nvPr/>
          </p:nvSpPr>
          <p:spPr>
            <a:xfrm>
              <a:off x="4904536" y="3860372"/>
              <a:ext cx="150517" cy="13676"/>
            </a:xfrm>
            <a:custGeom>
              <a:rect b="b" l="l" r="r" t="t"/>
              <a:pathLst>
                <a:path extrusionOk="0" h="361" w="3973">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5"/>
            <p:cNvSpPr/>
            <p:nvPr/>
          </p:nvSpPr>
          <p:spPr>
            <a:xfrm>
              <a:off x="4854831" y="3886399"/>
              <a:ext cx="162640" cy="13714"/>
            </a:xfrm>
            <a:custGeom>
              <a:rect b="b" l="l" r="r" t="t"/>
              <a:pathLst>
                <a:path extrusionOk="0" h="362" w="4293">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5"/>
            <p:cNvSpPr/>
            <p:nvPr/>
          </p:nvSpPr>
          <p:spPr>
            <a:xfrm>
              <a:off x="4749208" y="3762250"/>
              <a:ext cx="476669" cy="412340"/>
            </a:xfrm>
            <a:custGeom>
              <a:rect b="b" l="l" r="r" t="t"/>
              <a:pathLst>
                <a:path extrusionOk="0" h="10884" w="12582">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65"/>
          <p:cNvGrpSpPr/>
          <p:nvPr/>
        </p:nvGrpSpPr>
        <p:grpSpPr>
          <a:xfrm>
            <a:off x="3941788" y="4158991"/>
            <a:ext cx="449547" cy="449547"/>
            <a:chOff x="3903652" y="3730048"/>
            <a:chExt cx="476669" cy="476669"/>
          </a:xfrm>
        </p:grpSpPr>
        <p:sp>
          <p:nvSpPr>
            <p:cNvPr id="2555" name="Google Shape;2555;p65"/>
            <p:cNvSpPr/>
            <p:nvPr/>
          </p:nvSpPr>
          <p:spPr>
            <a:xfrm>
              <a:off x="3971315" y="3980733"/>
              <a:ext cx="53039" cy="13676"/>
            </a:xfrm>
            <a:custGeom>
              <a:rect b="b" l="l" r="r" t="t"/>
              <a:pathLst>
                <a:path extrusionOk="0" h="361" w="140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5"/>
            <p:cNvSpPr/>
            <p:nvPr/>
          </p:nvSpPr>
          <p:spPr>
            <a:xfrm>
              <a:off x="3972717" y="4010586"/>
              <a:ext cx="151426" cy="13639"/>
            </a:xfrm>
            <a:custGeom>
              <a:rect b="b" l="l" r="r" t="t"/>
              <a:pathLst>
                <a:path extrusionOk="0" h="360" w="3997">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5"/>
            <p:cNvSpPr/>
            <p:nvPr/>
          </p:nvSpPr>
          <p:spPr>
            <a:xfrm>
              <a:off x="4078037" y="4039076"/>
              <a:ext cx="47280" cy="13676"/>
            </a:xfrm>
            <a:custGeom>
              <a:rect b="b" l="l" r="r" t="t"/>
              <a:pathLst>
                <a:path extrusionOk="0" h="361" w="1248">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5"/>
            <p:cNvSpPr/>
            <p:nvPr/>
          </p:nvSpPr>
          <p:spPr>
            <a:xfrm>
              <a:off x="3971694" y="4039152"/>
              <a:ext cx="87173" cy="13639"/>
            </a:xfrm>
            <a:custGeom>
              <a:rect b="b" l="l" r="r" t="t"/>
              <a:pathLst>
                <a:path extrusionOk="0" h="360" w="2301">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5"/>
            <p:cNvSpPr/>
            <p:nvPr/>
          </p:nvSpPr>
          <p:spPr>
            <a:xfrm>
              <a:off x="3972414" y="4068891"/>
              <a:ext cx="151729" cy="13639"/>
            </a:xfrm>
            <a:custGeom>
              <a:rect b="b" l="l" r="r" t="t"/>
              <a:pathLst>
                <a:path extrusionOk="0" h="360" w="4005">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5"/>
            <p:cNvSpPr/>
            <p:nvPr/>
          </p:nvSpPr>
          <p:spPr>
            <a:xfrm>
              <a:off x="3972414" y="4098707"/>
              <a:ext cx="151729" cy="13676"/>
            </a:xfrm>
            <a:custGeom>
              <a:rect b="b" l="l" r="r" t="t"/>
              <a:pathLst>
                <a:path extrusionOk="0" h="361" w="4005">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5"/>
            <p:cNvSpPr/>
            <p:nvPr/>
          </p:nvSpPr>
          <p:spPr>
            <a:xfrm>
              <a:off x="4032727" y="4128447"/>
              <a:ext cx="92098" cy="13714"/>
            </a:xfrm>
            <a:custGeom>
              <a:rect b="b" l="l" r="r" t="t"/>
              <a:pathLst>
                <a:path extrusionOk="0" h="362" w="2431">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5"/>
            <p:cNvSpPr/>
            <p:nvPr/>
          </p:nvSpPr>
          <p:spPr>
            <a:xfrm>
              <a:off x="3971201" y="4128484"/>
              <a:ext cx="41749" cy="13714"/>
            </a:xfrm>
            <a:custGeom>
              <a:rect b="b" l="l" r="r" t="t"/>
              <a:pathLst>
                <a:path extrusionOk="0" h="362" w="1102">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5"/>
            <p:cNvSpPr/>
            <p:nvPr/>
          </p:nvSpPr>
          <p:spPr>
            <a:xfrm>
              <a:off x="3972414" y="4158262"/>
              <a:ext cx="151729" cy="13676"/>
            </a:xfrm>
            <a:custGeom>
              <a:rect b="b" l="l" r="r" t="t"/>
              <a:pathLst>
                <a:path extrusionOk="0" h="361" w="4005">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5"/>
            <p:cNvSpPr/>
            <p:nvPr/>
          </p:nvSpPr>
          <p:spPr>
            <a:xfrm>
              <a:off x="4159717" y="4128484"/>
              <a:ext cx="151729" cy="13714"/>
            </a:xfrm>
            <a:custGeom>
              <a:rect b="b" l="l" r="r" t="t"/>
              <a:pathLst>
                <a:path extrusionOk="0" h="362" w="4005">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5"/>
            <p:cNvSpPr/>
            <p:nvPr/>
          </p:nvSpPr>
          <p:spPr>
            <a:xfrm>
              <a:off x="4225940" y="4158262"/>
              <a:ext cx="86264" cy="13676"/>
            </a:xfrm>
            <a:custGeom>
              <a:rect b="b" l="l" r="r" t="t"/>
              <a:pathLst>
                <a:path extrusionOk="0" h="361" w="2277">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5"/>
            <p:cNvSpPr/>
            <p:nvPr/>
          </p:nvSpPr>
          <p:spPr>
            <a:xfrm>
              <a:off x="4158505" y="4158262"/>
              <a:ext cx="47887" cy="13676"/>
            </a:xfrm>
            <a:custGeom>
              <a:rect b="b" l="l" r="r" t="t"/>
              <a:pathLst>
                <a:path extrusionOk="0" h="361" w="1264">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5"/>
            <p:cNvSpPr/>
            <p:nvPr/>
          </p:nvSpPr>
          <p:spPr>
            <a:xfrm>
              <a:off x="4158619" y="3980733"/>
              <a:ext cx="53039" cy="13676"/>
            </a:xfrm>
            <a:custGeom>
              <a:rect b="b" l="l" r="r" t="t"/>
              <a:pathLst>
                <a:path extrusionOk="0" h="361" w="140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5"/>
            <p:cNvSpPr/>
            <p:nvPr/>
          </p:nvSpPr>
          <p:spPr>
            <a:xfrm>
              <a:off x="4217795" y="4010586"/>
              <a:ext cx="94258" cy="13639"/>
            </a:xfrm>
            <a:custGeom>
              <a:rect b="b" l="l" r="r" t="t"/>
              <a:pathLst>
                <a:path extrusionOk="0" h="360" w="2488">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5"/>
            <p:cNvSpPr/>
            <p:nvPr/>
          </p:nvSpPr>
          <p:spPr>
            <a:xfrm>
              <a:off x="4158467" y="4010586"/>
              <a:ext cx="40120" cy="13639"/>
            </a:xfrm>
            <a:custGeom>
              <a:rect b="b" l="l" r="r" t="t"/>
              <a:pathLst>
                <a:path extrusionOk="0" h="360" w="1059">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5"/>
            <p:cNvSpPr/>
            <p:nvPr/>
          </p:nvSpPr>
          <p:spPr>
            <a:xfrm>
              <a:off x="4159717" y="4039152"/>
              <a:ext cx="151729" cy="13639"/>
            </a:xfrm>
            <a:custGeom>
              <a:rect b="b" l="l" r="r" t="t"/>
              <a:pathLst>
                <a:path extrusionOk="0" h="360" w="4005">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5"/>
            <p:cNvSpPr/>
            <p:nvPr/>
          </p:nvSpPr>
          <p:spPr>
            <a:xfrm>
              <a:off x="4267765" y="4068891"/>
              <a:ext cx="44894" cy="13639"/>
            </a:xfrm>
            <a:custGeom>
              <a:rect b="b" l="l" r="r" t="t"/>
              <a:pathLst>
                <a:path extrusionOk="0" h="360" w="1185">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5"/>
            <p:cNvSpPr/>
            <p:nvPr/>
          </p:nvSpPr>
          <p:spPr>
            <a:xfrm>
              <a:off x="4159035" y="4068891"/>
              <a:ext cx="89333" cy="13639"/>
            </a:xfrm>
            <a:custGeom>
              <a:rect b="b" l="l" r="r" t="t"/>
              <a:pathLst>
                <a:path extrusionOk="0" h="360" w="2358">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5"/>
            <p:cNvSpPr/>
            <p:nvPr/>
          </p:nvSpPr>
          <p:spPr>
            <a:xfrm>
              <a:off x="4159717" y="4098707"/>
              <a:ext cx="151729" cy="13676"/>
            </a:xfrm>
            <a:custGeom>
              <a:rect b="b" l="l" r="r" t="t"/>
              <a:pathLst>
                <a:path extrusionOk="0" h="361" w="4005">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5"/>
            <p:cNvSpPr/>
            <p:nvPr/>
          </p:nvSpPr>
          <p:spPr>
            <a:xfrm>
              <a:off x="3971808" y="3820593"/>
              <a:ext cx="154003" cy="104335"/>
            </a:xfrm>
            <a:custGeom>
              <a:rect b="b" l="l" r="r" t="t"/>
              <a:pathLst>
                <a:path extrusionOk="0" h="2754" w="4065">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5"/>
            <p:cNvSpPr/>
            <p:nvPr/>
          </p:nvSpPr>
          <p:spPr>
            <a:xfrm>
              <a:off x="4158050" y="3820593"/>
              <a:ext cx="153965" cy="104335"/>
            </a:xfrm>
            <a:custGeom>
              <a:rect b="b" l="l" r="r" t="t"/>
              <a:pathLst>
                <a:path extrusionOk="0" h="2754" w="4064">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5"/>
            <p:cNvSpPr/>
            <p:nvPr/>
          </p:nvSpPr>
          <p:spPr>
            <a:xfrm>
              <a:off x="3903652" y="3730048"/>
              <a:ext cx="476669" cy="476669"/>
            </a:xfrm>
            <a:custGeom>
              <a:rect b="b" l="l" r="r" t="t"/>
              <a:pathLst>
                <a:path extrusionOk="0" h="12582" w="12582">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5"/>
            <p:cNvSpPr/>
            <p:nvPr/>
          </p:nvSpPr>
          <p:spPr>
            <a:xfrm>
              <a:off x="3952069" y="3757590"/>
              <a:ext cx="20079" cy="18715"/>
            </a:xfrm>
            <a:custGeom>
              <a:rect b="b" l="l" r="r" t="t"/>
              <a:pathLst>
                <a:path extrusionOk="0" h="494" w="53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5"/>
            <p:cNvSpPr/>
            <p:nvPr/>
          </p:nvSpPr>
          <p:spPr>
            <a:xfrm>
              <a:off x="3988515" y="3757628"/>
              <a:ext cx="18753" cy="18639"/>
            </a:xfrm>
            <a:custGeom>
              <a:rect b="b" l="l" r="r" t="t"/>
              <a:pathLst>
                <a:path extrusionOk="0" h="492" w="495">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5"/>
            <p:cNvSpPr/>
            <p:nvPr/>
          </p:nvSpPr>
          <p:spPr>
            <a:xfrm>
              <a:off x="4024240" y="3757628"/>
              <a:ext cx="18715" cy="18639"/>
            </a:xfrm>
            <a:custGeom>
              <a:rect b="b" l="l" r="r" t="t"/>
              <a:pathLst>
                <a:path extrusionOk="0" h="492" w="494">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65"/>
          <p:cNvGrpSpPr/>
          <p:nvPr/>
        </p:nvGrpSpPr>
        <p:grpSpPr>
          <a:xfrm>
            <a:off x="2463058" y="4195220"/>
            <a:ext cx="449582" cy="377016"/>
            <a:chOff x="2335706" y="3768463"/>
            <a:chExt cx="476707" cy="399763"/>
          </a:xfrm>
        </p:grpSpPr>
        <p:sp>
          <p:nvSpPr>
            <p:cNvPr id="2581" name="Google Shape;2581;p65"/>
            <p:cNvSpPr/>
            <p:nvPr/>
          </p:nvSpPr>
          <p:spPr>
            <a:xfrm>
              <a:off x="2373629" y="3851697"/>
              <a:ext cx="34437" cy="13676"/>
            </a:xfrm>
            <a:custGeom>
              <a:rect b="b" l="l" r="r" t="t"/>
              <a:pathLst>
                <a:path extrusionOk="0" h="361" w="909">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5"/>
            <p:cNvSpPr/>
            <p:nvPr/>
          </p:nvSpPr>
          <p:spPr>
            <a:xfrm>
              <a:off x="2373288" y="3881436"/>
              <a:ext cx="34778" cy="13714"/>
            </a:xfrm>
            <a:custGeom>
              <a:rect b="b" l="l" r="r" t="t"/>
              <a:pathLst>
                <a:path extrusionOk="0" h="362" w="918">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5"/>
            <p:cNvSpPr/>
            <p:nvPr/>
          </p:nvSpPr>
          <p:spPr>
            <a:xfrm>
              <a:off x="2373629" y="3912502"/>
              <a:ext cx="34437" cy="13676"/>
            </a:xfrm>
            <a:custGeom>
              <a:rect b="b" l="l" r="r" t="t"/>
              <a:pathLst>
                <a:path extrusionOk="0" h="361" w="909">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5"/>
            <p:cNvSpPr/>
            <p:nvPr/>
          </p:nvSpPr>
          <p:spPr>
            <a:xfrm>
              <a:off x="2373326" y="3943568"/>
              <a:ext cx="34741" cy="13676"/>
            </a:xfrm>
            <a:custGeom>
              <a:rect b="b" l="l" r="r" t="t"/>
              <a:pathLst>
                <a:path extrusionOk="0" h="361" w="917">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5"/>
            <p:cNvSpPr/>
            <p:nvPr/>
          </p:nvSpPr>
          <p:spPr>
            <a:xfrm>
              <a:off x="2373629" y="3974558"/>
              <a:ext cx="34437" cy="13676"/>
            </a:xfrm>
            <a:custGeom>
              <a:rect b="b" l="l" r="r" t="t"/>
              <a:pathLst>
                <a:path extrusionOk="0" h="361" w="909">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5"/>
            <p:cNvSpPr/>
            <p:nvPr/>
          </p:nvSpPr>
          <p:spPr>
            <a:xfrm>
              <a:off x="2373288" y="4005623"/>
              <a:ext cx="34778" cy="13639"/>
            </a:xfrm>
            <a:custGeom>
              <a:rect b="b" l="l" r="r" t="t"/>
              <a:pathLst>
                <a:path extrusionOk="0" h="360" w="918">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5"/>
            <p:cNvSpPr/>
            <p:nvPr/>
          </p:nvSpPr>
          <p:spPr>
            <a:xfrm>
              <a:off x="2373629" y="4035401"/>
              <a:ext cx="34437" cy="13676"/>
            </a:xfrm>
            <a:custGeom>
              <a:rect b="b" l="l" r="r" t="t"/>
              <a:pathLst>
                <a:path extrusionOk="0" h="361" w="909">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5"/>
            <p:cNvSpPr/>
            <p:nvPr/>
          </p:nvSpPr>
          <p:spPr>
            <a:xfrm>
              <a:off x="2373288" y="4066391"/>
              <a:ext cx="34778" cy="13676"/>
            </a:xfrm>
            <a:custGeom>
              <a:rect b="b" l="l" r="r" t="t"/>
              <a:pathLst>
                <a:path extrusionOk="0" h="361" w="918">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5"/>
            <p:cNvSpPr/>
            <p:nvPr/>
          </p:nvSpPr>
          <p:spPr>
            <a:xfrm>
              <a:off x="2373629" y="4097457"/>
              <a:ext cx="34437" cy="13639"/>
            </a:xfrm>
            <a:custGeom>
              <a:rect b="b" l="l" r="r" t="t"/>
              <a:pathLst>
                <a:path extrusionOk="0" h="360" w="909">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5"/>
            <p:cNvSpPr/>
            <p:nvPr/>
          </p:nvSpPr>
          <p:spPr>
            <a:xfrm>
              <a:off x="2488383" y="3943568"/>
              <a:ext cx="64367" cy="13676"/>
            </a:xfrm>
            <a:custGeom>
              <a:rect b="b" l="l" r="r" t="t"/>
              <a:pathLst>
                <a:path extrusionOk="0" h="361" w="1699">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5"/>
            <p:cNvSpPr/>
            <p:nvPr/>
          </p:nvSpPr>
          <p:spPr>
            <a:xfrm>
              <a:off x="2488155" y="3974558"/>
              <a:ext cx="40954" cy="13676"/>
            </a:xfrm>
            <a:custGeom>
              <a:rect b="b" l="l" r="r" t="t"/>
              <a:pathLst>
                <a:path extrusionOk="0" h="361" w="1081">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5"/>
            <p:cNvSpPr/>
            <p:nvPr/>
          </p:nvSpPr>
          <p:spPr>
            <a:xfrm>
              <a:off x="2488155" y="3912502"/>
              <a:ext cx="40954" cy="13676"/>
            </a:xfrm>
            <a:custGeom>
              <a:rect b="b" l="l" r="r" t="t"/>
              <a:pathLst>
                <a:path extrusionOk="0" h="361" w="1081">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5"/>
            <p:cNvSpPr/>
            <p:nvPr/>
          </p:nvSpPr>
          <p:spPr>
            <a:xfrm>
              <a:off x="2547938" y="3912426"/>
              <a:ext cx="92402" cy="13714"/>
            </a:xfrm>
            <a:custGeom>
              <a:rect b="b" l="l" r="r" t="t"/>
              <a:pathLst>
                <a:path extrusionOk="0" h="362" w="2439">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5"/>
            <p:cNvSpPr/>
            <p:nvPr/>
          </p:nvSpPr>
          <p:spPr>
            <a:xfrm>
              <a:off x="2488761" y="3881436"/>
              <a:ext cx="99031" cy="13714"/>
            </a:xfrm>
            <a:custGeom>
              <a:rect b="b" l="l" r="r" t="t"/>
              <a:pathLst>
                <a:path extrusionOk="0" h="362" w="2614">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5"/>
            <p:cNvSpPr/>
            <p:nvPr/>
          </p:nvSpPr>
          <p:spPr>
            <a:xfrm>
              <a:off x="2488155" y="3851697"/>
              <a:ext cx="40954" cy="13676"/>
            </a:xfrm>
            <a:custGeom>
              <a:rect b="b" l="l" r="r" t="t"/>
              <a:pathLst>
                <a:path extrusionOk="0" h="361" w="1081">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5"/>
            <p:cNvSpPr/>
            <p:nvPr/>
          </p:nvSpPr>
          <p:spPr>
            <a:xfrm>
              <a:off x="2548847" y="3851659"/>
              <a:ext cx="175521" cy="13639"/>
            </a:xfrm>
            <a:custGeom>
              <a:rect b="b" l="l" r="r" t="t"/>
              <a:pathLst>
                <a:path extrusionOk="0" h="360" w="4633">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5"/>
            <p:cNvSpPr/>
            <p:nvPr/>
          </p:nvSpPr>
          <p:spPr>
            <a:xfrm>
              <a:off x="2488383" y="4097457"/>
              <a:ext cx="64367" cy="13639"/>
            </a:xfrm>
            <a:custGeom>
              <a:rect b="b" l="l" r="r" t="t"/>
              <a:pathLst>
                <a:path extrusionOk="0" h="360" w="1699">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5"/>
            <p:cNvSpPr/>
            <p:nvPr/>
          </p:nvSpPr>
          <p:spPr>
            <a:xfrm>
              <a:off x="2488420" y="4005548"/>
              <a:ext cx="71641" cy="13676"/>
            </a:xfrm>
            <a:custGeom>
              <a:rect b="b" l="l" r="r" t="t"/>
              <a:pathLst>
                <a:path extrusionOk="0" h="361" w="1891">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5"/>
            <p:cNvSpPr/>
            <p:nvPr/>
          </p:nvSpPr>
          <p:spPr>
            <a:xfrm>
              <a:off x="2488042" y="4035401"/>
              <a:ext cx="30384" cy="13676"/>
            </a:xfrm>
            <a:custGeom>
              <a:rect b="b" l="l" r="r" t="t"/>
              <a:pathLst>
                <a:path extrusionOk="0" h="361" w="802">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5"/>
            <p:cNvSpPr/>
            <p:nvPr/>
          </p:nvSpPr>
          <p:spPr>
            <a:xfrm>
              <a:off x="2488383" y="4066391"/>
              <a:ext cx="64367" cy="13676"/>
            </a:xfrm>
            <a:custGeom>
              <a:rect b="b" l="l" r="r" t="t"/>
              <a:pathLst>
                <a:path extrusionOk="0" h="361" w="1699">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5"/>
            <p:cNvSpPr/>
            <p:nvPr/>
          </p:nvSpPr>
          <p:spPr>
            <a:xfrm>
              <a:off x="2725050" y="3973952"/>
              <a:ext cx="56979" cy="56979"/>
            </a:xfrm>
            <a:custGeom>
              <a:rect b="b" l="l" r="r" t="t"/>
              <a:pathLst>
                <a:path extrusionOk="0" h="1504" w="1504">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5"/>
            <p:cNvSpPr/>
            <p:nvPr/>
          </p:nvSpPr>
          <p:spPr>
            <a:xfrm>
              <a:off x="2335706" y="3768463"/>
              <a:ext cx="476707" cy="399763"/>
            </a:xfrm>
            <a:custGeom>
              <a:rect b="b" l="l" r="r" t="t"/>
              <a:pathLst>
                <a:path extrusionOk="0" h="10552" w="12583">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 name="Google Shape;2603;p65"/>
          <p:cNvGrpSpPr/>
          <p:nvPr/>
        </p:nvGrpSpPr>
        <p:grpSpPr>
          <a:xfrm>
            <a:off x="3238564" y="4223268"/>
            <a:ext cx="450904" cy="320850"/>
            <a:chOff x="3158000" y="3798203"/>
            <a:chExt cx="478109" cy="340207"/>
          </a:xfrm>
        </p:grpSpPr>
        <p:sp>
          <p:nvSpPr>
            <p:cNvPr id="2604" name="Google Shape;2604;p65"/>
            <p:cNvSpPr/>
            <p:nvPr/>
          </p:nvSpPr>
          <p:spPr>
            <a:xfrm>
              <a:off x="3212100" y="3830557"/>
              <a:ext cx="368697" cy="229697"/>
            </a:xfrm>
            <a:custGeom>
              <a:rect b="b" l="l" r="r" t="t"/>
              <a:pathLst>
                <a:path extrusionOk="0" h="6063" w="9732">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5"/>
            <p:cNvSpPr/>
            <p:nvPr/>
          </p:nvSpPr>
          <p:spPr>
            <a:xfrm>
              <a:off x="3158000" y="3798203"/>
              <a:ext cx="478109" cy="340207"/>
            </a:xfrm>
            <a:custGeom>
              <a:rect b="b" l="l" r="r" t="t"/>
              <a:pathLst>
                <a:path extrusionOk="0" h="8980" w="1262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5"/>
            <p:cNvSpPr/>
            <p:nvPr/>
          </p:nvSpPr>
          <p:spPr>
            <a:xfrm>
              <a:off x="3249265" y="3898788"/>
              <a:ext cx="294253" cy="94447"/>
            </a:xfrm>
            <a:custGeom>
              <a:rect b="b" l="l" r="r" t="t"/>
              <a:pathLst>
                <a:path extrusionOk="0" h="2493" w="7767">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5"/>
            <p:cNvSpPr/>
            <p:nvPr/>
          </p:nvSpPr>
          <p:spPr>
            <a:xfrm>
              <a:off x="3276618" y="3926406"/>
              <a:ext cx="13714" cy="38984"/>
            </a:xfrm>
            <a:custGeom>
              <a:rect b="b" l="l" r="r" t="t"/>
              <a:pathLst>
                <a:path extrusionOk="0" h="1029" w="362">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5"/>
            <p:cNvSpPr/>
            <p:nvPr/>
          </p:nvSpPr>
          <p:spPr>
            <a:xfrm>
              <a:off x="3468164" y="3921405"/>
              <a:ext cx="51221" cy="49061"/>
            </a:xfrm>
            <a:custGeom>
              <a:rect b="b" l="l" r="r" t="t"/>
              <a:pathLst>
                <a:path extrusionOk="0" h="1295" w="1352">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65"/>
          <p:cNvGrpSpPr/>
          <p:nvPr/>
        </p:nvGrpSpPr>
        <p:grpSpPr>
          <a:xfrm>
            <a:off x="1746220" y="4159026"/>
            <a:ext cx="416783" cy="449547"/>
            <a:chOff x="1575695" y="3730086"/>
            <a:chExt cx="441929" cy="476669"/>
          </a:xfrm>
        </p:grpSpPr>
        <p:sp>
          <p:nvSpPr>
            <p:cNvPr id="2610" name="Google Shape;2610;p65"/>
            <p:cNvSpPr/>
            <p:nvPr/>
          </p:nvSpPr>
          <p:spPr>
            <a:xfrm>
              <a:off x="1692987" y="4155800"/>
              <a:ext cx="29247" cy="13639"/>
            </a:xfrm>
            <a:custGeom>
              <a:rect b="b" l="l" r="r" t="t"/>
              <a:pathLst>
                <a:path extrusionOk="0" h="360" w="772">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5"/>
            <p:cNvSpPr/>
            <p:nvPr/>
          </p:nvSpPr>
          <p:spPr>
            <a:xfrm>
              <a:off x="1575695" y="3730086"/>
              <a:ext cx="441929" cy="476669"/>
            </a:xfrm>
            <a:custGeom>
              <a:rect b="b" l="l" r="r" t="t"/>
              <a:pathLst>
                <a:path extrusionOk="0" h="12582" w="11665">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5"/>
            <p:cNvSpPr/>
            <p:nvPr/>
          </p:nvSpPr>
          <p:spPr>
            <a:xfrm>
              <a:off x="1605397" y="3773464"/>
              <a:ext cx="60881" cy="60843"/>
            </a:xfrm>
            <a:custGeom>
              <a:rect b="b" l="l" r="r" t="t"/>
              <a:pathLst>
                <a:path extrusionOk="0" h="1606" w="1607">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5"/>
            <p:cNvSpPr/>
            <p:nvPr/>
          </p:nvSpPr>
          <p:spPr>
            <a:xfrm>
              <a:off x="167737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5"/>
            <p:cNvSpPr/>
            <p:nvPr/>
          </p:nvSpPr>
          <p:spPr>
            <a:xfrm>
              <a:off x="174939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5"/>
            <p:cNvSpPr/>
            <p:nvPr/>
          </p:nvSpPr>
          <p:spPr>
            <a:xfrm>
              <a:off x="1605397"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5"/>
            <p:cNvSpPr/>
            <p:nvPr/>
          </p:nvSpPr>
          <p:spPr>
            <a:xfrm>
              <a:off x="167737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5"/>
            <p:cNvSpPr/>
            <p:nvPr/>
          </p:nvSpPr>
          <p:spPr>
            <a:xfrm>
              <a:off x="174939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65"/>
          <p:cNvGrpSpPr/>
          <p:nvPr/>
        </p:nvGrpSpPr>
        <p:grpSpPr>
          <a:xfrm>
            <a:off x="957656" y="4158919"/>
            <a:ext cx="399954" cy="449582"/>
            <a:chOff x="738702" y="3729972"/>
            <a:chExt cx="424085" cy="476707"/>
          </a:xfrm>
        </p:grpSpPr>
        <p:sp>
          <p:nvSpPr>
            <p:cNvPr id="2619" name="Google Shape;2619;p65"/>
            <p:cNvSpPr/>
            <p:nvPr/>
          </p:nvSpPr>
          <p:spPr>
            <a:xfrm>
              <a:off x="780072" y="3759825"/>
              <a:ext cx="342405" cy="74482"/>
            </a:xfrm>
            <a:custGeom>
              <a:rect b="b" l="l" r="r" t="t"/>
              <a:pathLst>
                <a:path extrusionOk="0" h="1966" w="9038">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5"/>
            <p:cNvSpPr/>
            <p:nvPr/>
          </p:nvSpPr>
          <p:spPr>
            <a:xfrm>
              <a:off x="818677" y="3786686"/>
              <a:ext cx="13714" cy="20799"/>
            </a:xfrm>
            <a:custGeom>
              <a:rect b="b" l="l" r="r" t="t"/>
              <a:pathLst>
                <a:path extrusionOk="0" h="549" w="362">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5"/>
            <p:cNvSpPr/>
            <p:nvPr/>
          </p:nvSpPr>
          <p:spPr>
            <a:xfrm>
              <a:off x="849705" y="3786686"/>
              <a:ext cx="13714" cy="20799"/>
            </a:xfrm>
            <a:custGeom>
              <a:rect b="b" l="l" r="r" t="t"/>
              <a:pathLst>
                <a:path extrusionOk="0" h="549" w="362">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5"/>
            <p:cNvSpPr/>
            <p:nvPr/>
          </p:nvSpPr>
          <p:spPr>
            <a:xfrm>
              <a:off x="879520" y="3786686"/>
              <a:ext cx="13676" cy="20799"/>
            </a:xfrm>
            <a:custGeom>
              <a:rect b="b" l="l" r="r" t="t"/>
              <a:pathLst>
                <a:path extrusionOk="0" h="549" w="361">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5"/>
            <p:cNvSpPr/>
            <p:nvPr/>
          </p:nvSpPr>
          <p:spPr>
            <a:xfrm>
              <a:off x="738702" y="3729972"/>
              <a:ext cx="424085" cy="476707"/>
            </a:xfrm>
            <a:custGeom>
              <a:rect b="b" l="l" r="r" t="t"/>
              <a:pathLst>
                <a:path extrusionOk="0" h="12583" w="11194">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5"/>
            <p:cNvSpPr/>
            <p:nvPr/>
          </p:nvSpPr>
          <p:spPr>
            <a:xfrm>
              <a:off x="779580" y="3880224"/>
              <a:ext cx="343465" cy="74520"/>
            </a:xfrm>
            <a:custGeom>
              <a:rect b="b" l="l" r="r" t="t"/>
              <a:pathLst>
                <a:path extrusionOk="0" h="1967" w="9066">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5"/>
            <p:cNvSpPr/>
            <p:nvPr/>
          </p:nvSpPr>
          <p:spPr>
            <a:xfrm>
              <a:off x="818677" y="3906781"/>
              <a:ext cx="13676" cy="20761"/>
            </a:xfrm>
            <a:custGeom>
              <a:rect b="b" l="l" r="r" t="t"/>
              <a:pathLst>
                <a:path extrusionOk="0" h="548" w="361">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5"/>
            <p:cNvSpPr/>
            <p:nvPr/>
          </p:nvSpPr>
          <p:spPr>
            <a:xfrm>
              <a:off x="849705" y="3906781"/>
              <a:ext cx="13676" cy="20761"/>
            </a:xfrm>
            <a:custGeom>
              <a:rect b="b" l="l" r="r" t="t"/>
              <a:pathLst>
                <a:path extrusionOk="0" h="548" w="361">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5"/>
            <p:cNvSpPr/>
            <p:nvPr/>
          </p:nvSpPr>
          <p:spPr>
            <a:xfrm>
              <a:off x="879520" y="3906781"/>
              <a:ext cx="13676" cy="20761"/>
            </a:xfrm>
            <a:custGeom>
              <a:rect b="b" l="l" r="r" t="t"/>
              <a:pathLst>
                <a:path extrusionOk="0" h="548" w="361">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5"/>
            <p:cNvSpPr/>
            <p:nvPr/>
          </p:nvSpPr>
          <p:spPr>
            <a:xfrm>
              <a:off x="780072" y="4000660"/>
              <a:ext cx="342443" cy="74482"/>
            </a:xfrm>
            <a:custGeom>
              <a:rect b="b" l="l" r="r" t="t"/>
              <a:pathLst>
                <a:path extrusionOk="0" h="1966" w="9039">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5"/>
            <p:cNvSpPr/>
            <p:nvPr/>
          </p:nvSpPr>
          <p:spPr>
            <a:xfrm>
              <a:off x="818677" y="4026915"/>
              <a:ext cx="13714" cy="20799"/>
            </a:xfrm>
            <a:custGeom>
              <a:rect b="b" l="l" r="r" t="t"/>
              <a:pathLst>
                <a:path extrusionOk="0" h="549" w="362">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5"/>
            <p:cNvSpPr/>
            <p:nvPr/>
          </p:nvSpPr>
          <p:spPr>
            <a:xfrm>
              <a:off x="849705" y="4026915"/>
              <a:ext cx="13676" cy="20799"/>
            </a:xfrm>
            <a:custGeom>
              <a:rect b="b" l="l" r="r" t="t"/>
              <a:pathLst>
                <a:path extrusionOk="0" h="549" w="361">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5"/>
            <p:cNvSpPr/>
            <p:nvPr/>
          </p:nvSpPr>
          <p:spPr>
            <a:xfrm>
              <a:off x="879444" y="4026915"/>
              <a:ext cx="13752" cy="20799"/>
            </a:xfrm>
            <a:custGeom>
              <a:rect b="b" l="l" r="r" t="t"/>
              <a:pathLst>
                <a:path extrusionOk="0" h="549" w="363">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65"/>
          <p:cNvGrpSpPr/>
          <p:nvPr/>
        </p:nvGrpSpPr>
        <p:grpSpPr>
          <a:xfrm>
            <a:off x="7759076" y="3435900"/>
            <a:ext cx="452298" cy="429824"/>
            <a:chOff x="7951248" y="2963331"/>
            <a:chExt cx="479586" cy="455757"/>
          </a:xfrm>
        </p:grpSpPr>
        <p:sp>
          <p:nvSpPr>
            <p:cNvPr id="2633" name="Google Shape;2633;p65"/>
            <p:cNvSpPr/>
            <p:nvPr/>
          </p:nvSpPr>
          <p:spPr>
            <a:xfrm>
              <a:off x="7951248" y="2963331"/>
              <a:ext cx="479586" cy="455757"/>
            </a:xfrm>
            <a:custGeom>
              <a:rect b="b" l="l" r="r" t="t"/>
              <a:pathLst>
                <a:path extrusionOk="0" h="12030" w="12659">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5"/>
            <p:cNvSpPr/>
            <p:nvPr/>
          </p:nvSpPr>
          <p:spPr>
            <a:xfrm>
              <a:off x="8015387" y="3029819"/>
              <a:ext cx="352596" cy="322780"/>
            </a:xfrm>
            <a:custGeom>
              <a:rect b="b" l="l" r="r" t="t"/>
              <a:pathLst>
                <a:path extrusionOk="0" h="8520" w="9307">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5"/>
            <p:cNvSpPr/>
            <p:nvPr/>
          </p:nvSpPr>
          <p:spPr>
            <a:xfrm>
              <a:off x="8222505" y="3136731"/>
              <a:ext cx="54365" cy="54403"/>
            </a:xfrm>
            <a:custGeom>
              <a:rect b="b" l="l" r="r" t="t"/>
              <a:pathLst>
                <a:path extrusionOk="0" h="1436" w="1435">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5"/>
            <p:cNvSpPr/>
            <p:nvPr/>
          </p:nvSpPr>
          <p:spPr>
            <a:xfrm>
              <a:off x="8078731" y="3108090"/>
              <a:ext cx="227196" cy="212232"/>
            </a:xfrm>
            <a:custGeom>
              <a:rect b="b" l="l" r="r" t="t"/>
              <a:pathLst>
                <a:path extrusionOk="0" h="5602" w="5997">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65"/>
          <p:cNvGrpSpPr/>
          <p:nvPr/>
        </p:nvGrpSpPr>
        <p:grpSpPr>
          <a:xfrm>
            <a:off x="7015834" y="3427254"/>
            <a:ext cx="449654" cy="447188"/>
            <a:chOff x="7163164" y="2954163"/>
            <a:chExt cx="476783" cy="474169"/>
          </a:xfrm>
        </p:grpSpPr>
        <p:sp>
          <p:nvSpPr>
            <p:cNvPr id="2638" name="Google Shape;2638;p65"/>
            <p:cNvSpPr/>
            <p:nvPr/>
          </p:nvSpPr>
          <p:spPr>
            <a:xfrm>
              <a:off x="7368046" y="3217274"/>
              <a:ext cx="271901" cy="211057"/>
            </a:xfrm>
            <a:custGeom>
              <a:rect b="b" l="l" r="r" t="t"/>
              <a:pathLst>
                <a:path extrusionOk="0" h="5571" w="7177">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5"/>
            <p:cNvSpPr/>
            <p:nvPr/>
          </p:nvSpPr>
          <p:spPr>
            <a:xfrm>
              <a:off x="7163164" y="2954163"/>
              <a:ext cx="271939" cy="211019"/>
            </a:xfrm>
            <a:custGeom>
              <a:rect b="b" l="l" r="r" t="t"/>
              <a:pathLst>
                <a:path extrusionOk="0" h="5570" w="7178">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5"/>
            <p:cNvSpPr/>
            <p:nvPr/>
          </p:nvSpPr>
          <p:spPr>
            <a:xfrm>
              <a:off x="7472154" y="3049671"/>
              <a:ext cx="125361" cy="137977"/>
            </a:xfrm>
            <a:custGeom>
              <a:rect b="b" l="l" r="r" t="t"/>
              <a:pathLst>
                <a:path extrusionOk="0" h="3642" w="3309">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5"/>
            <p:cNvSpPr/>
            <p:nvPr/>
          </p:nvSpPr>
          <p:spPr>
            <a:xfrm>
              <a:off x="7203247" y="3194733"/>
              <a:ext cx="125248" cy="138015"/>
            </a:xfrm>
            <a:custGeom>
              <a:rect b="b" l="l" r="r" t="t"/>
              <a:pathLst>
                <a:path extrusionOk="0" h="3643" w="3306">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65"/>
          <p:cNvGrpSpPr/>
          <p:nvPr/>
        </p:nvGrpSpPr>
        <p:grpSpPr>
          <a:xfrm>
            <a:off x="6327258" y="3426003"/>
            <a:ext cx="320778" cy="449547"/>
            <a:chOff x="6433044" y="2952837"/>
            <a:chExt cx="340132" cy="476669"/>
          </a:xfrm>
        </p:grpSpPr>
        <p:sp>
          <p:nvSpPr>
            <p:cNvPr id="2643" name="Google Shape;2643;p65"/>
            <p:cNvSpPr/>
            <p:nvPr/>
          </p:nvSpPr>
          <p:spPr>
            <a:xfrm>
              <a:off x="6433044" y="2952837"/>
              <a:ext cx="340132" cy="476669"/>
            </a:xfrm>
            <a:custGeom>
              <a:rect b="b" l="l" r="r" t="t"/>
              <a:pathLst>
                <a:path extrusionOk="0" h="12582" w="8978">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5"/>
            <p:cNvSpPr/>
            <p:nvPr/>
          </p:nvSpPr>
          <p:spPr>
            <a:xfrm>
              <a:off x="6498472"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5"/>
            <p:cNvSpPr/>
            <p:nvPr/>
          </p:nvSpPr>
          <p:spPr>
            <a:xfrm>
              <a:off x="6498472" y="3331498"/>
              <a:ext cx="25534" cy="13676"/>
            </a:xfrm>
            <a:custGeom>
              <a:rect b="b" l="l" r="r" t="t"/>
              <a:pathLst>
                <a:path extrusionOk="0" h="361" w="674">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5"/>
            <p:cNvSpPr/>
            <p:nvPr/>
          </p:nvSpPr>
          <p:spPr>
            <a:xfrm>
              <a:off x="6498472" y="3356312"/>
              <a:ext cx="25534" cy="13676"/>
            </a:xfrm>
            <a:custGeom>
              <a:rect b="b" l="l" r="r" t="t"/>
              <a:pathLst>
                <a:path extrusionOk="0" h="361" w="674">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5"/>
            <p:cNvSpPr/>
            <p:nvPr/>
          </p:nvSpPr>
          <p:spPr>
            <a:xfrm>
              <a:off x="6589585" y="3305395"/>
              <a:ext cx="25534" cy="13676"/>
            </a:xfrm>
            <a:custGeom>
              <a:rect b="b" l="l" r="r" t="t"/>
              <a:pathLst>
                <a:path extrusionOk="0" h="361" w="674">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5"/>
            <p:cNvSpPr/>
            <p:nvPr/>
          </p:nvSpPr>
          <p:spPr>
            <a:xfrm>
              <a:off x="6589585" y="3331498"/>
              <a:ext cx="25534" cy="13676"/>
            </a:xfrm>
            <a:custGeom>
              <a:rect b="b" l="l" r="r" t="t"/>
              <a:pathLst>
                <a:path extrusionOk="0" h="361" w="674">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5"/>
            <p:cNvSpPr/>
            <p:nvPr/>
          </p:nvSpPr>
          <p:spPr>
            <a:xfrm>
              <a:off x="6589585" y="3356312"/>
              <a:ext cx="25534" cy="13676"/>
            </a:xfrm>
            <a:custGeom>
              <a:rect b="b" l="l" r="r" t="t"/>
              <a:pathLst>
                <a:path extrusionOk="0" h="361" w="674">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5"/>
            <p:cNvSpPr/>
            <p:nvPr/>
          </p:nvSpPr>
          <p:spPr>
            <a:xfrm>
              <a:off x="6472786" y="3076986"/>
              <a:ext cx="259436" cy="319030"/>
            </a:xfrm>
            <a:custGeom>
              <a:rect b="b" l="l" r="r" t="t"/>
              <a:pathLst>
                <a:path extrusionOk="0" h="8421" w="6848">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5"/>
            <p:cNvSpPr/>
            <p:nvPr/>
          </p:nvSpPr>
          <p:spPr>
            <a:xfrm>
              <a:off x="6681987"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5"/>
            <p:cNvSpPr/>
            <p:nvPr/>
          </p:nvSpPr>
          <p:spPr>
            <a:xfrm>
              <a:off x="6681949" y="3331422"/>
              <a:ext cx="25572" cy="13676"/>
            </a:xfrm>
            <a:custGeom>
              <a:rect b="b" l="l" r="r" t="t"/>
              <a:pathLst>
                <a:path extrusionOk="0" h="361" w="675">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5"/>
            <p:cNvSpPr/>
            <p:nvPr/>
          </p:nvSpPr>
          <p:spPr>
            <a:xfrm>
              <a:off x="6681949" y="3356312"/>
              <a:ext cx="25572" cy="13676"/>
            </a:xfrm>
            <a:custGeom>
              <a:rect b="b" l="l" r="r" t="t"/>
              <a:pathLst>
                <a:path extrusionOk="0" h="361" w="675">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65"/>
          <p:cNvGrpSpPr/>
          <p:nvPr/>
        </p:nvGrpSpPr>
        <p:grpSpPr>
          <a:xfrm>
            <a:off x="5498337" y="3433613"/>
            <a:ext cx="449618" cy="434397"/>
            <a:chOff x="5554112" y="2960907"/>
            <a:chExt cx="476745" cy="460606"/>
          </a:xfrm>
        </p:grpSpPr>
        <p:sp>
          <p:nvSpPr>
            <p:cNvPr id="2655" name="Google Shape;2655;p65"/>
            <p:cNvSpPr/>
            <p:nvPr/>
          </p:nvSpPr>
          <p:spPr>
            <a:xfrm>
              <a:off x="5824611" y="3184390"/>
              <a:ext cx="168853" cy="93159"/>
            </a:xfrm>
            <a:custGeom>
              <a:rect b="b" l="l" r="r" t="t"/>
              <a:pathLst>
                <a:path extrusionOk="0" h="2459" w="4457">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5"/>
            <p:cNvSpPr/>
            <p:nvPr/>
          </p:nvSpPr>
          <p:spPr>
            <a:xfrm>
              <a:off x="5554112" y="2960907"/>
              <a:ext cx="476745" cy="460606"/>
            </a:xfrm>
            <a:custGeom>
              <a:rect b="b" l="l" r="r" t="t"/>
              <a:pathLst>
                <a:path extrusionOk="0" h="12158" w="12584">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5"/>
            <p:cNvSpPr/>
            <p:nvPr/>
          </p:nvSpPr>
          <p:spPr>
            <a:xfrm>
              <a:off x="5670533" y="3077630"/>
              <a:ext cx="227689" cy="13676"/>
            </a:xfrm>
            <a:custGeom>
              <a:rect b="b" l="l" r="r" t="t"/>
              <a:pathLst>
                <a:path extrusionOk="0" h="361" w="601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5"/>
            <p:cNvSpPr/>
            <p:nvPr/>
          </p:nvSpPr>
          <p:spPr>
            <a:xfrm>
              <a:off x="5670457" y="3107408"/>
              <a:ext cx="291449" cy="13676"/>
            </a:xfrm>
            <a:custGeom>
              <a:rect b="b" l="l" r="r" t="t"/>
              <a:pathLst>
                <a:path extrusionOk="0" h="361" w="7693">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5"/>
            <p:cNvSpPr/>
            <p:nvPr/>
          </p:nvSpPr>
          <p:spPr>
            <a:xfrm>
              <a:off x="5670533" y="3138474"/>
              <a:ext cx="291374" cy="13676"/>
            </a:xfrm>
            <a:custGeom>
              <a:rect b="b" l="l" r="r" t="t"/>
              <a:pathLst>
                <a:path extrusionOk="0" h="361" w="7691">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5"/>
            <p:cNvSpPr/>
            <p:nvPr/>
          </p:nvSpPr>
          <p:spPr>
            <a:xfrm>
              <a:off x="5638444" y="3184390"/>
              <a:ext cx="168891" cy="93159"/>
            </a:xfrm>
            <a:custGeom>
              <a:rect b="b" l="l" r="r" t="t"/>
              <a:pathLst>
                <a:path extrusionOk="0" h="2459" w="4458">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5"/>
            <p:cNvSpPr/>
            <p:nvPr/>
          </p:nvSpPr>
          <p:spPr>
            <a:xfrm>
              <a:off x="5707963" y="3205454"/>
              <a:ext cx="31634" cy="50917"/>
            </a:xfrm>
            <a:custGeom>
              <a:rect b="b" l="l" r="r" t="t"/>
              <a:pathLst>
                <a:path extrusionOk="0" h="1344" w="835">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5"/>
            <p:cNvSpPr/>
            <p:nvPr/>
          </p:nvSpPr>
          <p:spPr>
            <a:xfrm>
              <a:off x="5746152" y="3205492"/>
              <a:ext cx="40575" cy="51637"/>
            </a:xfrm>
            <a:custGeom>
              <a:rect b="b" l="l" r="r" t="t"/>
              <a:pathLst>
                <a:path extrusionOk="0" h="1363" w="1071">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5"/>
            <p:cNvSpPr/>
            <p:nvPr/>
          </p:nvSpPr>
          <p:spPr>
            <a:xfrm>
              <a:off x="5660304" y="3206060"/>
              <a:ext cx="39363" cy="51561"/>
            </a:xfrm>
            <a:custGeom>
              <a:rect b="b" l="l" r="r" t="t"/>
              <a:pathLst>
                <a:path extrusionOk="0" h="1361" w="1039">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5"/>
            <p:cNvSpPr/>
            <p:nvPr/>
          </p:nvSpPr>
          <p:spPr>
            <a:xfrm>
              <a:off x="5861890" y="3205530"/>
              <a:ext cx="39741" cy="51486"/>
            </a:xfrm>
            <a:custGeom>
              <a:rect b="b" l="l" r="r" t="t"/>
              <a:pathLst>
                <a:path extrusionOk="0" h="1359" w="1049">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5"/>
            <p:cNvSpPr/>
            <p:nvPr/>
          </p:nvSpPr>
          <p:spPr>
            <a:xfrm>
              <a:off x="5911103" y="3205454"/>
              <a:ext cx="51637" cy="51599"/>
            </a:xfrm>
            <a:custGeom>
              <a:rect b="b" l="l" r="r" t="t"/>
              <a:pathLst>
                <a:path extrusionOk="0" h="1362" w="1363">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65"/>
          <p:cNvGrpSpPr/>
          <p:nvPr/>
        </p:nvGrpSpPr>
        <p:grpSpPr>
          <a:xfrm>
            <a:off x="2514562" y="3425967"/>
            <a:ext cx="346575" cy="449475"/>
            <a:chOff x="2390336" y="2952799"/>
            <a:chExt cx="367485" cy="476593"/>
          </a:xfrm>
        </p:grpSpPr>
        <p:sp>
          <p:nvSpPr>
            <p:cNvPr id="2667" name="Google Shape;2667;p65"/>
            <p:cNvSpPr/>
            <p:nvPr/>
          </p:nvSpPr>
          <p:spPr>
            <a:xfrm>
              <a:off x="2390336" y="2952799"/>
              <a:ext cx="367485" cy="476593"/>
            </a:xfrm>
            <a:custGeom>
              <a:rect b="b" l="l" r="r" t="t"/>
              <a:pathLst>
                <a:path extrusionOk="0" h="12580" w="970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5"/>
            <p:cNvSpPr/>
            <p:nvPr/>
          </p:nvSpPr>
          <p:spPr>
            <a:xfrm>
              <a:off x="2466523" y="3234209"/>
              <a:ext cx="65958" cy="76641"/>
            </a:xfrm>
            <a:custGeom>
              <a:rect b="b" l="l" r="r" t="t"/>
              <a:pathLst>
                <a:path extrusionOk="0" h="2023" w="1741">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5"/>
            <p:cNvSpPr/>
            <p:nvPr/>
          </p:nvSpPr>
          <p:spPr>
            <a:xfrm>
              <a:off x="2586353" y="3234209"/>
              <a:ext cx="65958" cy="76717"/>
            </a:xfrm>
            <a:custGeom>
              <a:rect b="b" l="l" r="r" t="t"/>
              <a:pathLst>
                <a:path extrusionOk="0" h="2025" w="1741">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5"/>
            <p:cNvSpPr/>
            <p:nvPr/>
          </p:nvSpPr>
          <p:spPr>
            <a:xfrm>
              <a:off x="2418939" y="3234626"/>
              <a:ext cx="35953" cy="75088"/>
            </a:xfrm>
            <a:custGeom>
              <a:rect b="b" l="l" r="r" t="t"/>
              <a:pathLst>
                <a:path extrusionOk="0" h="1982" w="949">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5"/>
            <p:cNvSpPr/>
            <p:nvPr/>
          </p:nvSpPr>
          <p:spPr>
            <a:xfrm>
              <a:off x="2528238" y="3233754"/>
              <a:ext cx="60351" cy="76603"/>
            </a:xfrm>
            <a:custGeom>
              <a:rect b="b" l="l" r="r" t="t"/>
              <a:pathLst>
                <a:path extrusionOk="0" h="2022" w="1593">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65"/>
          <p:cNvGrpSpPr/>
          <p:nvPr/>
        </p:nvGrpSpPr>
        <p:grpSpPr>
          <a:xfrm>
            <a:off x="3941538" y="3462876"/>
            <a:ext cx="449832" cy="375837"/>
            <a:chOff x="3903387" y="2991934"/>
            <a:chExt cx="476972" cy="398512"/>
          </a:xfrm>
        </p:grpSpPr>
        <p:sp>
          <p:nvSpPr>
            <p:cNvPr id="2673" name="Google Shape;2673;p65"/>
            <p:cNvSpPr/>
            <p:nvPr/>
          </p:nvSpPr>
          <p:spPr>
            <a:xfrm>
              <a:off x="4087281" y="3050353"/>
              <a:ext cx="182530" cy="64594"/>
            </a:xfrm>
            <a:custGeom>
              <a:rect b="b" l="l" r="r" t="t"/>
              <a:pathLst>
                <a:path extrusionOk="0" h="1705" w="4818">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5"/>
            <p:cNvSpPr/>
            <p:nvPr/>
          </p:nvSpPr>
          <p:spPr>
            <a:xfrm>
              <a:off x="3979271" y="3050353"/>
              <a:ext cx="91947" cy="157753"/>
            </a:xfrm>
            <a:custGeom>
              <a:rect b="b" l="l" r="r" t="t"/>
              <a:pathLst>
                <a:path extrusionOk="0" h="4164" w="2427">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5"/>
            <p:cNvSpPr/>
            <p:nvPr/>
          </p:nvSpPr>
          <p:spPr>
            <a:xfrm>
              <a:off x="4088001" y="3132260"/>
              <a:ext cx="121497" cy="13676"/>
            </a:xfrm>
            <a:custGeom>
              <a:rect b="b" l="l" r="r" t="t"/>
              <a:pathLst>
                <a:path extrusionOk="0" h="361" w="3207">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5"/>
            <p:cNvSpPr/>
            <p:nvPr/>
          </p:nvSpPr>
          <p:spPr>
            <a:xfrm>
              <a:off x="4088001" y="3163250"/>
              <a:ext cx="121497" cy="13714"/>
            </a:xfrm>
            <a:custGeom>
              <a:rect b="b" l="l" r="r" t="t"/>
              <a:pathLst>
                <a:path extrusionOk="0" h="362" w="3207">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5"/>
            <p:cNvSpPr/>
            <p:nvPr/>
          </p:nvSpPr>
          <p:spPr>
            <a:xfrm>
              <a:off x="4087433" y="3194278"/>
              <a:ext cx="75959" cy="13714"/>
            </a:xfrm>
            <a:custGeom>
              <a:rect b="b" l="l" r="r" t="t"/>
              <a:pathLst>
                <a:path extrusionOk="0" h="362" w="2005">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5"/>
            <p:cNvSpPr/>
            <p:nvPr/>
          </p:nvSpPr>
          <p:spPr>
            <a:xfrm>
              <a:off x="3903387" y="2991934"/>
              <a:ext cx="476972" cy="398512"/>
            </a:xfrm>
            <a:custGeom>
              <a:rect b="b" l="l" r="r" t="t"/>
              <a:pathLst>
                <a:path extrusionOk="0" h="10519" w="1259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5"/>
            <p:cNvSpPr/>
            <p:nvPr/>
          </p:nvSpPr>
          <p:spPr>
            <a:xfrm>
              <a:off x="4252346" y="3168213"/>
              <a:ext cx="105585" cy="60919"/>
            </a:xfrm>
            <a:custGeom>
              <a:rect b="b" l="l" r="r" t="t"/>
              <a:pathLst>
                <a:path extrusionOk="0" h="1608" w="2787">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5"/>
            <p:cNvSpPr/>
            <p:nvPr/>
          </p:nvSpPr>
          <p:spPr>
            <a:xfrm>
              <a:off x="4253407" y="3243983"/>
              <a:ext cx="103881" cy="13639"/>
            </a:xfrm>
            <a:custGeom>
              <a:rect b="b" l="l" r="r" t="t"/>
              <a:pathLst>
                <a:path extrusionOk="0" h="360" w="2742">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5"/>
            <p:cNvSpPr/>
            <p:nvPr/>
          </p:nvSpPr>
          <p:spPr>
            <a:xfrm>
              <a:off x="4253407" y="3271223"/>
              <a:ext cx="103615" cy="13714"/>
            </a:xfrm>
            <a:custGeom>
              <a:rect b="b" l="l" r="r" t="t"/>
              <a:pathLst>
                <a:path extrusionOk="0" h="362" w="2735">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5"/>
            <p:cNvSpPr/>
            <p:nvPr/>
          </p:nvSpPr>
          <p:spPr>
            <a:xfrm>
              <a:off x="4252952" y="3299788"/>
              <a:ext cx="65768" cy="13714"/>
            </a:xfrm>
            <a:custGeom>
              <a:rect b="b" l="l" r="r" t="t"/>
              <a:pathLst>
                <a:path extrusionOk="0" h="362" w="1736">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 name="Google Shape;2683;p65"/>
          <p:cNvGrpSpPr/>
          <p:nvPr/>
        </p:nvGrpSpPr>
        <p:grpSpPr>
          <a:xfrm>
            <a:off x="4839345" y="3426003"/>
            <a:ext cx="249355" cy="449547"/>
            <a:chOff x="4855362" y="2952837"/>
            <a:chExt cx="264399" cy="476669"/>
          </a:xfrm>
        </p:grpSpPr>
        <p:sp>
          <p:nvSpPr>
            <p:cNvPr id="2684" name="Google Shape;2684;p65"/>
            <p:cNvSpPr/>
            <p:nvPr/>
          </p:nvSpPr>
          <p:spPr>
            <a:xfrm>
              <a:off x="4972464" y="3378665"/>
              <a:ext cx="29247" cy="13676"/>
            </a:xfrm>
            <a:custGeom>
              <a:rect b="b" l="l" r="r" t="t"/>
              <a:pathLst>
                <a:path extrusionOk="0" h="361" w="772">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5"/>
            <p:cNvSpPr/>
            <p:nvPr/>
          </p:nvSpPr>
          <p:spPr>
            <a:xfrm>
              <a:off x="4855362" y="2952837"/>
              <a:ext cx="264399" cy="476669"/>
            </a:xfrm>
            <a:custGeom>
              <a:rect b="b" l="l" r="r" t="t"/>
              <a:pathLst>
                <a:path extrusionOk="0" h="12582" w="6979">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5"/>
            <p:cNvSpPr/>
            <p:nvPr/>
          </p:nvSpPr>
          <p:spPr>
            <a:xfrm>
              <a:off x="4882752" y="3132147"/>
              <a:ext cx="109412" cy="139871"/>
            </a:xfrm>
            <a:custGeom>
              <a:rect b="b" l="l" r="r" t="t"/>
              <a:pathLst>
                <a:path extrusionOk="0" h="3692" w="2888">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5"/>
            <p:cNvSpPr/>
            <p:nvPr/>
          </p:nvSpPr>
          <p:spPr>
            <a:xfrm>
              <a:off x="4907946" y="3156469"/>
              <a:ext cx="59176" cy="59176"/>
            </a:xfrm>
            <a:custGeom>
              <a:rect b="b" l="l" r="r" t="t"/>
              <a:pathLst>
                <a:path extrusionOk="0" h="1562" w="1562">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8" name="Google Shape;2688;p65"/>
          <p:cNvGrpSpPr/>
          <p:nvPr/>
        </p:nvGrpSpPr>
        <p:grpSpPr>
          <a:xfrm>
            <a:off x="932842" y="3451800"/>
            <a:ext cx="449582" cy="398061"/>
            <a:chOff x="713167" y="2980190"/>
            <a:chExt cx="476707" cy="422077"/>
          </a:xfrm>
        </p:grpSpPr>
        <p:sp>
          <p:nvSpPr>
            <p:cNvPr id="2689" name="Google Shape;2689;p65"/>
            <p:cNvSpPr/>
            <p:nvPr/>
          </p:nvSpPr>
          <p:spPr>
            <a:xfrm>
              <a:off x="816176" y="3244514"/>
              <a:ext cx="270650" cy="54744"/>
            </a:xfrm>
            <a:custGeom>
              <a:rect b="b" l="l" r="r" t="t"/>
              <a:pathLst>
                <a:path extrusionOk="0" h="1445" w="7144">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5"/>
            <p:cNvSpPr/>
            <p:nvPr/>
          </p:nvSpPr>
          <p:spPr>
            <a:xfrm>
              <a:off x="816176" y="3314033"/>
              <a:ext cx="270650" cy="54706"/>
            </a:xfrm>
            <a:custGeom>
              <a:rect b="b" l="l" r="r" t="t"/>
              <a:pathLst>
                <a:path extrusionOk="0" h="1444" w="7144">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5"/>
            <p:cNvSpPr/>
            <p:nvPr/>
          </p:nvSpPr>
          <p:spPr>
            <a:xfrm>
              <a:off x="942030" y="3170411"/>
              <a:ext cx="18677" cy="18677"/>
            </a:xfrm>
            <a:custGeom>
              <a:rect b="b" l="l" r="r" t="t"/>
              <a:pathLst>
                <a:path extrusionOk="0" h="493" w="493">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5"/>
            <p:cNvSpPr/>
            <p:nvPr/>
          </p:nvSpPr>
          <p:spPr>
            <a:xfrm>
              <a:off x="896872" y="3073804"/>
              <a:ext cx="109260" cy="154647"/>
            </a:xfrm>
            <a:custGeom>
              <a:rect b="b" l="l" r="r" t="t"/>
              <a:pathLst>
                <a:path extrusionOk="0" h="4082" w="2884">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5"/>
            <p:cNvSpPr/>
            <p:nvPr/>
          </p:nvSpPr>
          <p:spPr>
            <a:xfrm>
              <a:off x="713167" y="2980190"/>
              <a:ext cx="476707" cy="422077"/>
            </a:xfrm>
            <a:custGeom>
              <a:rect b="b" l="l" r="r" t="t"/>
              <a:pathLst>
                <a:path extrusionOk="0" h="11141" w="12583">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5"/>
            <p:cNvSpPr/>
            <p:nvPr/>
          </p:nvSpPr>
          <p:spPr>
            <a:xfrm>
              <a:off x="762152" y="3007770"/>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5"/>
            <p:cNvSpPr/>
            <p:nvPr/>
          </p:nvSpPr>
          <p:spPr>
            <a:xfrm>
              <a:off x="797878" y="3007770"/>
              <a:ext cx="18677" cy="18677"/>
            </a:xfrm>
            <a:custGeom>
              <a:rect b="b" l="l" r="r" t="t"/>
              <a:pathLst>
                <a:path extrusionOk="0" h="493" w="493">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5"/>
            <p:cNvSpPr/>
            <p:nvPr/>
          </p:nvSpPr>
          <p:spPr>
            <a:xfrm>
              <a:off x="833641" y="3007770"/>
              <a:ext cx="18677" cy="18677"/>
            </a:xfrm>
            <a:custGeom>
              <a:rect b="b" l="l" r="r" t="t"/>
              <a:pathLst>
                <a:path extrusionOk="0" h="493" w="493">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7" name="Google Shape;2697;p65"/>
          <p:cNvGrpSpPr/>
          <p:nvPr/>
        </p:nvGrpSpPr>
        <p:grpSpPr>
          <a:xfrm>
            <a:off x="3239189" y="3464126"/>
            <a:ext cx="449654" cy="373443"/>
            <a:chOff x="3158720" y="2993260"/>
            <a:chExt cx="476783" cy="395974"/>
          </a:xfrm>
        </p:grpSpPr>
        <p:sp>
          <p:nvSpPr>
            <p:cNvPr id="2698" name="Google Shape;2698;p65"/>
            <p:cNvSpPr/>
            <p:nvPr/>
          </p:nvSpPr>
          <p:spPr>
            <a:xfrm>
              <a:off x="3158720" y="2993260"/>
              <a:ext cx="476783" cy="395974"/>
            </a:xfrm>
            <a:custGeom>
              <a:rect b="b" l="l" r="r" t="t"/>
              <a:pathLst>
                <a:path extrusionOk="0" h="10452" w="12585">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5"/>
            <p:cNvSpPr/>
            <p:nvPr/>
          </p:nvSpPr>
          <p:spPr>
            <a:xfrm>
              <a:off x="3216987" y="3063954"/>
              <a:ext cx="122975" cy="173816"/>
            </a:xfrm>
            <a:custGeom>
              <a:rect b="b" l="l" r="r" t="t"/>
              <a:pathLst>
                <a:path extrusionOk="0" h="4588" w="3246">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5"/>
            <p:cNvSpPr/>
            <p:nvPr/>
          </p:nvSpPr>
          <p:spPr>
            <a:xfrm>
              <a:off x="3254569" y="3104945"/>
              <a:ext cx="52206" cy="91947"/>
            </a:xfrm>
            <a:custGeom>
              <a:rect b="b" l="l" r="r" t="t"/>
              <a:pathLst>
                <a:path extrusionOk="0" h="2427" w="1378">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5"/>
            <p:cNvSpPr/>
            <p:nvPr/>
          </p:nvSpPr>
          <p:spPr>
            <a:xfrm>
              <a:off x="3353903" y="3063499"/>
              <a:ext cx="51486" cy="58646"/>
            </a:xfrm>
            <a:custGeom>
              <a:rect b="b" l="l" r="r" t="t"/>
              <a:pathLst>
                <a:path extrusionOk="0" h="1548" w="1359">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5"/>
            <p:cNvSpPr/>
            <p:nvPr/>
          </p:nvSpPr>
          <p:spPr>
            <a:xfrm>
              <a:off x="3413117" y="3065242"/>
              <a:ext cx="43757" cy="57320"/>
            </a:xfrm>
            <a:custGeom>
              <a:rect b="b" l="l" r="r" t="t"/>
              <a:pathLst>
                <a:path extrusionOk="0" h="1513" w="1155">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5"/>
            <p:cNvSpPr/>
            <p:nvPr/>
          </p:nvSpPr>
          <p:spPr>
            <a:xfrm>
              <a:off x="3462141" y="3063916"/>
              <a:ext cx="44666" cy="58608"/>
            </a:xfrm>
            <a:custGeom>
              <a:rect b="b" l="l" r="r" t="t"/>
              <a:pathLst>
                <a:path extrusionOk="0" h="1547" w="1179">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5"/>
            <p:cNvSpPr/>
            <p:nvPr/>
          </p:nvSpPr>
          <p:spPr>
            <a:xfrm>
              <a:off x="3354017" y="3138474"/>
              <a:ext cx="223143" cy="13714"/>
            </a:xfrm>
            <a:custGeom>
              <a:rect b="b" l="l" r="r" t="t"/>
              <a:pathLst>
                <a:path extrusionOk="0" h="362" w="589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5"/>
            <p:cNvSpPr/>
            <p:nvPr/>
          </p:nvSpPr>
          <p:spPr>
            <a:xfrm>
              <a:off x="3354017" y="3167001"/>
              <a:ext cx="223143" cy="13639"/>
            </a:xfrm>
            <a:custGeom>
              <a:rect b="b" l="l" r="r" t="t"/>
              <a:pathLst>
                <a:path extrusionOk="0" h="360" w="589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5"/>
            <p:cNvSpPr/>
            <p:nvPr/>
          </p:nvSpPr>
          <p:spPr>
            <a:xfrm>
              <a:off x="3354017" y="3195528"/>
              <a:ext cx="223143" cy="13752"/>
            </a:xfrm>
            <a:custGeom>
              <a:rect b="b" l="l" r="r" t="t"/>
              <a:pathLst>
                <a:path extrusionOk="0" h="363" w="589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5"/>
            <p:cNvSpPr/>
            <p:nvPr/>
          </p:nvSpPr>
          <p:spPr>
            <a:xfrm>
              <a:off x="3354017" y="3224132"/>
              <a:ext cx="223143" cy="13639"/>
            </a:xfrm>
            <a:custGeom>
              <a:rect b="b" l="l" r="r" t="t"/>
              <a:pathLst>
                <a:path extrusionOk="0" h="360" w="589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 name="Google Shape;2708;p65"/>
          <p:cNvGrpSpPr/>
          <p:nvPr/>
        </p:nvGrpSpPr>
        <p:grpSpPr>
          <a:xfrm>
            <a:off x="1729838" y="3464019"/>
            <a:ext cx="449547" cy="373479"/>
            <a:chOff x="1558268" y="2993147"/>
            <a:chExt cx="476669" cy="396012"/>
          </a:xfrm>
        </p:grpSpPr>
        <p:sp>
          <p:nvSpPr>
            <p:cNvPr id="2709" name="Google Shape;2709;p65"/>
            <p:cNvSpPr/>
            <p:nvPr/>
          </p:nvSpPr>
          <p:spPr>
            <a:xfrm>
              <a:off x="1819220" y="3109908"/>
              <a:ext cx="25345" cy="13676"/>
            </a:xfrm>
            <a:custGeom>
              <a:rect b="b" l="l" r="r" t="t"/>
              <a:pathLst>
                <a:path extrusionOk="0" h="361" w="669">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5"/>
            <p:cNvSpPr/>
            <p:nvPr/>
          </p:nvSpPr>
          <p:spPr>
            <a:xfrm>
              <a:off x="1859870" y="3109908"/>
              <a:ext cx="54403" cy="13676"/>
            </a:xfrm>
            <a:custGeom>
              <a:rect b="b" l="l" r="r" t="t"/>
              <a:pathLst>
                <a:path extrusionOk="0" h="361" w="1436">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5"/>
            <p:cNvSpPr/>
            <p:nvPr/>
          </p:nvSpPr>
          <p:spPr>
            <a:xfrm>
              <a:off x="1819220" y="3139686"/>
              <a:ext cx="25345" cy="13714"/>
            </a:xfrm>
            <a:custGeom>
              <a:rect b="b" l="l" r="r" t="t"/>
              <a:pathLst>
                <a:path extrusionOk="0" h="362" w="669">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5"/>
            <p:cNvSpPr/>
            <p:nvPr/>
          </p:nvSpPr>
          <p:spPr>
            <a:xfrm>
              <a:off x="1859870" y="3139686"/>
              <a:ext cx="54403" cy="13714"/>
            </a:xfrm>
            <a:custGeom>
              <a:rect b="b" l="l" r="r" t="t"/>
              <a:pathLst>
                <a:path extrusionOk="0" h="362" w="1436">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5"/>
            <p:cNvSpPr/>
            <p:nvPr/>
          </p:nvSpPr>
          <p:spPr>
            <a:xfrm>
              <a:off x="1819220" y="3170714"/>
              <a:ext cx="25345" cy="13714"/>
            </a:xfrm>
            <a:custGeom>
              <a:rect b="b" l="l" r="r" t="t"/>
              <a:pathLst>
                <a:path extrusionOk="0" h="362" w="669">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5"/>
            <p:cNvSpPr/>
            <p:nvPr/>
          </p:nvSpPr>
          <p:spPr>
            <a:xfrm>
              <a:off x="1881124" y="3170714"/>
              <a:ext cx="91606" cy="13714"/>
            </a:xfrm>
            <a:custGeom>
              <a:rect b="b" l="l" r="r" t="t"/>
              <a:pathLst>
                <a:path extrusionOk="0" h="362" w="2418">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5"/>
            <p:cNvSpPr/>
            <p:nvPr/>
          </p:nvSpPr>
          <p:spPr>
            <a:xfrm>
              <a:off x="1819220" y="3201742"/>
              <a:ext cx="25345" cy="13676"/>
            </a:xfrm>
            <a:custGeom>
              <a:rect b="b" l="l" r="r" t="t"/>
              <a:pathLst>
                <a:path extrusionOk="0" h="361" w="669">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5"/>
            <p:cNvSpPr/>
            <p:nvPr/>
          </p:nvSpPr>
          <p:spPr>
            <a:xfrm>
              <a:off x="1877108" y="3201742"/>
              <a:ext cx="56032" cy="13714"/>
            </a:xfrm>
            <a:custGeom>
              <a:rect b="b" l="l" r="r" t="t"/>
              <a:pathLst>
                <a:path extrusionOk="0" h="362" w="1479">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5"/>
            <p:cNvSpPr/>
            <p:nvPr/>
          </p:nvSpPr>
          <p:spPr>
            <a:xfrm>
              <a:off x="1819220" y="3231519"/>
              <a:ext cx="25383" cy="13714"/>
            </a:xfrm>
            <a:custGeom>
              <a:rect b="b" l="l" r="r" t="t"/>
              <a:pathLst>
                <a:path extrusionOk="0" h="362" w="67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5"/>
            <p:cNvSpPr/>
            <p:nvPr/>
          </p:nvSpPr>
          <p:spPr>
            <a:xfrm>
              <a:off x="1859605" y="3231519"/>
              <a:ext cx="26633" cy="13714"/>
            </a:xfrm>
            <a:custGeom>
              <a:rect b="b" l="l" r="r" t="t"/>
              <a:pathLst>
                <a:path extrusionOk="0" h="362" w="703">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5"/>
            <p:cNvSpPr/>
            <p:nvPr/>
          </p:nvSpPr>
          <p:spPr>
            <a:xfrm>
              <a:off x="1901089" y="3231557"/>
              <a:ext cx="71868" cy="13676"/>
            </a:xfrm>
            <a:custGeom>
              <a:rect b="b" l="l" r="r" t="t"/>
              <a:pathLst>
                <a:path extrusionOk="0" h="361" w="1897">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5"/>
            <p:cNvSpPr/>
            <p:nvPr/>
          </p:nvSpPr>
          <p:spPr>
            <a:xfrm>
              <a:off x="1558268" y="2993147"/>
              <a:ext cx="476669" cy="396012"/>
            </a:xfrm>
            <a:custGeom>
              <a:rect b="b" l="l" r="r" t="t"/>
              <a:pathLst>
                <a:path extrusionOk="0" h="10453" w="12582">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5"/>
            <p:cNvSpPr/>
            <p:nvPr/>
          </p:nvSpPr>
          <p:spPr>
            <a:xfrm>
              <a:off x="1636425" y="3185527"/>
              <a:ext cx="50614" cy="58078"/>
            </a:xfrm>
            <a:custGeom>
              <a:rect b="b" l="l" r="r" t="t"/>
              <a:pathLst>
                <a:path extrusionOk="0" h="1533" w="1336">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5"/>
            <p:cNvSpPr/>
            <p:nvPr/>
          </p:nvSpPr>
          <p:spPr>
            <a:xfrm>
              <a:off x="1740684" y="3186701"/>
              <a:ext cx="13714" cy="56600"/>
            </a:xfrm>
            <a:custGeom>
              <a:rect b="b" l="l" r="r" t="t"/>
              <a:pathLst>
                <a:path extrusionOk="0" h="1494" w="362">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5"/>
            <p:cNvSpPr/>
            <p:nvPr/>
          </p:nvSpPr>
          <p:spPr>
            <a:xfrm>
              <a:off x="1694768" y="3185603"/>
              <a:ext cx="37961" cy="57888"/>
            </a:xfrm>
            <a:custGeom>
              <a:rect b="b" l="l" r="r" t="t"/>
              <a:pathLst>
                <a:path extrusionOk="0" h="1528" w="1002">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5"/>
            <p:cNvSpPr/>
            <p:nvPr/>
          </p:nvSpPr>
          <p:spPr>
            <a:xfrm>
              <a:off x="1684387" y="3110931"/>
              <a:ext cx="36332" cy="65352"/>
            </a:xfrm>
            <a:custGeom>
              <a:rect b="b" l="l" r="r" t="t"/>
              <a:pathLst>
                <a:path extrusionOk="0" h="1725" w="959">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5"/>
            <p:cNvSpPr/>
            <p:nvPr/>
          </p:nvSpPr>
          <p:spPr>
            <a:xfrm>
              <a:off x="1726742" y="3113470"/>
              <a:ext cx="29020" cy="60351"/>
            </a:xfrm>
            <a:custGeom>
              <a:rect b="b" l="l" r="r" t="t"/>
              <a:pathLst>
                <a:path extrusionOk="0" h="1593" w="766">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5"/>
            <p:cNvSpPr/>
            <p:nvPr/>
          </p:nvSpPr>
          <p:spPr>
            <a:xfrm>
              <a:off x="1647449" y="3113470"/>
              <a:ext cx="29020" cy="60351"/>
            </a:xfrm>
            <a:custGeom>
              <a:rect b="b" l="l" r="r" t="t"/>
              <a:pathLst>
                <a:path extrusionOk="0" h="1593" w="766">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7" name="Google Shape;2727;p65"/>
          <p:cNvGrpSpPr/>
          <p:nvPr/>
        </p:nvGrpSpPr>
        <p:grpSpPr>
          <a:xfrm>
            <a:off x="7760505" y="2705592"/>
            <a:ext cx="449725" cy="443580"/>
            <a:chOff x="7952763" y="2188962"/>
            <a:chExt cx="476858" cy="470342"/>
          </a:xfrm>
        </p:grpSpPr>
        <p:sp>
          <p:nvSpPr>
            <p:cNvPr id="2728" name="Google Shape;2728;p65"/>
            <p:cNvSpPr/>
            <p:nvPr/>
          </p:nvSpPr>
          <p:spPr>
            <a:xfrm>
              <a:off x="8005764" y="2378804"/>
              <a:ext cx="42696" cy="91341"/>
            </a:xfrm>
            <a:custGeom>
              <a:rect b="b" l="l" r="r" t="t"/>
              <a:pathLst>
                <a:path extrusionOk="0" h="2411" w="1127">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5"/>
            <p:cNvSpPr/>
            <p:nvPr/>
          </p:nvSpPr>
          <p:spPr>
            <a:xfrm>
              <a:off x="8067631" y="2393768"/>
              <a:ext cx="36067" cy="13676"/>
            </a:xfrm>
            <a:custGeom>
              <a:rect b="b" l="l" r="r" t="t"/>
              <a:pathLst>
                <a:path extrusionOk="0" h="361" w="952">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5"/>
            <p:cNvSpPr/>
            <p:nvPr/>
          </p:nvSpPr>
          <p:spPr>
            <a:xfrm>
              <a:off x="8066797" y="2541482"/>
              <a:ext cx="182378" cy="13714"/>
            </a:xfrm>
            <a:custGeom>
              <a:rect b="b" l="l" r="r" t="t"/>
              <a:pathLst>
                <a:path extrusionOk="0" h="362" w="4814">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5"/>
            <p:cNvSpPr/>
            <p:nvPr/>
          </p:nvSpPr>
          <p:spPr>
            <a:xfrm>
              <a:off x="8067631" y="2453361"/>
              <a:ext cx="36067" cy="13639"/>
            </a:xfrm>
            <a:custGeom>
              <a:rect b="b" l="l" r="r" t="t"/>
              <a:pathLst>
                <a:path extrusionOk="0" h="360" w="952">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5"/>
            <p:cNvSpPr/>
            <p:nvPr/>
          </p:nvSpPr>
          <p:spPr>
            <a:xfrm>
              <a:off x="8067631" y="2483139"/>
              <a:ext cx="36067" cy="13639"/>
            </a:xfrm>
            <a:custGeom>
              <a:rect b="b" l="l" r="r" t="t"/>
              <a:pathLst>
                <a:path extrusionOk="0" h="360" w="952">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5"/>
            <p:cNvSpPr/>
            <p:nvPr/>
          </p:nvSpPr>
          <p:spPr>
            <a:xfrm>
              <a:off x="8068047" y="2511704"/>
              <a:ext cx="78952" cy="13639"/>
            </a:xfrm>
            <a:custGeom>
              <a:rect b="b" l="l" r="r" t="t"/>
              <a:pathLst>
                <a:path extrusionOk="0" h="360" w="2084">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5"/>
            <p:cNvSpPr/>
            <p:nvPr/>
          </p:nvSpPr>
          <p:spPr>
            <a:xfrm>
              <a:off x="8066797" y="2423546"/>
              <a:ext cx="182378" cy="13676"/>
            </a:xfrm>
            <a:custGeom>
              <a:rect b="b" l="l" r="r" t="t"/>
              <a:pathLst>
                <a:path extrusionOk="0" h="361" w="4814">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5"/>
            <p:cNvSpPr/>
            <p:nvPr/>
          </p:nvSpPr>
          <p:spPr>
            <a:xfrm>
              <a:off x="8006068" y="2602855"/>
              <a:ext cx="13752" cy="32467"/>
            </a:xfrm>
            <a:custGeom>
              <a:rect b="b" l="l" r="r" t="t"/>
              <a:pathLst>
                <a:path extrusionOk="0" h="857" w="363">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5"/>
            <p:cNvSpPr/>
            <p:nvPr/>
          </p:nvSpPr>
          <p:spPr>
            <a:xfrm>
              <a:off x="7952763" y="2188962"/>
              <a:ext cx="476858" cy="470342"/>
            </a:xfrm>
            <a:custGeom>
              <a:rect b="b" l="l" r="r" t="t"/>
              <a:pathLst>
                <a:path extrusionOk="0" h="12415" w="12587">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7" name="Google Shape;2737;p65"/>
            <p:cNvGrpSpPr/>
            <p:nvPr/>
          </p:nvGrpSpPr>
          <p:grpSpPr>
            <a:xfrm>
              <a:off x="8122678" y="2237985"/>
              <a:ext cx="259550" cy="316340"/>
              <a:chOff x="8122678" y="2237985"/>
              <a:chExt cx="259550" cy="316340"/>
            </a:xfrm>
          </p:grpSpPr>
          <p:sp>
            <p:nvSpPr>
              <p:cNvPr id="2738" name="Google Shape;2738;p65"/>
              <p:cNvSpPr/>
              <p:nvPr/>
            </p:nvSpPr>
            <p:spPr>
              <a:xfrm>
                <a:off x="8276529" y="2462908"/>
                <a:ext cx="42696" cy="91417"/>
              </a:xfrm>
              <a:custGeom>
                <a:rect b="b" l="l" r="r" t="t"/>
                <a:pathLst>
                  <a:path extrusionOk="0" h="2413" w="1127">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5"/>
              <p:cNvSpPr/>
              <p:nvPr/>
            </p:nvSpPr>
            <p:spPr>
              <a:xfrm>
                <a:off x="8166397" y="2511704"/>
                <a:ext cx="35991" cy="13639"/>
              </a:xfrm>
              <a:custGeom>
                <a:rect b="b" l="l" r="r" t="t"/>
                <a:pathLst>
                  <a:path extrusionOk="0" h="360" w="95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5"/>
              <p:cNvSpPr/>
              <p:nvPr/>
            </p:nvSpPr>
            <p:spPr>
              <a:xfrm>
                <a:off x="8122678" y="2453361"/>
                <a:ext cx="36067" cy="13639"/>
              </a:xfrm>
              <a:custGeom>
                <a:rect b="b" l="l" r="r" t="t"/>
                <a:pathLst>
                  <a:path extrusionOk="0" h="360" w="952">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5"/>
              <p:cNvSpPr/>
              <p:nvPr/>
            </p:nvSpPr>
            <p:spPr>
              <a:xfrm>
                <a:off x="8172496" y="2453285"/>
                <a:ext cx="75505" cy="13676"/>
              </a:xfrm>
              <a:custGeom>
                <a:rect b="b" l="l" r="r" t="t"/>
                <a:pathLst>
                  <a:path extrusionOk="0" h="361" w="1993">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5"/>
              <p:cNvSpPr/>
              <p:nvPr/>
            </p:nvSpPr>
            <p:spPr>
              <a:xfrm>
                <a:off x="8124155" y="2393730"/>
                <a:ext cx="164459" cy="13676"/>
              </a:xfrm>
              <a:custGeom>
                <a:rect b="b" l="l" r="r" t="t"/>
                <a:pathLst>
                  <a:path extrusionOk="0" h="361" w="4341">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5"/>
              <p:cNvSpPr/>
              <p:nvPr/>
            </p:nvSpPr>
            <p:spPr>
              <a:xfrm>
                <a:off x="8282325" y="2237985"/>
                <a:ext cx="99903" cy="97289"/>
              </a:xfrm>
              <a:custGeom>
                <a:rect b="b" l="l" r="r" t="t"/>
                <a:pathLst>
                  <a:path extrusionOk="0" h="2568" w="2637">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44" name="Google Shape;2744;p65"/>
          <p:cNvGrpSpPr/>
          <p:nvPr/>
        </p:nvGrpSpPr>
        <p:grpSpPr>
          <a:xfrm>
            <a:off x="7016227" y="2702591"/>
            <a:ext cx="448796" cy="449654"/>
            <a:chOff x="7163581" y="2185780"/>
            <a:chExt cx="475873" cy="476783"/>
          </a:xfrm>
        </p:grpSpPr>
        <p:sp>
          <p:nvSpPr>
            <p:cNvPr id="2745" name="Google Shape;2745;p65"/>
            <p:cNvSpPr/>
            <p:nvPr/>
          </p:nvSpPr>
          <p:spPr>
            <a:xfrm>
              <a:off x="7163581" y="2185780"/>
              <a:ext cx="475873" cy="476783"/>
            </a:xfrm>
            <a:custGeom>
              <a:rect b="b" l="l" r="r" t="t"/>
              <a:pathLst>
                <a:path extrusionOk="0" h="12585" w="12561">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5"/>
            <p:cNvSpPr/>
            <p:nvPr/>
          </p:nvSpPr>
          <p:spPr>
            <a:xfrm>
              <a:off x="7368690" y="2397216"/>
              <a:ext cx="154571" cy="142485"/>
            </a:xfrm>
            <a:custGeom>
              <a:rect b="b" l="l" r="r" t="t"/>
              <a:pathLst>
                <a:path extrusionOk="0" h="3761" w="408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65"/>
          <p:cNvGrpSpPr/>
          <p:nvPr/>
        </p:nvGrpSpPr>
        <p:grpSpPr>
          <a:xfrm>
            <a:off x="6262910" y="2728423"/>
            <a:ext cx="449618" cy="398025"/>
            <a:chOff x="6364814" y="2213170"/>
            <a:chExt cx="476745" cy="422039"/>
          </a:xfrm>
        </p:grpSpPr>
        <p:sp>
          <p:nvSpPr>
            <p:cNvPr id="2748" name="Google Shape;2748;p65"/>
            <p:cNvSpPr/>
            <p:nvPr/>
          </p:nvSpPr>
          <p:spPr>
            <a:xfrm>
              <a:off x="6398380" y="2574404"/>
              <a:ext cx="185106" cy="13639"/>
            </a:xfrm>
            <a:custGeom>
              <a:rect b="b" l="l" r="r" t="t"/>
              <a:pathLst>
                <a:path extrusionOk="0" h="360" w="4886">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5"/>
            <p:cNvSpPr/>
            <p:nvPr/>
          </p:nvSpPr>
          <p:spPr>
            <a:xfrm>
              <a:off x="6398380" y="2482457"/>
              <a:ext cx="185523" cy="13714"/>
            </a:xfrm>
            <a:custGeom>
              <a:rect b="b" l="l" r="r" t="t"/>
              <a:pathLst>
                <a:path extrusionOk="0" h="362" w="4897">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5"/>
            <p:cNvSpPr/>
            <p:nvPr/>
          </p:nvSpPr>
          <p:spPr>
            <a:xfrm>
              <a:off x="6512224" y="2513523"/>
              <a:ext cx="75543" cy="13714"/>
            </a:xfrm>
            <a:custGeom>
              <a:rect b="b" l="l" r="r" t="t"/>
              <a:pathLst>
                <a:path extrusionOk="0" h="362" w="1994">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5"/>
            <p:cNvSpPr/>
            <p:nvPr/>
          </p:nvSpPr>
          <p:spPr>
            <a:xfrm>
              <a:off x="6399478" y="2513523"/>
              <a:ext cx="94637" cy="13714"/>
            </a:xfrm>
            <a:custGeom>
              <a:rect b="b" l="l" r="r" t="t"/>
              <a:pathLst>
                <a:path extrusionOk="0" h="362" w="2498">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5"/>
            <p:cNvSpPr/>
            <p:nvPr/>
          </p:nvSpPr>
          <p:spPr>
            <a:xfrm>
              <a:off x="6398380" y="2543338"/>
              <a:ext cx="185106" cy="13676"/>
            </a:xfrm>
            <a:custGeom>
              <a:rect b="b" l="l" r="r" t="t"/>
              <a:pathLst>
                <a:path extrusionOk="0" h="361" w="4886">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5"/>
            <p:cNvSpPr/>
            <p:nvPr/>
          </p:nvSpPr>
          <p:spPr>
            <a:xfrm>
              <a:off x="6616787" y="2482533"/>
              <a:ext cx="190675" cy="13639"/>
            </a:xfrm>
            <a:custGeom>
              <a:rect b="b" l="l" r="r" t="t"/>
              <a:pathLst>
                <a:path extrusionOk="0" h="360" w="5033">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5"/>
            <p:cNvSpPr/>
            <p:nvPr/>
          </p:nvSpPr>
          <p:spPr>
            <a:xfrm>
              <a:off x="6616787" y="2513523"/>
              <a:ext cx="190675" cy="13676"/>
            </a:xfrm>
            <a:custGeom>
              <a:rect b="b" l="l" r="r" t="t"/>
              <a:pathLst>
                <a:path extrusionOk="0" h="361" w="5033">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5"/>
            <p:cNvSpPr/>
            <p:nvPr/>
          </p:nvSpPr>
          <p:spPr>
            <a:xfrm>
              <a:off x="6616787" y="2543338"/>
              <a:ext cx="191054" cy="13676"/>
            </a:xfrm>
            <a:custGeom>
              <a:rect b="b" l="l" r="r" t="t"/>
              <a:pathLst>
                <a:path extrusionOk="0" h="361" w="5043">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5"/>
            <p:cNvSpPr/>
            <p:nvPr/>
          </p:nvSpPr>
          <p:spPr>
            <a:xfrm>
              <a:off x="6684866" y="2574404"/>
              <a:ext cx="121194" cy="13639"/>
            </a:xfrm>
            <a:custGeom>
              <a:rect b="b" l="l" r="r" t="t"/>
              <a:pathLst>
                <a:path extrusionOk="0" h="360" w="3199">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5"/>
            <p:cNvSpPr/>
            <p:nvPr/>
          </p:nvSpPr>
          <p:spPr>
            <a:xfrm>
              <a:off x="6617810" y="2574404"/>
              <a:ext cx="48644" cy="13639"/>
            </a:xfrm>
            <a:custGeom>
              <a:rect b="b" l="l" r="r" t="t"/>
              <a:pathLst>
                <a:path extrusionOk="0" h="360" w="1284">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5"/>
            <p:cNvSpPr/>
            <p:nvPr/>
          </p:nvSpPr>
          <p:spPr>
            <a:xfrm>
              <a:off x="6466421" y="2350655"/>
              <a:ext cx="85090" cy="78422"/>
            </a:xfrm>
            <a:custGeom>
              <a:rect b="b" l="l" r="r" t="t"/>
              <a:pathLst>
                <a:path extrusionOk="0" h="2070" w="2246">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5"/>
            <p:cNvSpPr/>
            <p:nvPr/>
          </p:nvSpPr>
          <p:spPr>
            <a:xfrm>
              <a:off x="6560414" y="2350655"/>
              <a:ext cx="85052" cy="78422"/>
            </a:xfrm>
            <a:custGeom>
              <a:rect b="b" l="l" r="r" t="t"/>
              <a:pathLst>
                <a:path extrusionOk="0" h="2070" w="2245">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5"/>
            <p:cNvSpPr/>
            <p:nvPr/>
          </p:nvSpPr>
          <p:spPr>
            <a:xfrm>
              <a:off x="6654331" y="2350655"/>
              <a:ext cx="85090" cy="78422"/>
            </a:xfrm>
            <a:custGeom>
              <a:rect b="b" l="l" r="r" t="t"/>
              <a:pathLst>
                <a:path extrusionOk="0" h="2070" w="2246">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5"/>
            <p:cNvSpPr/>
            <p:nvPr/>
          </p:nvSpPr>
          <p:spPr>
            <a:xfrm>
              <a:off x="6398304" y="2321105"/>
              <a:ext cx="408438" cy="137901"/>
            </a:xfrm>
            <a:custGeom>
              <a:rect b="b" l="l" r="r" t="t"/>
              <a:pathLst>
                <a:path extrusionOk="0" h="3640" w="10781">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5"/>
            <p:cNvSpPr/>
            <p:nvPr/>
          </p:nvSpPr>
          <p:spPr>
            <a:xfrm>
              <a:off x="6364814" y="2213170"/>
              <a:ext cx="476745" cy="422039"/>
            </a:xfrm>
            <a:custGeom>
              <a:rect b="b" l="l" r="r" t="t"/>
              <a:pathLst>
                <a:path extrusionOk="0" h="11140" w="12584">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5"/>
            <p:cNvSpPr/>
            <p:nvPr/>
          </p:nvSpPr>
          <p:spPr>
            <a:xfrm>
              <a:off x="6413761" y="2240713"/>
              <a:ext cx="18677" cy="18715"/>
            </a:xfrm>
            <a:custGeom>
              <a:rect b="b" l="l" r="r" t="t"/>
              <a:pathLst>
                <a:path extrusionOk="0" h="494" w="493">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5"/>
            <p:cNvSpPr/>
            <p:nvPr/>
          </p:nvSpPr>
          <p:spPr>
            <a:xfrm>
              <a:off x="6448388" y="2240675"/>
              <a:ext cx="20913" cy="18753"/>
            </a:xfrm>
            <a:custGeom>
              <a:rect b="b" l="l" r="r" t="t"/>
              <a:pathLst>
                <a:path extrusionOk="0" h="495" w="552">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5"/>
            <p:cNvSpPr/>
            <p:nvPr/>
          </p:nvSpPr>
          <p:spPr>
            <a:xfrm>
              <a:off x="6485212" y="2240713"/>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65"/>
          <p:cNvGrpSpPr/>
          <p:nvPr/>
        </p:nvGrpSpPr>
        <p:grpSpPr>
          <a:xfrm>
            <a:off x="5492013" y="2748289"/>
            <a:ext cx="462159" cy="358258"/>
            <a:chOff x="5547407" y="2234234"/>
            <a:chExt cx="490042" cy="379873"/>
          </a:xfrm>
        </p:grpSpPr>
        <p:sp>
          <p:nvSpPr>
            <p:cNvPr id="2767" name="Google Shape;2767;p65"/>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5"/>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5"/>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5"/>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5"/>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5"/>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5"/>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5"/>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5"/>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5"/>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5"/>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5"/>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5"/>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5"/>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5"/>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5"/>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5"/>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5"/>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65"/>
          <p:cNvGrpSpPr/>
          <p:nvPr/>
        </p:nvGrpSpPr>
        <p:grpSpPr>
          <a:xfrm>
            <a:off x="4739267" y="2728423"/>
            <a:ext cx="449547" cy="398061"/>
            <a:chOff x="4749246" y="2213170"/>
            <a:chExt cx="476669" cy="422077"/>
          </a:xfrm>
        </p:grpSpPr>
        <p:sp>
          <p:nvSpPr>
            <p:cNvPr id="2786" name="Google Shape;2786;p65"/>
            <p:cNvSpPr/>
            <p:nvPr/>
          </p:nvSpPr>
          <p:spPr>
            <a:xfrm>
              <a:off x="4797208" y="2239841"/>
              <a:ext cx="20572" cy="18753"/>
            </a:xfrm>
            <a:custGeom>
              <a:rect b="b" l="l" r="r" t="t"/>
              <a:pathLst>
                <a:path extrusionOk="0" h="495" w="543">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5"/>
            <p:cNvSpPr/>
            <p:nvPr/>
          </p:nvSpPr>
          <p:spPr>
            <a:xfrm>
              <a:off x="4832668" y="2239841"/>
              <a:ext cx="21253" cy="18753"/>
            </a:xfrm>
            <a:custGeom>
              <a:rect b="b" l="l" r="r" t="t"/>
              <a:pathLst>
                <a:path extrusionOk="0" h="495" w="561">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5"/>
            <p:cNvSpPr/>
            <p:nvPr/>
          </p:nvSpPr>
          <p:spPr>
            <a:xfrm>
              <a:off x="4869682" y="2239879"/>
              <a:ext cx="18677" cy="18715"/>
            </a:xfrm>
            <a:custGeom>
              <a:rect b="b" l="l" r="r" t="t"/>
              <a:pathLst>
                <a:path extrusionOk="0" h="494" w="493">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5"/>
            <p:cNvSpPr/>
            <p:nvPr/>
          </p:nvSpPr>
          <p:spPr>
            <a:xfrm>
              <a:off x="4749246" y="2213170"/>
              <a:ext cx="476669" cy="422077"/>
            </a:xfrm>
            <a:custGeom>
              <a:rect b="b" l="l" r="r" t="t"/>
              <a:pathLst>
                <a:path extrusionOk="0" h="11141" w="12582">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5"/>
            <p:cNvSpPr/>
            <p:nvPr/>
          </p:nvSpPr>
          <p:spPr>
            <a:xfrm>
              <a:off x="4791866" y="2317392"/>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5"/>
            <p:cNvSpPr/>
            <p:nvPr/>
          </p:nvSpPr>
          <p:spPr>
            <a:xfrm>
              <a:off x="4835586" y="2317392"/>
              <a:ext cx="57509" cy="13676"/>
            </a:xfrm>
            <a:custGeom>
              <a:rect b="b" l="l" r="r" t="t"/>
              <a:pathLst>
                <a:path extrusionOk="0" h="361" w="1518">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5"/>
            <p:cNvSpPr/>
            <p:nvPr/>
          </p:nvSpPr>
          <p:spPr>
            <a:xfrm>
              <a:off x="4791866" y="2350920"/>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5"/>
            <p:cNvSpPr/>
            <p:nvPr/>
          </p:nvSpPr>
          <p:spPr>
            <a:xfrm>
              <a:off x="4835586" y="2350920"/>
              <a:ext cx="57509" cy="13676"/>
            </a:xfrm>
            <a:custGeom>
              <a:rect b="b" l="l" r="r" t="t"/>
              <a:pathLst>
                <a:path extrusionOk="0" h="361" w="1518">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5"/>
            <p:cNvSpPr/>
            <p:nvPr/>
          </p:nvSpPr>
          <p:spPr>
            <a:xfrm>
              <a:off x="4791791" y="2384448"/>
              <a:ext cx="26179" cy="13676"/>
            </a:xfrm>
            <a:custGeom>
              <a:rect b="b" l="l" r="r" t="t"/>
              <a:pathLst>
                <a:path extrusionOk="0" h="361" w="691">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5"/>
            <p:cNvSpPr/>
            <p:nvPr/>
          </p:nvSpPr>
          <p:spPr>
            <a:xfrm>
              <a:off x="4858241" y="2384411"/>
              <a:ext cx="113996" cy="13676"/>
            </a:xfrm>
            <a:custGeom>
              <a:rect b="b" l="l" r="r" t="t"/>
              <a:pathLst>
                <a:path extrusionOk="0" h="361" w="3009">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5"/>
            <p:cNvSpPr/>
            <p:nvPr/>
          </p:nvSpPr>
          <p:spPr>
            <a:xfrm>
              <a:off x="4791866" y="2417939"/>
              <a:ext cx="26103" cy="13676"/>
            </a:xfrm>
            <a:custGeom>
              <a:rect b="b" l="l" r="r" t="t"/>
              <a:pathLst>
                <a:path extrusionOk="0" h="361" w="689">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5"/>
            <p:cNvSpPr/>
            <p:nvPr/>
          </p:nvSpPr>
          <p:spPr>
            <a:xfrm>
              <a:off x="4854073" y="2417939"/>
              <a:ext cx="59290" cy="13676"/>
            </a:xfrm>
            <a:custGeom>
              <a:rect b="b" l="l" r="r" t="t"/>
              <a:pathLst>
                <a:path extrusionOk="0" h="361" w="1565">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5"/>
            <p:cNvSpPr/>
            <p:nvPr/>
          </p:nvSpPr>
          <p:spPr>
            <a:xfrm>
              <a:off x="4791866" y="2451467"/>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5"/>
            <p:cNvSpPr/>
            <p:nvPr/>
          </p:nvSpPr>
          <p:spPr>
            <a:xfrm>
              <a:off x="4835245" y="2451467"/>
              <a:ext cx="27505" cy="13676"/>
            </a:xfrm>
            <a:custGeom>
              <a:rect b="b" l="l" r="r" t="t"/>
              <a:pathLst>
                <a:path extrusionOk="0" h="361" w="726">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5"/>
            <p:cNvSpPr/>
            <p:nvPr/>
          </p:nvSpPr>
          <p:spPr>
            <a:xfrm>
              <a:off x="4879797" y="2451467"/>
              <a:ext cx="60768" cy="13676"/>
            </a:xfrm>
            <a:custGeom>
              <a:rect b="b" l="l" r="r" t="t"/>
              <a:pathLst>
                <a:path extrusionOk="0" h="361" w="1604">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5"/>
            <p:cNvSpPr/>
            <p:nvPr/>
          </p:nvSpPr>
          <p:spPr>
            <a:xfrm>
              <a:off x="4791791" y="2482533"/>
              <a:ext cx="26179" cy="13639"/>
            </a:xfrm>
            <a:custGeom>
              <a:rect b="b" l="l" r="r" t="t"/>
              <a:pathLst>
                <a:path extrusionOk="0" h="360" w="691">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5"/>
            <p:cNvSpPr/>
            <p:nvPr/>
          </p:nvSpPr>
          <p:spPr>
            <a:xfrm>
              <a:off x="4857407" y="2482533"/>
              <a:ext cx="35915" cy="13639"/>
            </a:xfrm>
            <a:custGeom>
              <a:rect b="b" l="l" r="r" t="t"/>
              <a:pathLst>
                <a:path extrusionOk="0" h="360" w="948">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5"/>
            <p:cNvSpPr/>
            <p:nvPr/>
          </p:nvSpPr>
          <p:spPr>
            <a:xfrm>
              <a:off x="4791866" y="2515985"/>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5"/>
            <p:cNvSpPr/>
            <p:nvPr/>
          </p:nvSpPr>
          <p:spPr>
            <a:xfrm>
              <a:off x="4836192" y="2516023"/>
              <a:ext cx="110889" cy="13676"/>
            </a:xfrm>
            <a:custGeom>
              <a:rect b="b" l="l" r="r" t="t"/>
              <a:pathLst>
                <a:path extrusionOk="0" h="361" w="2927">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5"/>
            <p:cNvSpPr/>
            <p:nvPr/>
          </p:nvSpPr>
          <p:spPr>
            <a:xfrm>
              <a:off x="4791866" y="2549513"/>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5"/>
            <p:cNvSpPr/>
            <p:nvPr/>
          </p:nvSpPr>
          <p:spPr>
            <a:xfrm>
              <a:off x="4858317" y="2549513"/>
              <a:ext cx="113920" cy="13676"/>
            </a:xfrm>
            <a:custGeom>
              <a:rect b="b" l="l" r="r" t="t"/>
              <a:pathLst>
                <a:path extrusionOk="0" h="361" w="3007">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5"/>
            <p:cNvSpPr/>
            <p:nvPr/>
          </p:nvSpPr>
          <p:spPr>
            <a:xfrm>
              <a:off x="4791866" y="2583042"/>
              <a:ext cx="26103" cy="13676"/>
            </a:xfrm>
            <a:custGeom>
              <a:rect b="b" l="l" r="r" t="t"/>
              <a:pathLst>
                <a:path extrusionOk="0" h="361" w="689">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5"/>
            <p:cNvSpPr/>
            <p:nvPr/>
          </p:nvSpPr>
          <p:spPr>
            <a:xfrm>
              <a:off x="4854073" y="2583042"/>
              <a:ext cx="59555" cy="13676"/>
            </a:xfrm>
            <a:custGeom>
              <a:rect b="b" l="l" r="r" t="t"/>
              <a:pathLst>
                <a:path extrusionOk="0" h="361" w="1572">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5"/>
            <p:cNvSpPr/>
            <p:nvPr/>
          </p:nvSpPr>
          <p:spPr>
            <a:xfrm>
              <a:off x="4957424" y="2376190"/>
              <a:ext cx="226173" cy="218407"/>
            </a:xfrm>
            <a:custGeom>
              <a:rect b="b" l="l" r="r" t="t"/>
              <a:pathLst>
                <a:path extrusionOk="0" h="5765" w="597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5"/>
            <p:cNvSpPr/>
            <p:nvPr/>
          </p:nvSpPr>
          <p:spPr>
            <a:xfrm>
              <a:off x="5100174" y="2478858"/>
              <a:ext cx="18677" cy="18715"/>
            </a:xfrm>
            <a:custGeom>
              <a:rect b="b" l="l" r="r" t="t"/>
              <a:pathLst>
                <a:path extrusionOk="0" h="494" w="493">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5"/>
            <p:cNvSpPr/>
            <p:nvPr/>
          </p:nvSpPr>
          <p:spPr>
            <a:xfrm>
              <a:off x="5086346" y="2528411"/>
              <a:ext cx="21291" cy="18677"/>
            </a:xfrm>
            <a:custGeom>
              <a:rect b="b" l="l" r="r" t="t"/>
              <a:pathLst>
                <a:path extrusionOk="0" h="493" w="562">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5"/>
            <p:cNvSpPr/>
            <p:nvPr/>
          </p:nvSpPr>
          <p:spPr>
            <a:xfrm>
              <a:off x="5020464" y="2478896"/>
              <a:ext cx="21253" cy="18715"/>
            </a:xfrm>
            <a:custGeom>
              <a:rect b="b" l="l" r="r" t="t"/>
              <a:pathLst>
                <a:path extrusionOk="0" h="494" w="561">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5"/>
            <p:cNvSpPr/>
            <p:nvPr/>
          </p:nvSpPr>
          <p:spPr>
            <a:xfrm>
              <a:off x="5034292" y="2528374"/>
              <a:ext cx="18639" cy="18639"/>
            </a:xfrm>
            <a:custGeom>
              <a:rect b="b" l="l" r="r" t="t"/>
              <a:pathLst>
                <a:path extrusionOk="0" h="492" w="492">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 name="Google Shape;2814;p65"/>
          <p:cNvGrpSpPr/>
          <p:nvPr/>
        </p:nvGrpSpPr>
        <p:grpSpPr>
          <a:xfrm>
            <a:off x="3941110" y="2767011"/>
            <a:ext cx="450511" cy="320850"/>
            <a:chOff x="3902933" y="2254086"/>
            <a:chExt cx="477692" cy="340207"/>
          </a:xfrm>
        </p:grpSpPr>
        <p:sp>
          <p:nvSpPr>
            <p:cNvPr id="2815" name="Google Shape;2815;p65"/>
            <p:cNvSpPr/>
            <p:nvPr/>
          </p:nvSpPr>
          <p:spPr>
            <a:xfrm>
              <a:off x="3902933" y="2254086"/>
              <a:ext cx="477692" cy="340207"/>
            </a:xfrm>
            <a:custGeom>
              <a:rect b="b" l="l" r="r" t="t"/>
              <a:pathLst>
                <a:path extrusionOk="0" h="8980" w="12609">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5"/>
            <p:cNvSpPr/>
            <p:nvPr/>
          </p:nvSpPr>
          <p:spPr>
            <a:xfrm>
              <a:off x="3992644" y="2322431"/>
              <a:ext cx="25610" cy="13639"/>
            </a:xfrm>
            <a:custGeom>
              <a:rect b="b" l="l" r="r" t="t"/>
              <a:pathLst>
                <a:path extrusionOk="0" h="360" w="676">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5"/>
            <p:cNvSpPr/>
            <p:nvPr/>
          </p:nvSpPr>
          <p:spPr>
            <a:xfrm>
              <a:off x="3992947" y="2350920"/>
              <a:ext cx="25307" cy="13676"/>
            </a:xfrm>
            <a:custGeom>
              <a:rect b="b" l="l" r="r" t="t"/>
              <a:pathLst>
                <a:path extrusionOk="0" h="361" w="668">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5"/>
            <p:cNvSpPr/>
            <p:nvPr/>
          </p:nvSpPr>
          <p:spPr>
            <a:xfrm>
              <a:off x="3992644" y="2380774"/>
              <a:ext cx="25610" cy="13639"/>
            </a:xfrm>
            <a:custGeom>
              <a:rect b="b" l="l" r="r" t="t"/>
              <a:pathLst>
                <a:path extrusionOk="0" h="360" w="676">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5"/>
            <p:cNvSpPr/>
            <p:nvPr/>
          </p:nvSpPr>
          <p:spPr>
            <a:xfrm>
              <a:off x="3992985" y="2409263"/>
              <a:ext cx="25269" cy="13676"/>
            </a:xfrm>
            <a:custGeom>
              <a:rect b="b" l="l" r="r" t="t"/>
              <a:pathLst>
                <a:path extrusionOk="0" h="361" w="667">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5"/>
            <p:cNvSpPr/>
            <p:nvPr/>
          </p:nvSpPr>
          <p:spPr>
            <a:xfrm>
              <a:off x="3992644" y="2439079"/>
              <a:ext cx="25610" cy="13639"/>
            </a:xfrm>
            <a:custGeom>
              <a:rect b="b" l="l" r="r" t="t"/>
              <a:pathLst>
                <a:path extrusionOk="0" h="360" w="676">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5"/>
            <p:cNvSpPr/>
            <p:nvPr/>
          </p:nvSpPr>
          <p:spPr>
            <a:xfrm>
              <a:off x="3992985" y="2467644"/>
              <a:ext cx="25269" cy="13676"/>
            </a:xfrm>
            <a:custGeom>
              <a:rect b="b" l="l" r="r" t="t"/>
              <a:pathLst>
                <a:path extrusionOk="0" h="361" w="667">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5"/>
            <p:cNvSpPr/>
            <p:nvPr/>
          </p:nvSpPr>
          <p:spPr>
            <a:xfrm>
              <a:off x="4069778" y="2322431"/>
              <a:ext cx="35839" cy="13639"/>
            </a:xfrm>
            <a:custGeom>
              <a:rect b="b" l="l" r="r" t="t"/>
              <a:pathLst>
                <a:path extrusionOk="0" h="360" w="946">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5"/>
            <p:cNvSpPr/>
            <p:nvPr/>
          </p:nvSpPr>
          <p:spPr>
            <a:xfrm>
              <a:off x="4069399" y="2467568"/>
              <a:ext cx="180370" cy="13676"/>
            </a:xfrm>
            <a:custGeom>
              <a:rect b="b" l="l" r="r" t="t"/>
              <a:pathLst>
                <a:path extrusionOk="0" h="361" w="4761">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5"/>
            <p:cNvSpPr/>
            <p:nvPr/>
          </p:nvSpPr>
          <p:spPr>
            <a:xfrm>
              <a:off x="4069778" y="2380774"/>
              <a:ext cx="35839" cy="13639"/>
            </a:xfrm>
            <a:custGeom>
              <a:rect b="b" l="l" r="r" t="t"/>
              <a:pathLst>
                <a:path extrusionOk="0" h="360" w="946">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5"/>
            <p:cNvSpPr/>
            <p:nvPr/>
          </p:nvSpPr>
          <p:spPr>
            <a:xfrm>
              <a:off x="4069778" y="2409263"/>
              <a:ext cx="35839" cy="13676"/>
            </a:xfrm>
            <a:custGeom>
              <a:rect b="b" l="l" r="r" t="t"/>
              <a:pathLst>
                <a:path extrusionOk="0" h="361" w="946">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5"/>
            <p:cNvSpPr/>
            <p:nvPr/>
          </p:nvSpPr>
          <p:spPr>
            <a:xfrm>
              <a:off x="4167597" y="2439079"/>
              <a:ext cx="35877" cy="13639"/>
            </a:xfrm>
            <a:custGeom>
              <a:rect b="b" l="l" r="r" t="t"/>
              <a:pathLst>
                <a:path extrusionOk="0" h="360" w="947">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5"/>
            <p:cNvSpPr/>
            <p:nvPr/>
          </p:nvSpPr>
          <p:spPr>
            <a:xfrm>
              <a:off x="4070309" y="2439079"/>
              <a:ext cx="78270" cy="13639"/>
            </a:xfrm>
            <a:custGeom>
              <a:rect b="b" l="l" r="r" t="t"/>
              <a:pathLst>
                <a:path extrusionOk="0" h="360" w="2066">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5"/>
            <p:cNvSpPr/>
            <p:nvPr/>
          </p:nvSpPr>
          <p:spPr>
            <a:xfrm>
              <a:off x="4124333" y="2380774"/>
              <a:ext cx="35839" cy="13639"/>
            </a:xfrm>
            <a:custGeom>
              <a:rect b="b" l="l" r="r" t="t"/>
              <a:pathLst>
                <a:path extrusionOk="0" h="360" w="946">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5"/>
            <p:cNvSpPr/>
            <p:nvPr/>
          </p:nvSpPr>
          <p:spPr>
            <a:xfrm>
              <a:off x="4173697" y="2380660"/>
              <a:ext cx="75240" cy="13714"/>
            </a:xfrm>
            <a:custGeom>
              <a:rect b="b" l="l" r="r" t="t"/>
              <a:pathLst>
                <a:path extrusionOk="0" h="362" w="1986">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5"/>
            <p:cNvSpPr/>
            <p:nvPr/>
          </p:nvSpPr>
          <p:spPr>
            <a:xfrm>
              <a:off x="4125734" y="2322355"/>
              <a:ext cx="163133" cy="13676"/>
            </a:xfrm>
            <a:custGeom>
              <a:rect b="b" l="l" r="r" t="t"/>
              <a:pathLst>
                <a:path extrusionOk="0" h="361" w="4306">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5"/>
            <p:cNvSpPr/>
            <p:nvPr/>
          </p:nvSpPr>
          <p:spPr>
            <a:xfrm>
              <a:off x="4069399" y="2350920"/>
              <a:ext cx="180370" cy="13676"/>
            </a:xfrm>
            <a:custGeom>
              <a:rect b="b" l="l" r="r" t="t"/>
              <a:pathLst>
                <a:path extrusionOk="0" h="361" w="4761">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5"/>
            <p:cNvSpPr/>
            <p:nvPr/>
          </p:nvSpPr>
          <p:spPr>
            <a:xfrm>
              <a:off x="3957335" y="2286364"/>
              <a:ext cx="368735" cy="229621"/>
            </a:xfrm>
            <a:custGeom>
              <a:rect b="b" l="l" r="r" t="t"/>
              <a:pathLst>
                <a:path extrusionOk="0" h="6061" w="9733">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65"/>
          <p:cNvGrpSpPr/>
          <p:nvPr/>
        </p:nvGrpSpPr>
        <p:grpSpPr>
          <a:xfrm>
            <a:off x="3239207" y="2740643"/>
            <a:ext cx="449618" cy="373479"/>
            <a:chOff x="3158720" y="2226127"/>
            <a:chExt cx="476745" cy="396012"/>
          </a:xfrm>
        </p:grpSpPr>
        <p:sp>
          <p:nvSpPr>
            <p:cNvPr id="2834" name="Google Shape;2834;p65"/>
            <p:cNvSpPr/>
            <p:nvPr/>
          </p:nvSpPr>
          <p:spPr>
            <a:xfrm>
              <a:off x="3158720" y="2226127"/>
              <a:ext cx="476745" cy="396012"/>
            </a:xfrm>
            <a:custGeom>
              <a:rect b="b" l="l" r="r" t="t"/>
              <a:pathLst>
                <a:path extrusionOk="0" h="10453" w="12584">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5"/>
            <p:cNvSpPr/>
            <p:nvPr/>
          </p:nvSpPr>
          <p:spPr>
            <a:xfrm>
              <a:off x="3247598" y="2311823"/>
              <a:ext cx="311112" cy="147789"/>
            </a:xfrm>
            <a:custGeom>
              <a:rect b="b" l="l" r="r" t="t"/>
              <a:pathLst>
                <a:path extrusionOk="0" h="3901" w="8212">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5"/>
            <p:cNvSpPr/>
            <p:nvPr/>
          </p:nvSpPr>
          <p:spPr>
            <a:xfrm>
              <a:off x="3368527" y="2354065"/>
              <a:ext cx="57661" cy="71489"/>
            </a:xfrm>
            <a:custGeom>
              <a:rect b="b" l="l" r="r" t="t"/>
              <a:pathLst>
                <a:path extrusionOk="0" h="1887" w="1522">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65"/>
          <p:cNvGrpSpPr/>
          <p:nvPr/>
        </p:nvGrpSpPr>
        <p:grpSpPr>
          <a:xfrm>
            <a:off x="2514544" y="2702627"/>
            <a:ext cx="346610" cy="449582"/>
            <a:chOff x="2390298" y="2185817"/>
            <a:chExt cx="367522" cy="476707"/>
          </a:xfrm>
        </p:grpSpPr>
        <p:sp>
          <p:nvSpPr>
            <p:cNvPr id="2838" name="Google Shape;2838;p65"/>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5"/>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5"/>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5"/>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2" name="Google Shape;2842;p65"/>
          <p:cNvSpPr/>
          <p:nvPr/>
        </p:nvSpPr>
        <p:spPr>
          <a:xfrm>
            <a:off x="1729784" y="2731802"/>
            <a:ext cx="449559" cy="3910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3" name="Google Shape;2843;p65"/>
          <p:cNvGrpSpPr/>
          <p:nvPr/>
        </p:nvGrpSpPr>
        <p:grpSpPr>
          <a:xfrm>
            <a:off x="7759862" y="2060285"/>
            <a:ext cx="450476" cy="320850"/>
            <a:chOff x="7952081" y="1504721"/>
            <a:chExt cx="477654" cy="340207"/>
          </a:xfrm>
        </p:grpSpPr>
        <p:sp>
          <p:nvSpPr>
            <p:cNvPr id="2844" name="Google Shape;2844;p65"/>
            <p:cNvSpPr/>
            <p:nvPr/>
          </p:nvSpPr>
          <p:spPr>
            <a:xfrm>
              <a:off x="7952081" y="1504721"/>
              <a:ext cx="477654" cy="340207"/>
            </a:xfrm>
            <a:custGeom>
              <a:rect b="b" l="l" r="r" t="t"/>
              <a:pathLst>
                <a:path extrusionOk="0" h="8980" w="12608">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5"/>
            <p:cNvSpPr/>
            <p:nvPr/>
          </p:nvSpPr>
          <p:spPr>
            <a:xfrm>
              <a:off x="8006484" y="1536999"/>
              <a:ext cx="368697" cy="229659"/>
            </a:xfrm>
            <a:custGeom>
              <a:rect b="b" l="l" r="r" t="t"/>
              <a:pathLst>
                <a:path extrusionOk="0" h="6062" w="9732">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5"/>
            <p:cNvSpPr/>
            <p:nvPr/>
          </p:nvSpPr>
          <p:spPr>
            <a:xfrm>
              <a:off x="8044331" y="1568027"/>
              <a:ext cx="25307" cy="13676"/>
            </a:xfrm>
            <a:custGeom>
              <a:rect b="b" l="l" r="r" t="t"/>
              <a:pathLst>
                <a:path extrusionOk="0" h="361" w="668">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5"/>
            <p:cNvSpPr/>
            <p:nvPr/>
          </p:nvSpPr>
          <p:spPr>
            <a:xfrm>
              <a:off x="8084982" y="1568027"/>
              <a:ext cx="54403" cy="13676"/>
            </a:xfrm>
            <a:custGeom>
              <a:rect b="b" l="l" r="r" t="t"/>
              <a:pathLst>
                <a:path extrusionOk="0" h="361" w="1436">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5"/>
            <p:cNvSpPr/>
            <p:nvPr/>
          </p:nvSpPr>
          <p:spPr>
            <a:xfrm>
              <a:off x="8044369" y="1599092"/>
              <a:ext cx="25269" cy="13639"/>
            </a:xfrm>
            <a:custGeom>
              <a:rect b="b" l="l" r="r" t="t"/>
              <a:pathLst>
                <a:path extrusionOk="0" h="360" w="667">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5"/>
            <p:cNvSpPr/>
            <p:nvPr/>
          </p:nvSpPr>
          <p:spPr>
            <a:xfrm>
              <a:off x="8084717" y="1599092"/>
              <a:ext cx="34362" cy="13639"/>
            </a:xfrm>
            <a:custGeom>
              <a:rect b="b" l="l" r="r" t="t"/>
              <a:pathLst>
                <a:path extrusionOk="0" h="360" w="907">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5"/>
            <p:cNvSpPr/>
            <p:nvPr/>
          </p:nvSpPr>
          <p:spPr>
            <a:xfrm>
              <a:off x="8044331" y="1630082"/>
              <a:ext cx="25307" cy="13676"/>
            </a:xfrm>
            <a:custGeom>
              <a:rect b="b" l="l" r="r" t="t"/>
              <a:pathLst>
                <a:path extrusionOk="0" h="361" w="668">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5"/>
            <p:cNvSpPr/>
            <p:nvPr/>
          </p:nvSpPr>
          <p:spPr>
            <a:xfrm>
              <a:off x="8044369" y="1659860"/>
              <a:ext cx="25269" cy="13714"/>
            </a:xfrm>
            <a:custGeom>
              <a:rect b="b" l="l" r="r" t="t"/>
              <a:pathLst>
                <a:path extrusionOk="0" h="362" w="667">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5"/>
            <p:cNvSpPr/>
            <p:nvPr/>
          </p:nvSpPr>
          <p:spPr>
            <a:xfrm>
              <a:off x="8044331" y="1692176"/>
              <a:ext cx="25307" cy="13676"/>
            </a:xfrm>
            <a:custGeom>
              <a:rect b="b" l="l" r="r" t="t"/>
              <a:pathLst>
                <a:path extrusionOk="0" h="361" w="668">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5"/>
            <p:cNvSpPr/>
            <p:nvPr/>
          </p:nvSpPr>
          <p:spPr>
            <a:xfrm>
              <a:off x="8044331" y="1721916"/>
              <a:ext cx="25307" cy="13714"/>
            </a:xfrm>
            <a:custGeom>
              <a:rect b="b" l="l" r="r" t="t"/>
              <a:pathLst>
                <a:path extrusionOk="0" h="362" w="668">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5"/>
            <p:cNvSpPr/>
            <p:nvPr/>
          </p:nvSpPr>
          <p:spPr>
            <a:xfrm>
              <a:off x="8125064" y="1586174"/>
              <a:ext cx="132370" cy="132370"/>
            </a:xfrm>
            <a:custGeom>
              <a:rect b="b" l="l" r="r" t="t"/>
              <a:pathLst>
                <a:path extrusionOk="0" h="3494" w="3494">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5"/>
            <p:cNvSpPr/>
            <p:nvPr/>
          </p:nvSpPr>
          <p:spPr>
            <a:xfrm>
              <a:off x="8165412" y="1626635"/>
              <a:ext cx="51599" cy="51448"/>
            </a:xfrm>
            <a:custGeom>
              <a:rect b="b" l="l" r="r" t="t"/>
              <a:pathLst>
                <a:path extrusionOk="0" h="1358" w="1362">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65"/>
          <p:cNvGrpSpPr/>
          <p:nvPr/>
        </p:nvGrpSpPr>
        <p:grpSpPr>
          <a:xfrm>
            <a:off x="7038129" y="1995900"/>
            <a:ext cx="405064" cy="449511"/>
            <a:chOff x="7186804" y="1436452"/>
            <a:chExt cx="429502" cy="476631"/>
          </a:xfrm>
        </p:grpSpPr>
        <p:sp>
          <p:nvSpPr>
            <p:cNvPr id="2857" name="Google Shape;2857;p65"/>
            <p:cNvSpPr/>
            <p:nvPr/>
          </p:nvSpPr>
          <p:spPr>
            <a:xfrm>
              <a:off x="7186804" y="1436452"/>
              <a:ext cx="340056" cy="476631"/>
            </a:xfrm>
            <a:custGeom>
              <a:rect b="b" l="l" r="r" t="t"/>
              <a:pathLst>
                <a:path extrusionOk="0" h="12581" w="8976">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5"/>
            <p:cNvSpPr/>
            <p:nvPr/>
          </p:nvSpPr>
          <p:spPr>
            <a:xfrm>
              <a:off x="7306407" y="1594129"/>
              <a:ext cx="32581" cy="13639"/>
            </a:xfrm>
            <a:custGeom>
              <a:rect b="b" l="l" r="r" t="t"/>
              <a:pathLst>
                <a:path extrusionOk="0" h="360" w="86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5"/>
            <p:cNvSpPr/>
            <p:nvPr/>
          </p:nvSpPr>
          <p:spPr>
            <a:xfrm>
              <a:off x="7307430" y="1621369"/>
              <a:ext cx="132522" cy="13714"/>
            </a:xfrm>
            <a:custGeom>
              <a:rect b="b" l="l" r="r" t="t"/>
              <a:pathLst>
                <a:path extrusionOk="0" h="362" w="3498">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5"/>
            <p:cNvSpPr/>
            <p:nvPr/>
          </p:nvSpPr>
          <p:spPr>
            <a:xfrm>
              <a:off x="7356567" y="1594129"/>
              <a:ext cx="119186" cy="13639"/>
            </a:xfrm>
            <a:custGeom>
              <a:rect b="b" l="l" r="r" t="t"/>
              <a:pathLst>
                <a:path extrusionOk="0" h="360" w="3146">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5"/>
            <p:cNvSpPr/>
            <p:nvPr/>
          </p:nvSpPr>
          <p:spPr>
            <a:xfrm>
              <a:off x="7235941" y="1582764"/>
              <a:ext cx="59290" cy="52281"/>
            </a:xfrm>
            <a:custGeom>
              <a:rect b="b" l="l" r="r" t="t"/>
              <a:pathLst>
                <a:path extrusionOk="0" h="1380" w="1565">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5"/>
            <p:cNvSpPr/>
            <p:nvPr/>
          </p:nvSpPr>
          <p:spPr>
            <a:xfrm>
              <a:off x="7306407" y="1667323"/>
              <a:ext cx="32581" cy="13639"/>
            </a:xfrm>
            <a:custGeom>
              <a:rect b="b" l="l" r="r" t="t"/>
              <a:pathLst>
                <a:path extrusionOk="0" h="360" w="86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5"/>
            <p:cNvSpPr/>
            <p:nvPr/>
          </p:nvSpPr>
          <p:spPr>
            <a:xfrm>
              <a:off x="7307430" y="1694638"/>
              <a:ext cx="132484" cy="13676"/>
            </a:xfrm>
            <a:custGeom>
              <a:rect b="b" l="l" r="r" t="t"/>
              <a:pathLst>
                <a:path extrusionOk="0" h="361" w="3497">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5"/>
            <p:cNvSpPr/>
            <p:nvPr/>
          </p:nvSpPr>
          <p:spPr>
            <a:xfrm>
              <a:off x="7356529" y="1667323"/>
              <a:ext cx="119224" cy="13639"/>
            </a:xfrm>
            <a:custGeom>
              <a:rect b="b" l="l" r="r" t="t"/>
              <a:pathLst>
                <a:path extrusionOk="0" h="360" w="3147">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5"/>
            <p:cNvSpPr/>
            <p:nvPr/>
          </p:nvSpPr>
          <p:spPr>
            <a:xfrm>
              <a:off x="7235941" y="1656602"/>
              <a:ext cx="59290" cy="52281"/>
            </a:xfrm>
            <a:custGeom>
              <a:rect b="b" l="l" r="r" t="t"/>
              <a:pathLst>
                <a:path extrusionOk="0" h="1380" w="1565">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5"/>
            <p:cNvSpPr/>
            <p:nvPr/>
          </p:nvSpPr>
          <p:spPr>
            <a:xfrm>
              <a:off x="7306407" y="1740593"/>
              <a:ext cx="32581" cy="13676"/>
            </a:xfrm>
            <a:custGeom>
              <a:rect b="b" l="l" r="r" t="t"/>
              <a:pathLst>
                <a:path extrusionOk="0" h="361" w="86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5"/>
            <p:cNvSpPr/>
            <p:nvPr/>
          </p:nvSpPr>
          <p:spPr>
            <a:xfrm>
              <a:off x="7307430" y="1769158"/>
              <a:ext cx="132484" cy="13676"/>
            </a:xfrm>
            <a:custGeom>
              <a:rect b="b" l="l" r="r" t="t"/>
              <a:pathLst>
                <a:path extrusionOk="0" h="361" w="3497">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5"/>
            <p:cNvSpPr/>
            <p:nvPr/>
          </p:nvSpPr>
          <p:spPr>
            <a:xfrm>
              <a:off x="7356567" y="1740593"/>
              <a:ext cx="119186" cy="13676"/>
            </a:xfrm>
            <a:custGeom>
              <a:rect b="b" l="l" r="r" t="t"/>
              <a:pathLst>
                <a:path extrusionOk="0" h="361" w="3146">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5"/>
            <p:cNvSpPr/>
            <p:nvPr/>
          </p:nvSpPr>
          <p:spPr>
            <a:xfrm>
              <a:off x="7235941" y="1730402"/>
              <a:ext cx="59290" cy="52281"/>
            </a:xfrm>
            <a:custGeom>
              <a:rect b="b" l="l" r="r" t="t"/>
              <a:pathLst>
                <a:path extrusionOk="0" h="1380" w="1565">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5"/>
            <p:cNvSpPr/>
            <p:nvPr/>
          </p:nvSpPr>
          <p:spPr>
            <a:xfrm>
              <a:off x="7306407" y="1815037"/>
              <a:ext cx="32581" cy="13714"/>
            </a:xfrm>
            <a:custGeom>
              <a:rect b="b" l="l" r="r" t="t"/>
              <a:pathLst>
                <a:path extrusionOk="0" h="362" w="86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5"/>
            <p:cNvSpPr/>
            <p:nvPr/>
          </p:nvSpPr>
          <p:spPr>
            <a:xfrm>
              <a:off x="7307430" y="1842352"/>
              <a:ext cx="132484" cy="13676"/>
            </a:xfrm>
            <a:custGeom>
              <a:rect b="b" l="l" r="r" t="t"/>
              <a:pathLst>
                <a:path extrusionOk="0" h="361" w="3497">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5"/>
            <p:cNvSpPr/>
            <p:nvPr/>
          </p:nvSpPr>
          <p:spPr>
            <a:xfrm>
              <a:off x="7356529" y="1814999"/>
              <a:ext cx="119224" cy="13714"/>
            </a:xfrm>
            <a:custGeom>
              <a:rect b="b" l="l" r="r" t="t"/>
              <a:pathLst>
                <a:path extrusionOk="0" h="362" w="3147">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5"/>
            <p:cNvSpPr/>
            <p:nvPr/>
          </p:nvSpPr>
          <p:spPr>
            <a:xfrm>
              <a:off x="7236055" y="1813711"/>
              <a:ext cx="43227" cy="42810"/>
            </a:xfrm>
            <a:custGeom>
              <a:rect b="b" l="l" r="r" t="t"/>
              <a:pathLst>
                <a:path extrusionOk="0" h="1130" w="1141">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5"/>
            <p:cNvSpPr/>
            <p:nvPr/>
          </p:nvSpPr>
          <p:spPr>
            <a:xfrm>
              <a:off x="7549212" y="1528664"/>
              <a:ext cx="67094" cy="383737"/>
            </a:xfrm>
            <a:custGeom>
              <a:rect b="b" l="l" r="r" t="t"/>
              <a:pathLst>
                <a:path extrusionOk="0" h="10129" w="1771">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65"/>
          <p:cNvGrpSpPr/>
          <p:nvPr/>
        </p:nvGrpSpPr>
        <p:grpSpPr>
          <a:xfrm>
            <a:off x="6262481" y="2023698"/>
            <a:ext cx="450368" cy="393987"/>
            <a:chOff x="6364359" y="1465927"/>
            <a:chExt cx="477540" cy="417758"/>
          </a:xfrm>
        </p:grpSpPr>
        <p:sp>
          <p:nvSpPr>
            <p:cNvPr id="2876" name="Google Shape;2876;p65"/>
            <p:cNvSpPr/>
            <p:nvPr/>
          </p:nvSpPr>
          <p:spPr>
            <a:xfrm>
              <a:off x="6457139" y="1528664"/>
              <a:ext cx="291980" cy="291942"/>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5"/>
            <p:cNvSpPr/>
            <p:nvPr/>
          </p:nvSpPr>
          <p:spPr>
            <a:xfrm>
              <a:off x="6714795" y="1465965"/>
              <a:ext cx="126422" cy="85772"/>
            </a:xfrm>
            <a:custGeom>
              <a:rect b="b" l="l" r="r" t="t"/>
              <a:pathLst>
                <a:path extrusionOk="0" h="2264" w="3337">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5"/>
            <p:cNvSpPr/>
            <p:nvPr/>
          </p:nvSpPr>
          <p:spPr>
            <a:xfrm>
              <a:off x="6767417" y="1652131"/>
              <a:ext cx="74482" cy="44060"/>
            </a:xfrm>
            <a:custGeom>
              <a:rect b="b" l="l" r="r" t="t"/>
              <a:pathLst>
                <a:path extrusionOk="0" h="1163" w="1966">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5"/>
            <p:cNvSpPr/>
            <p:nvPr/>
          </p:nvSpPr>
          <p:spPr>
            <a:xfrm>
              <a:off x="6714795" y="1797837"/>
              <a:ext cx="126422" cy="85847"/>
            </a:xfrm>
            <a:custGeom>
              <a:rect b="b" l="l" r="r" t="t"/>
              <a:pathLst>
                <a:path extrusionOk="0" h="2266" w="3337">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5"/>
            <p:cNvSpPr/>
            <p:nvPr/>
          </p:nvSpPr>
          <p:spPr>
            <a:xfrm>
              <a:off x="6365003" y="1797875"/>
              <a:ext cx="126422" cy="85734"/>
            </a:xfrm>
            <a:custGeom>
              <a:rect b="b" l="l" r="r" t="t"/>
              <a:pathLst>
                <a:path extrusionOk="0" h="2263" w="3337">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5"/>
            <p:cNvSpPr/>
            <p:nvPr/>
          </p:nvSpPr>
          <p:spPr>
            <a:xfrm>
              <a:off x="6365003" y="1465927"/>
              <a:ext cx="126422" cy="85810"/>
            </a:xfrm>
            <a:custGeom>
              <a:rect b="b" l="l" r="r" t="t"/>
              <a:pathLst>
                <a:path extrusionOk="0" h="2265" w="3337">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5"/>
            <p:cNvSpPr/>
            <p:nvPr/>
          </p:nvSpPr>
          <p:spPr>
            <a:xfrm>
              <a:off x="6364359" y="1652169"/>
              <a:ext cx="74444" cy="44060"/>
            </a:xfrm>
            <a:custGeom>
              <a:rect b="b" l="l" r="r" t="t"/>
              <a:pathLst>
                <a:path extrusionOk="0" h="1163" w="1965">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5"/>
            <p:cNvSpPr/>
            <p:nvPr/>
          </p:nvSpPr>
          <p:spPr>
            <a:xfrm>
              <a:off x="6496312" y="1568027"/>
              <a:ext cx="213520" cy="213520"/>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5"/>
            <p:cNvSpPr/>
            <p:nvPr/>
          </p:nvSpPr>
          <p:spPr>
            <a:xfrm>
              <a:off x="6549541" y="1621748"/>
              <a:ext cx="106798" cy="105775"/>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65"/>
          <p:cNvGrpSpPr/>
          <p:nvPr/>
        </p:nvGrpSpPr>
        <p:grpSpPr>
          <a:xfrm>
            <a:off x="5498266" y="2043313"/>
            <a:ext cx="449618" cy="354685"/>
            <a:chOff x="5554037" y="1486725"/>
            <a:chExt cx="476745" cy="376084"/>
          </a:xfrm>
        </p:grpSpPr>
        <p:sp>
          <p:nvSpPr>
            <p:cNvPr id="2886" name="Google Shape;2886;p65"/>
            <p:cNvSpPr/>
            <p:nvPr/>
          </p:nvSpPr>
          <p:spPr>
            <a:xfrm>
              <a:off x="5554037" y="1486725"/>
              <a:ext cx="476745" cy="376084"/>
            </a:xfrm>
            <a:custGeom>
              <a:rect b="b" l="l" r="r" t="t"/>
              <a:pathLst>
                <a:path extrusionOk="0" h="9927" w="12584">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5"/>
            <p:cNvSpPr/>
            <p:nvPr/>
          </p:nvSpPr>
          <p:spPr>
            <a:xfrm>
              <a:off x="5738044" y="1542947"/>
              <a:ext cx="170482" cy="107745"/>
            </a:xfrm>
            <a:custGeom>
              <a:rect b="b" l="l" r="r" t="t"/>
              <a:pathLst>
                <a:path extrusionOk="0" h="2844" w="450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5"/>
            <p:cNvSpPr/>
            <p:nvPr/>
          </p:nvSpPr>
          <p:spPr>
            <a:xfrm>
              <a:off x="5652613" y="1622392"/>
              <a:ext cx="169270" cy="107593"/>
            </a:xfrm>
            <a:custGeom>
              <a:rect b="b" l="l" r="r" t="t"/>
              <a:pathLst>
                <a:path extrusionOk="0" h="2840" w="4468">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9" name="Google Shape;2889;p65"/>
          <p:cNvGrpSpPr/>
          <p:nvPr/>
        </p:nvGrpSpPr>
        <p:grpSpPr>
          <a:xfrm>
            <a:off x="1007212" y="2702627"/>
            <a:ext cx="300841" cy="449511"/>
            <a:chOff x="792044" y="2185817"/>
            <a:chExt cx="318992" cy="476631"/>
          </a:xfrm>
        </p:grpSpPr>
        <p:sp>
          <p:nvSpPr>
            <p:cNvPr id="2890" name="Google Shape;2890;p65"/>
            <p:cNvSpPr/>
            <p:nvPr/>
          </p:nvSpPr>
          <p:spPr>
            <a:xfrm>
              <a:off x="909146" y="2611607"/>
              <a:ext cx="29247" cy="13676"/>
            </a:xfrm>
            <a:custGeom>
              <a:rect b="b" l="l" r="r" t="t"/>
              <a:pathLst>
                <a:path extrusionOk="0" h="361" w="772">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5"/>
            <p:cNvSpPr/>
            <p:nvPr/>
          </p:nvSpPr>
          <p:spPr>
            <a:xfrm>
              <a:off x="792044" y="2185817"/>
              <a:ext cx="318992" cy="476631"/>
            </a:xfrm>
            <a:custGeom>
              <a:rect b="b" l="l" r="r" t="t"/>
              <a:pathLst>
                <a:path extrusionOk="0" h="12581" w="842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5"/>
            <p:cNvSpPr/>
            <p:nvPr/>
          </p:nvSpPr>
          <p:spPr>
            <a:xfrm>
              <a:off x="1021892" y="2235409"/>
              <a:ext cx="33149" cy="57509"/>
            </a:xfrm>
            <a:custGeom>
              <a:rect b="b" l="l" r="r" t="t"/>
              <a:pathLst>
                <a:path extrusionOk="0" h="1518" w="875">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5"/>
            <p:cNvSpPr/>
            <p:nvPr/>
          </p:nvSpPr>
          <p:spPr>
            <a:xfrm>
              <a:off x="1057731" y="2237530"/>
              <a:ext cx="26898" cy="53266"/>
            </a:xfrm>
            <a:custGeom>
              <a:rect b="b" l="l" r="r" t="t"/>
              <a:pathLst>
                <a:path extrusionOk="0" h="1406" w="71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5"/>
            <p:cNvSpPr/>
            <p:nvPr/>
          </p:nvSpPr>
          <p:spPr>
            <a:xfrm>
              <a:off x="990713" y="2237417"/>
              <a:ext cx="26936" cy="53342"/>
            </a:xfrm>
            <a:custGeom>
              <a:rect b="b" l="l" r="r" t="t"/>
              <a:pathLst>
                <a:path extrusionOk="0" h="1408" w="711">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5"/>
            <p:cNvSpPr/>
            <p:nvPr/>
          </p:nvSpPr>
          <p:spPr>
            <a:xfrm>
              <a:off x="908843" y="2288827"/>
              <a:ext cx="35119" cy="13676"/>
            </a:xfrm>
            <a:custGeom>
              <a:rect b="b" l="l" r="r" t="t"/>
              <a:pathLst>
                <a:path extrusionOk="0" h="361" w="927">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5"/>
            <p:cNvSpPr/>
            <p:nvPr/>
          </p:nvSpPr>
          <p:spPr>
            <a:xfrm>
              <a:off x="845727" y="2288827"/>
              <a:ext cx="51751" cy="13676"/>
            </a:xfrm>
            <a:custGeom>
              <a:rect b="b" l="l" r="r" t="t"/>
              <a:pathLst>
                <a:path extrusionOk="0" h="361" w="1366">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5"/>
            <p:cNvSpPr/>
            <p:nvPr/>
          </p:nvSpPr>
          <p:spPr>
            <a:xfrm>
              <a:off x="863116" y="2257837"/>
              <a:ext cx="80354" cy="13676"/>
            </a:xfrm>
            <a:custGeom>
              <a:rect b="b" l="l" r="r" t="t"/>
              <a:pathLst>
                <a:path extrusionOk="0" h="361" w="2121">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5"/>
            <p:cNvSpPr/>
            <p:nvPr/>
          </p:nvSpPr>
          <p:spPr>
            <a:xfrm>
              <a:off x="908881" y="2225521"/>
              <a:ext cx="35082" cy="13714"/>
            </a:xfrm>
            <a:custGeom>
              <a:rect b="b" l="l" r="r" t="t"/>
              <a:pathLst>
                <a:path extrusionOk="0" h="362" w="926">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5"/>
            <p:cNvSpPr/>
            <p:nvPr/>
          </p:nvSpPr>
          <p:spPr>
            <a:xfrm>
              <a:off x="828224" y="2225521"/>
              <a:ext cx="69064" cy="13714"/>
            </a:xfrm>
            <a:custGeom>
              <a:rect b="b" l="l" r="r" t="t"/>
              <a:pathLst>
                <a:path extrusionOk="0" h="362" w="1823">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5"/>
            <p:cNvSpPr/>
            <p:nvPr/>
          </p:nvSpPr>
          <p:spPr>
            <a:xfrm>
              <a:off x="825496" y="2331031"/>
              <a:ext cx="196206" cy="91909"/>
            </a:xfrm>
            <a:custGeom>
              <a:rect b="b" l="l" r="r" t="t"/>
              <a:pathLst>
                <a:path extrusionOk="0" h="2426" w="5179">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5"/>
            <p:cNvSpPr/>
            <p:nvPr/>
          </p:nvSpPr>
          <p:spPr>
            <a:xfrm>
              <a:off x="825837" y="2450217"/>
              <a:ext cx="25269" cy="13714"/>
            </a:xfrm>
            <a:custGeom>
              <a:rect b="b" l="l" r="r" t="t"/>
              <a:pathLst>
                <a:path extrusionOk="0" h="362" w="667">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5"/>
            <p:cNvSpPr/>
            <p:nvPr/>
          </p:nvSpPr>
          <p:spPr>
            <a:xfrm>
              <a:off x="932749" y="2450217"/>
              <a:ext cx="25269" cy="13714"/>
            </a:xfrm>
            <a:custGeom>
              <a:rect b="b" l="l" r="r" t="t"/>
              <a:pathLst>
                <a:path extrusionOk="0" h="362" w="667">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5"/>
            <p:cNvSpPr/>
            <p:nvPr/>
          </p:nvSpPr>
          <p:spPr>
            <a:xfrm>
              <a:off x="959192" y="2542088"/>
              <a:ext cx="25345" cy="13639"/>
            </a:xfrm>
            <a:custGeom>
              <a:rect b="b" l="l" r="r" t="t"/>
              <a:pathLst>
                <a:path extrusionOk="0" h="360" w="669">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5"/>
            <p:cNvSpPr/>
            <p:nvPr/>
          </p:nvSpPr>
          <p:spPr>
            <a:xfrm>
              <a:off x="866526" y="2450217"/>
              <a:ext cx="54403" cy="13714"/>
            </a:xfrm>
            <a:custGeom>
              <a:rect b="b" l="l" r="r" t="t"/>
              <a:pathLst>
                <a:path extrusionOk="0" h="362" w="1436">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5"/>
            <p:cNvSpPr/>
            <p:nvPr/>
          </p:nvSpPr>
          <p:spPr>
            <a:xfrm>
              <a:off x="825837" y="2481283"/>
              <a:ext cx="25269" cy="13676"/>
            </a:xfrm>
            <a:custGeom>
              <a:rect b="b" l="l" r="r" t="t"/>
              <a:pathLst>
                <a:path extrusionOk="0" h="361" w="667">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5"/>
            <p:cNvSpPr/>
            <p:nvPr/>
          </p:nvSpPr>
          <p:spPr>
            <a:xfrm>
              <a:off x="866526" y="2481207"/>
              <a:ext cx="54100" cy="13714"/>
            </a:xfrm>
            <a:custGeom>
              <a:rect b="b" l="l" r="r" t="t"/>
              <a:pathLst>
                <a:path extrusionOk="0" h="362" w="1428">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5"/>
            <p:cNvSpPr/>
            <p:nvPr/>
          </p:nvSpPr>
          <p:spPr>
            <a:xfrm>
              <a:off x="944872" y="2481283"/>
              <a:ext cx="76225" cy="13676"/>
            </a:xfrm>
            <a:custGeom>
              <a:rect b="b" l="l" r="r" t="t"/>
              <a:pathLst>
                <a:path extrusionOk="0" h="361" w="2012">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5"/>
            <p:cNvSpPr/>
            <p:nvPr/>
          </p:nvSpPr>
          <p:spPr>
            <a:xfrm>
              <a:off x="825837" y="2511022"/>
              <a:ext cx="25269" cy="13676"/>
            </a:xfrm>
            <a:custGeom>
              <a:rect b="b" l="l" r="r" t="t"/>
              <a:pathLst>
                <a:path extrusionOk="0" h="361" w="667">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5"/>
            <p:cNvSpPr/>
            <p:nvPr/>
          </p:nvSpPr>
          <p:spPr>
            <a:xfrm>
              <a:off x="887931" y="2511022"/>
              <a:ext cx="132560" cy="13676"/>
            </a:xfrm>
            <a:custGeom>
              <a:rect b="b" l="l" r="r" t="t"/>
              <a:pathLst>
                <a:path extrusionOk="0" h="361" w="3499">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5"/>
            <p:cNvSpPr/>
            <p:nvPr/>
          </p:nvSpPr>
          <p:spPr>
            <a:xfrm>
              <a:off x="825837" y="2542088"/>
              <a:ext cx="25269" cy="13639"/>
            </a:xfrm>
            <a:custGeom>
              <a:rect b="b" l="l" r="r" t="t"/>
              <a:pathLst>
                <a:path extrusionOk="0" h="360" w="667">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5"/>
            <p:cNvSpPr/>
            <p:nvPr/>
          </p:nvSpPr>
          <p:spPr>
            <a:xfrm>
              <a:off x="883725" y="2542088"/>
              <a:ext cx="56411" cy="13639"/>
            </a:xfrm>
            <a:custGeom>
              <a:rect b="b" l="l" r="r" t="t"/>
              <a:pathLst>
                <a:path extrusionOk="0" h="360" w="1489">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65"/>
          <p:cNvGrpSpPr/>
          <p:nvPr/>
        </p:nvGrpSpPr>
        <p:grpSpPr>
          <a:xfrm>
            <a:off x="4739267" y="2021590"/>
            <a:ext cx="449547" cy="398061"/>
            <a:chOff x="4749246" y="1463691"/>
            <a:chExt cx="476669" cy="422077"/>
          </a:xfrm>
        </p:grpSpPr>
        <p:sp>
          <p:nvSpPr>
            <p:cNvPr id="2913" name="Google Shape;2913;p65"/>
            <p:cNvSpPr/>
            <p:nvPr/>
          </p:nvSpPr>
          <p:spPr>
            <a:xfrm>
              <a:off x="4884495" y="1752943"/>
              <a:ext cx="48910" cy="79142"/>
            </a:xfrm>
            <a:custGeom>
              <a:rect b="b" l="l" r="r" t="t"/>
              <a:pathLst>
                <a:path extrusionOk="0" h="2089" w="1291">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5"/>
            <p:cNvSpPr/>
            <p:nvPr/>
          </p:nvSpPr>
          <p:spPr>
            <a:xfrm>
              <a:off x="4947839" y="1752943"/>
              <a:ext cx="48872" cy="79142"/>
            </a:xfrm>
            <a:custGeom>
              <a:rect b="b" l="l" r="r" t="t"/>
              <a:pathLst>
                <a:path extrusionOk="0" h="2089" w="129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5"/>
            <p:cNvSpPr/>
            <p:nvPr/>
          </p:nvSpPr>
          <p:spPr>
            <a:xfrm>
              <a:off x="5101690" y="1752943"/>
              <a:ext cx="49023" cy="79218"/>
            </a:xfrm>
            <a:custGeom>
              <a:rect b="b" l="l" r="r" t="t"/>
              <a:pathLst>
                <a:path extrusionOk="0" h="2091" w="1294">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5"/>
            <p:cNvSpPr/>
            <p:nvPr/>
          </p:nvSpPr>
          <p:spPr>
            <a:xfrm>
              <a:off x="5009819" y="1752678"/>
              <a:ext cx="79104" cy="79066"/>
            </a:xfrm>
            <a:custGeom>
              <a:rect b="b" l="l" r="r" t="t"/>
              <a:pathLst>
                <a:path extrusionOk="0" h="2087" w="2088">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5"/>
            <p:cNvSpPr/>
            <p:nvPr/>
          </p:nvSpPr>
          <p:spPr>
            <a:xfrm>
              <a:off x="4823652" y="1752943"/>
              <a:ext cx="40575" cy="78308"/>
            </a:xfrm>
            <a:custGeom>
              <a:rect b="b" l="l" r="r" t="t"/>
              <a:pathLst>
                <a:path extrusionOk="0" h="2067" w="1071">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5"/>
            <p:cNvSpPr/>
            <p:nvPr/>
          </p:nvSpPr>
          <p:spPr>
            <a:xfrm>
              <a:off x="4979662" y="1686417"/>
              <a:ext cx="15154" cy="14055"/>
            </a:xfrm>
            <a:custGeom>
              <a:rect b="b" l="l" r="r" t="t"/>
              <a:pathLst>
                <a:path extrusionOk="0" h="371" w="40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5"/>
            <p:cNvSpPr/>
            <p:nvPr/>
          </p:nvSpPr>
          <p:spPr>
            <a:xfrm>
              <a:off x="4980041" y="1615459"/>
              <a:ext cx="13752" cy="61298"/>
            </a:xfrm>
            <a:custGeom>
              <a:rect b="b" l="l" r="r" t="t"/>
              <a:pathLst>
                <a:path extrusionOk="0" h="1618" w="363">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5"/>
            <p:cNvSpPr/>
            <p:nvPr/>
          </p:nvSpPr>
          <p:spPr>
            <a:xfrm>
              <a:off x="4903400" y="1580339"/>
              <a:ext cx="165141" cy="145365"/>
            </a:xfrm>
            <a:custGeom>
              <a:rect b="b" l="l" r="r" t="t"/>
              <a:pathLst>
                <a:path extrusionOk="0" h="3837" w="4359">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5"/>
            <p:cNvSpPr/>
            <p:nvPr/>
          </p:nvSpPr>
          <p:spPr>
            <a:xfrm>
              <a:off x="4749246" y="1463691"/>
              <a:ext cx="476669" cy="422077"/>
            </a:xfrm>
            <a:custGeom>
              <a:rect b="b" l="l" r="r" t="t"/>
              <a:pathLst>
                <a:path extrusionOk="0" h="11141" w="12582">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5"/>
            <p:cNvSpPr/>
            <p:nvPr/>
          </p:nvSpPr>
          <p:spPr>
            <a:xfrm>
              <a:off x="4797701" y="1491234"/>
              <a:ext cx="19624" cy="18753"/>
            </a:xfrm>
            <a:custGeom>
              <a:rect b="b" l="l" r="r" t="t"/>
              <a:pathLst>
                <a:path extrusionOk="0" h="495" w="518">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5"/>
            <p:cNvSpPr/>
            <p:nvPr/>
          </p:nvSpPr>
          <p:spPr>
            <a:xfrm>
              <a:off x="4833426" y="1491234"/>
              <a:ext cx="19662" cy="18753"/>
            </a:xfrm>
            <a:custGeom>
              <a:rect b="b" l="l" r="r" t="t"/>
              <a:pathLst>
                <a:path extrusionOk="0" h="495" w="519">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5"/>
            <p:cNvSpPr/>
            <p:nvPr/>
          </p:nvSpPr>
          <p:spPr>
            <a:xfrm>
              <a:off x="4868924" y="1491310"/>
              <a:ext cx="20079" cy="18715"/>
            </a:xfrm>
            <a:custGeom>
              <a:rect b="b" l="l" r="r" t="t"/>
              <a:pathLst>
                <a:path extrusionOk="0" h="494" w="53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5" name="Google Shape;2925;p65"/>
          <p:cNvSpPr/>
          <p:nvPr/>
        </p:nvSpPr>
        <p:spPr>
          <a:xfrm>
            <a:off x="3393586" y="2031202"/>
            <a:ext cx="140695" cy="161274"/>
          </a:xfrm>
          <a:custGeom>
            <a:rect b="b" l="l" r="r" t="t"/>
            <a:pathLst>
              <a:path extrusionOk="0" h="4514" w="3938">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5"/>
          <p:cNvSpPr/>
          <p:nvPr/>
        </p:nvSpPr>
        <p:spPr>
          <a:xfrm>
            <a:off x="3239114" y="1995903"/>
            <a:ext cx="449631" cy="449452"/>
          </a:xfrm>
          <a:custGeom>
            <a:rect b="b" l="l" r="r" t="t"/>
            <a:pathLst>
              <a:path extrusionOk="0" h="12580" w="12585">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5"/>
          <p:cNvSpPr/>
          <p:nvPr/>
        </p:nvSpPr>
        <p:spPr>
          <a:xfrm>
            <a:off x="3330454" y="2247538"/>
            <a:ext cx="266956" cy="38729"/>
          </a:xfrm>
          <a:custGeom>
            <a:rect b="b" l="l" r="r" t="t"/>
            <a:pathLst>
              <a:path extrusionOk="0" h="1084" w="7472">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8" name="Google Shape;2928;p65"/>
          <p:cNvGrpSpPr/>
          <p:nvPr/>
        </p:nvGrpSpPr>
        <p:grpSpPr>
          <a:xfrm>
            <a:off x="4000277" y="1995900"/>
            <a:ext cx="332604" cy="449511"/>
            <a:chOff x="3965670" y="1436452"/>
            <a:chExt cx="352671" cy="476631"/>
          </a:xfrm>
        </p:grpSpPr>
        <p:sp>
          <p:nvSpPr>
            <p:cNvPr id="2929" name="Google Shape;2929;p65"/>
            <p:cNvSpPr/>
            <p:nvPr/>
          </p:nvSpPr>
          <p:spPr>
            <a:xfrm>
              <a:off x="4020755"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5"/>
            <p:cNvSpPr/>
            <p:nvPr/>
          </p:nvSpPr>
          <p:spPr>
            <a:xfrm>
              <a:off x="4109179"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5"/>
            <p:cNvSpPr/>
            <p:nvPr/>
          </p:nvSpPr>
          <p:spPr>
            <a:xfrm>
              <a:off x="4197602" y="1506160"/>
              <a:ext cx="64821" cy="64821"/>
            </a:xfrm>
            <a:custGeom>
              <a:rect b="b" l="l" r="r" t="t"/>
              <a:pathLst>
                <a:path extrusionOk="0" h="1711" w="1711">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5"/>
            <p:cNvSpPr/>
            <p:nvPr/>
          </p:nvSpPr>
          <p:spPr>
            <a:xfrm>
              <a:off x="4017156" y="1581703"/>
              <a:ext cx="71944" cy="13676"/>
            </a:xfrm>
            <a:custGeom>
              <a:rect b="b" l="l" r="r" t="t"/>
              <a:pathLst>
                <a:path extrusionOk="0" h="361" w="1899">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5"/>
            <p:cNvSpPr/>
            <p:nvPr/>
          </p:nvSpPr>
          <p:spPr>
            <a:xfrm>
              <a:off x="4031628" y="1606518"/>
              <a:ext cx="43113" cy="13676"/>
            </a:xfrm>
            <a:custGeom>
              <a:rect b="b" l="l" r="r" t="t"/>
              <a:pathLst>
                <a:path extrusionOk="0" h="361" w="1138">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5"/>
            <p:cNvSpPr/>
            <p:nvPr/>
          </p:nvSpPr>
          <p:spPr>
            <a:xfrm>
              <a:off x="4105617" y="1581703"/>
              <a:ext cx="71944" cy="13676"/>
            </a:xfrm>
            <a:custGeom>
              <a:rect b="b" l="l" r="r" t="t"/>
              <a:pathLst>
                <a:path extrusionOk="0" h="361" w="1899">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5"/>
            <p:cNvSpPr/>
            <p:nvPr/>
          </p:nvSpPr>
          <p:spPr>
            <a:xfrm>
              <a:off x="4120014" y="1606518"/>
              <a:ext cx="43189" cy="13676"/>
            </a:xfrm>
            <a:custGeom>
              <a:rect b="b" l="l" r="r" t="t"/>
              <a:pathLst>
                <a:path extrusionOk="0" h="361" w="114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5"/>
            <p:cNvSpPr/>
            <p:nvPr/>
          </p:nvSpPr>
          <p:spPr>
            <a:xfrm>
              <a:off x="4194003" y="1581703"/>
              <a:ext cx="71982" cy="13676"/>
            </a:xfrm>
            <a:custGeom>
              <a:rect b="b" l="l" r="r" t="t"/>
              <a:pathLst>
                <a:path extrusionOk="0" h="361" w="190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5"/>
            <p:cNvSpPr/>
            <p:nvPr/>
          </p:nvSpPr>
          <p:spPr>
            <a:xfrm>
              <a:off x="4208437" y="1606480"/>
              <a:ext cx="42848" cy="13676"/>
            </a:xfrm>
            <a:custGeom>
              <a:rect b="b" l="l" r="r" t="t"/>
              <a:pathLst>
                <a:path extrusionOk="0" h="361" w="1131">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5"/>
            <p:cNvSpPr/>
            <p:nvPr/>
          </p:nvSpPr>
          <p:spPr>
            <a:xfrm>
              <a:off x="3965670" y="1436452"/>
              <a:ext cx="352671" cy="476631"/>
            </a:xfrm>
            <a:custGeom>
              <a:rect b="b" l="l" r="r" t="t"/>
              <a:pathLst>
                <a:path extrusionOk="0" h="12581" w="9309">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5"/>
            <p:cNvSpPr/>
            <p:nvPr/>
          </p:nvSpPr>
          <p:spPr>
            <a:xfrm>
              <a:off x="4007836" y="1656147"/>
              <a:ext cx="121687" cy="83158"/>
            </a:xfrm>
            <a:custGeom>
              <a:rect b="b" l="l" r="r" t="t"/>
              <a:pathLst>
                <a:path extrusionOk="0" h="2195" w="3212">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5"/>
            <p:cNvSpPr/>
            <p:nvPr/>
          </p:nvSpPr>
          <p:spPr>
            <a:xfrm>
              <a:off x="4153125" y="1656147"/>
              <a:ext cx="121649" cy="83158"/>
            </a:xfrm>
            <a:custGeom>
              <a:rect b="b" l="l" r="r" t="t"/>
              <a:pathLst>
                <a:path extrusionOk="0" h="2195" w="3211">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5"/>
            <p:cNvSpPr/>
            <p:nvPr/>
          </p:nvSpPr>
          <p:spPr>
            <a:xfrm>
              <a:off x="4007609" y="1784009"/>
              <a:ext cx="267961" cy="13714"/>
            </a:xfrm>
            <a:custGeom>
              <a:rect b="b" l="l" r="r" t="t"/>
              <a:pathLst>
                <a:path extrusionOk="0" h="362" w="7073">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5"/>
            <p:cNvSpPr/>
            <p:nvPr/>
          </p:nvSpPr>
          <p:spPr>
            <a:xfrm>
              <a:off x="4135660" y="1811286"/>
              <a:ext cx="138508" cy="13676"/>
            </a:xfrm>
            <a:custGeom>
              <a:rect b="b" l="l" r="r" t="t"/>
              <a:pathLst>
                <a:path extrusionOk="0" h="361" w="3656">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5"/>
            <p:cNvSpPr/>
            <p:nvPr/>
          </p:nvSpPr>
          <p:spPr>
            <a:xfrm>
              <a:off x="4008632" y="1811362"/>
              <a:ext cx="104373" cy="13639"/>
            </a:xfrm>
            <a:custGeom>
              <a:rect b="b" l="l" r="r" t="t"/>
              <a:pathLst>
                <a:path extrusionOk="0" h="360" w="2755">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5"/>
            <p:cNvSpPr/>
            <p:nvPr/>
          </p:nvSpPr>
          <p:spPr>
            <a:xfrm>
              <a:off x="4007609" y="1839852"/>
              <a:ext cx="267961" cy="13676"/>
            </a:xfrm>
            <a:custGeom>
              <a:rect b="b" l="l" r="r" t="t"/>
              <a:pathLst>
                <a:path extrusionOk="0" h="361" w="7073">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5"/>
            <p:cNvSpPr/>
            <p:nvPr/>
          </p:nvSpPr>
          <p:spPr>
            <a:xfrm>
              <a:off x="4199837" y="1867167"/>
              <a:ext cx="74974" cy="13676"/>
            </a:xfrm>
            <a:custGeom>
              <a:rect b="b" l="l" r="r" t="t"/>
              <a:pathLst>
                <a:path extrusionOk="0" h="361" w="1979">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5"/>
            <p:cNvSpPr/>
            <p:nvPr/>
          </p:nvSpPr>
          <p:spPr>
            <a:xfrm>
              <a:off x="4009276" y="1867205"/>
              <a:ext cx="168740" cy="13676"/>
            </a:xfrm>
            <a:custGeom>
              <a:rect b="b" l="l" r="r" t="t"/>
              <a:pathLst>
                <a:path extrusionOk="0" h="361" w="4454">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7" name="Google Shape;2947;p65"/>
          <p:cNvGrpSpPr/>
          <p:nvPr/>
        </p:nvGrpSpPr>
        <p:grpSpPr>
          <a:xfrm>
            <a:off x="2468900" y="1995936"/>
            <a:ext cx="437899" cy="449582"/>
            <a:chOff x="2341881" y="1436490"/>
            <a:chExt cx="464319" cy="476707"/>
          </a:xfrm>
        </p:grpSpPr>
        <p:sp>
          <p:nvSpPr>
            <p:cNvPr id="2948" name="Google Shape;2948;p65"/>
            <p:cNvSpPr/>
            <p:nvPr/>
          </p:nvSpPr>
          <p:spPr>
            <a:xfrm>
              <a:off x="2582678" y="1523322"/>
              <a:ext cx="223522" cy="389875"/>
            </a:xfrm>
            <a:custGeom>
              <a:rect b="b" l="l" r="r" t="t"/>
              <a:pathLst>
                <a:path extrusionOk="0" h="10291" w="590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5"/>
            <p:cNvSpPr/>
            <p:nvPr/>
          </p:nvSpPr>
          <p:spPr>
            <a:xfrm>
              <a:off x="2681482" y="1867205"/>
              <a:ext cx="26747" cy="13676"/>
            </a:xfrm>
            <a:custGeom>
              <a:rect b="b" l="l" r="r" t="t"/>
              <a:pathLst>
                <a:path extrusionOk="0" h="361" w="706">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5"/>
            <p:cNvSpPr/>
            <p:nvPr/>
          </p:nvSpPr>
          <p:spPr>
            <a:xfrm>
              <a:off x="2419735" y="1436642"/>
              <a:ext cx="67890" cy="79104"/>
            </a:xfrm>
            <a:custGeom>
              <a:rect b="b" l="l" r="r" t="t"/>
              <a:pathLst>
                <a:path extrusionOk="0" h="2088" w="1792">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5"/>
            <p:cNvSpPr/>
            <p:nvPr/>
          </p:nvSpPr>
          <p:spPr>
            <a:xfrm>
              <a:off x="2668374" y="1436490"/>
              <a:ext cx="53986" cy="79407"/>
            </a:xfrm>
            <a:custGeom>
              <a:rect b="b" l="l" r="r" t="t"/>
              <a:pathLst>
                <a:path extrusionOk="0" h="2096" w="1425">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5"/>
            <p:cNvSpPr/>
            <p:nvPr/>
          </p:nvSpPr>
          <p:spPr>
            <a:xfrm>
              <a:off x="2633406" y="1624778"/>
              <a:ext cx="122937" cy="122937"/>
            </a:xfrm>
            <a:custGeom>
              <a:rect b="b" l="l" r="r" t="t"/>
              <a:pathLst>
                <a:path extrusionOk="0" h="3245" w="3245">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5"/>
            <p:cNvSpPr/>
            <p:nvPr/>
          </p:nvSpPr>
          <p:spPr>
            <a:xfrm>
              <a:off x="2667579" y="1663762"/>
              <a:ext cx="54744" cy="45879"/>
            </a:xfrm>
            <a:custGeom>
              <a:rect b="b" l="l" r="r" t="t"/>
              <a:pathLst>
                <a:path extrusionOk="0" h="1211" w="1445">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5"/>
            <p:cNvSpPr/>
            <p:nvPr/>
          </p:nvSpPr>
          <p:spPr>
            <a:xfrm>
              <a:off x="2341881" y="1523322"/>
              <a:ext cx="223522" cy="389875"/>
            </a:xfrm>
            <a:custGeom>
              <a:rect b="b" l="l" r="r" t="t"/>
              <a:pathLst>
                <a:path extrusionOk="0" h="10291" w="590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5"/>
            <p:cNvSpPr/>
            <p:nvPr/>
          </p:nvSpPr>
          <p:spPr>
            <a:xfrm>
              <a:off x="2439928" y="1867205"/>
              <a:ext cx="26785" cy="13676"/>
            </a:xfrm>
            <a:custGeom>
              <a:rect b="b" l="l" r="r" t="t"/>
              <a:pathLst>
                <a:path extrusionOk="0" h="361" w="707">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5"/>
            <p:cNvSpPr/>
            <p:nvPr/>
          </p:nvSpPr>
          <p:spPr>
            <a:xfrm>
              <a:off x="2391927" y="1624892"/>
              <a:ext cx="122937" cy="122861"/>
            </a:xfrm>
            <a:custGeom>
              <a:rect b="b" l="l" r="r" t="t"/>
              <a:pathLst>
                <a:path extrusionOk="0" h="3243" w="3245">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5"/>
            <p:cNvSpPr/>
            <p:nvPr/>
          </p:nvSpPr>
          <p:spPr>
            <a:xfrm>
              <a:off x="2431631" y="1664899"/>
              <a:ext cx="43416" cy="42848"/>
            </a:xfrm>
            <a:custGeom>
              <a:rect b="b" l="l" r="r" t="t"/>
              <a:pathLst>
                <a:path extrusionOk="0" h="1131" w="1146">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65"/>
          <p:cNvGrpSpPr/>
          <p:nvPr/>
        </p:nvGrpSpPr>
        <p:grpSpPr>
          <a:xfrm>
            <a:off x="1781307" y="1995865"/>
            <a:ext cx="346610" cy="449475"/>
            <a:chOff x="1612822" y="1436414"/>
            <a:chExt cx="367522" cy="476593"/>
          </a:xfrm>
        </p:grpSpPr>
        <p:sp>
          <p:nvSpPr>
            <p:cNvPr id="2959" name="Google Shape;2959;p65"/>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5"/>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5"/>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5"/>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65"/>
          <p:cNvGrpSpPr/>
          <p:nvPr/>
        </p:nvGrpSpPr>
        <p:grpSpPr>
          <a:xfrm>
            <a:off x="960336" y="1996043"/>
            <a:ext cx="394595" cy="449261"/>
            <a:chOff x="742339" y="1436604"/>
            <a:chExt cx="418402" cy="476366"/>
          </a:xfrm>
        </p:grpSpPr>
        <p:sp>
          <p:nvSpPr>
            <p:cNvPr id="2964" name="Google Shape;2964;p65"/>
            <p:cNvSpPr/>
            <p:nvPr/>
          </p:nvSpPr>
          <p:spPr>
            <a:xfrm>
              <a:off x="836180" y="1697442"/>
              <a:ext cx="98615" cy="215528"/>
            </a:xfrm>
            <a:custGeom>
              <a:rect b="b" l="l" r="r" t="t"/>
              <a:pathLst>
                <a:path extrusionOk="0" h="5689" w="2603">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5"/>
            <p:cNvSpPr/>
            <p:nvPr/>
          </p:nvSpPr>
          <p:spPr>
            <a:xfrm>
              <a:off x="818487" y="1437664"/>
              <a:ext cx="25686" cy="55502"/>
            </a:xfrm>
            <a:custGeom>
              <a:rect b="b" l="l" r="r" t="t"/>
              <a:pathLst>
                <a:path extrusionOk="0" h="1465" w="678">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5"/>
            <p:cNvSpPr/>
            <p:nvPr/>
          </p:nvSpPr>
          <p:spPr>
            <a:xfrm>
              <a:off x="875807" y="1510934"/>
              <a:ext cx="22996" cy="55502"/>
            </a:xfrm>
            <a:custGeom>
              <a:rect b="b" l="l" r="r" t="t"/>
              <a:pathLst>
                <a:path extrusionOk="0" h="1465" w="607">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5"/>
            <p:cNvSpPr/>
            <p:nvPr/>
          </p:nvSpPr>
          <p:spPr>
            <a:xfrm>
              <a:off x="909108" y="1437664"/>
              <a:ext cx="25686" cy="55502"/>
            </a:xfrm>
            <a:custGeom>
              <a:rect b="b" l="l" r="r" t="t"/>
              <a:pathLst>
                <a:path extrusionOk="0" h="1465" w="678">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5"/>
            <p:cNvSpPr/>
            <p:nvPr/>
          </p:nvSpPr>
          <p:spPr>
            <a:xfrm>
              <a:off x="772116" y="1436604"/>
              <a:ext cx="38529" cy="58078"/>
            </a:xfrm>
            <a:custGeom>
              <a:rect b="b" l="l" r="r" t="t"/>
              <a:pathLst>
                <a:path extrusionOk="0" h="1533" w="1017">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5"/>
            <p:cNvSpPr/>
            <p:nvPr/>
          </p:nvSpPr>
          <p:spPr>
            <a:xfrm>
              <a:off x="772116" y="1510025"/>
              <a:ext cx="38529" cy="58078"/>
            </a:xfrm>
            <a:custGeom>
              <a:rect b="b" l="l" r="r" t="t"/>
              <a:pathLst>
                <a:path extrusionOk="0" h="1533" w="1017">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5"/>
            <p:cNvSpPr/>
            <p:nvPr/>
          </p:nvSpPr>
          <p:spPr>
            <a:xfrm>
              <a:off x="825496" y="1509987"/>
              <a:ext cx="38491" cy="58078"/>
            </a:xfrm>
            <a:custGeom>
              <a:rect b="b" l="l" r="r" t="t"/>
              <a:pathLst>
                <a:path extrusionOk="0" h="1533" w="1016">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5"/>
            <p:cNvSpPr/>
            <p:nvPr/>
          </p:nvSpPr>
          <p:spPr>
            <a:xfrm>
              <a:off x="913655" y="1509987"/>
              <a:ext cx="38529" cy="58078"/>
            </a:xfrm>
            <a:custGeom>
              <a:rect b="b" l="l" r="r" t="t"/>
              <a:pathLst>
                <a:path extrusionOk="0" h="1533" w="1017">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5"/>
            <p:cNvSpPr/>
            <p:nvPr/>
          </p:nvSpPr>
          <p:spPr>
            <a:xfrm>
              <a:off x="860275" y="1436604"/>
              <a:ext cx="38529" cy="58078"/>
            </a:xfrm>
            <a:custGeom>
              <a:rect b="b" l="l" r="r" t="t"/>
              <a:pathLst>
                <a:path extrusionOk="0" h="1533" w="1017">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5"/>
            <p:cNvSpPr/>
            <p:nvPr/>
          </p:nvSpPr>
          <p:spPr>
            <a:xfrm>
              <a:off x="954608" y="1436604"/>
              <a:ext cx="38529" cy="58078"/>
            </a:xfrm>
            <a:custGeom>
              <a:rect b="b" l="l" r="r" t="t"/>
              <a:pathLst>
                <a:path extrusionOk="0" h="1533" w="1017">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5"/>
            <p:cNvSpPr/>
            <p:nvPr/>
          </p:nvSpPr>
          <p:spPr>
            <a:xfrm>
              <a:off x="742339" y="1479944"/>
              <a:ext cx="418402" cy="352937"/>
            </a:xfrm>
            <a:custGeom>
              <a:rect b="b" l="l" r="r" t="t"/>
              <a:pathLst>
                <a:path extrusionOk="0" h="9316" w="11044">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5"/>
            <p:cNvSpPr/>
            <p:nvPr/>
          </p:nvSpPr>
          <p:spPr>
            <a:xfrm>
              <a:off x="1008367" y="1531051"/>
              <a:ext cx="105169" cy="101039"/>
            </a:xfrm>
            <a:custGeom>
              <a:rect b="b" l="l" r="r" t="t"/>
              <a:pathLst>
                <a:path extrusionOk="0" h="2667" w="2776">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65"/>
          <p:cNvGrpSpPr/>
          <p:nvPr/>
        </p:nvGrpSpPr>
        <p:grpSpPr>
          <a:xfrm>
            <a:off x="7760469" y="1347806"/>
            <a:ext cx="449582" cy="381589"/>
            <a:chOff x="7952725" y="749256"/>
            <a:chExt cx="476707" cy="404612"/>
          </a:xfrm>
        </p:grpSpPr>
        <p:sp>
          <p:nvSpPr>
            <p:cNvPr id="2977" name="Google Shape;2977;p65"/>
            <p:cNvSpPr/>
            <p:nvPr/>
          </p:nvSpPr>
          <p:spPr>
            <a:xfrm>
              <a:off x="8164957" y="779147"/>
              <a:ext cx="52243" cy="21367"/>
            </a:xfrm>
            <a:custGeom>
              <a:rect b="b" l="l" r="r" t="t"/>
              <a:pathLst>
                <a:path extrusionOk="0" h="564" w="1379">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5"/>
            <p:cNvSpPr/>
            <p:nvPr/>
          </p:nvSpPr>
          <p:spPr>
            <a:xfrm>
              <a:off x="8144386" y="749256"/>
              <a:ext cx="93424" cy="29588"/>
            </a:xfrm>
            <a:custGeom>
              <a:rect b="b" l="l" r="r" t="t"/>
              <a:pathLst>
                <a:path extrusionOk="0" h="781" w="2466">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5"/>
            <p:cNvSpPr/>
            <p:nvPr/>
          </p:nvSpPr>
          <p:spPr>
            <a:xfrm>
              <a:off x="8006333" y="846052"/>
              <a:ext cx="368659" cy="229659"/>
            </a:xfrm>
            <a:custGeom>
              <a:rect b="b" l="l" r="r" t="t"/>
              <a:pathLst>
                <a:path extrusionOk="0" h="6062" w="9731">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5"/>
            <p:cNvSpPr/>
            <p:nvPr/>
          </p:nvSpPr>
          <p:spPr>
            <a:xfrm>
              <a:off x="7952725" y="812524"/>
              <a:ext cx="476707" cy="341344"/>
            </a:xfrm>
            <a:custGeom>
              <a:rect b="b" l="l" r="r" t="t"/>
              <a:pathLst>
                <a:path extrusionOk="0" h="9010" w="12583">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5"/>
            <p:cNvSpPr/>
            <p:nvPr/>
          </p:nvSpPr>
          <p:spPr>
            <a:xfrm>
              <a:off x="8039747" y="885756"/>
              <a:ext cx="301716" cy="144266"/>
            </a:xfrm>
            <a:custGeom>
              <a:rect b="b" l="l" r="r" t="t"/>
              <a:pathLst>
                <a:path extrusionOk="0" h="3808" w="7964">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65"/>
          <p:cNvGrpSpPr/>
          <p:nvPr/>
        </p:nvGrpSpPr>
        <p:grpSpPr>
          <a:xfrm>
            <a:off x="7015727" y="1322652"/>
            <a:ext cx="449761" cy="431968"/>
            <a:chOff x="7163051" y="722585"/>
            <a:chExt cx="476896" cy="458030"/>
          </a:xfrm>
        </p:grpSpPr>
        <p:sp>
          <p:nvSpPr>
            <p:cNvPr id="2983" name="Google Shape;2983;p65"/>
            <p:cNvSpPr/>
            <p:nvPr/>
          </p:nvSpPr>
          <p:spPr>
            <a:xfrm>
              <a:off x="7163051" y="722585"/>
              <a:ext cx="476896" cy="458030"/>
            </a:xfrm>
            <a:custGeom>
              <a:rect b="b" l="l" r="r" t="t"/>
              <a:pathLst>
                <a:path extrusionOk="0" h="12090" w="12588">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5"/>
            <p:cNvSpPr/>
            <p:nvPr/>
          </p:nvSpPr>
          <p:spPr>
            <a:xfrm>
              <a:off x="7293678" y="846961"/>
              <a:ext cx="119451" cy="135439"/>
            </a:xfrm>
            <a:custGeom>
              <a:rect b="b" l="l" r="r" t="t"/>
              <a:pathLst>
                <a:path extrusionOk="0" h="3575" w="3153">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5"/>
            <p:cNvSpPr/>
            <p:nvPr/>
          </p:nvSpPr>
          <p:spPr>
            <a:xfrm>
              <a:off x="7414342" y="874428"/>
              <a:ext cx="95091" cy="107859"/>
            </a:xfrm>
            <a:custGeom>
              <a:rect b="b" l="l" r="r" t="t"/>
              <a:pathLst>
                <a:path extrusionOk="0" h="2847" w="251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5"/>
            <p:cNvSpPr/>
            <p:nvPr/>
          </p:nvSpPr>
          <p:spPr>
            <a:xfrm>
              <a:off x="7245072" y="792937"/>
              <a:ext cx="311756" cy="242805"/>
            </a:xfrm>
            <a:custGeom>
              <a:rect b="b" l="l" r="r" t="t"/>
              <a:pathLst>
                <a:path extrusionOk="0" h="6409" w="8229">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7" name="Google Shape;2987;p65"/>
          <p:cNvSpPr/>
          <p:nvPr/>
        </p:nvSpPr>
        <p:spPr>
          <a:xfrm>
            <a:off x="6308885" y="1364795"/>
            <a:ext cx="17578" cy="17614"/>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8" name="Google Shape;2988;p65"/>
          <p:cNvGrpSpPr/>
          <p:nvPr/>
        </p:nvGrpSpPr>
        <p:grpSpPr>
          <a:xfrm>
            <a:off x="6262731" y="1339552"/>
            <a:ext cx="449761" cy="398096"/>
            <a:chOff x="6364624" y="740505"/>
            <a:chExt cx="476896" cy="422115"/>
          </a:xfrm>
        </p:grpSpPr>
        <p:sp>
          <p:nvSpPr>
            <p:cNvPr id="2989" name="Google Shape;2989;p65"/>
            <p:cNvSpPr/>
            <p:nvPr/>
          </p:nvSpPr>
          <p:spPr>
            <a:xfrm>
              <a:off x="6638230" y="799719"/>
              <a:ext cx="143622" cy="142410"/>
            </a:xfrm>
            <a:custGeom>
              <a:rect b="b" l="l" r="r" t="t"/>
              <a:pathLst>
                <a:path extrusionOk="0" h="3759" w="3791">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5"/>
            <p:cNvSpPr/>
            <p:nvPr/>
          </p:nvSpPr>
          <p:spPr>
            <a:xfrm>
              <a:off x="6693731" y="842529"/>
              <a:ext cx="32960" cy="56903"/>
            </a:xfrm>
            <a:custGeom>
              <a:rect b="b" l="l" r="r" t="t"/>
              <a:pathLst>
                <a:path extrusionOk="0" h="1502" w="87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5"/>
            <p:cNvSpPr/>
            <p:nvPr/>
          </p:nvSpPr>
          <p:spPr>
            <a:xfrm>
              <a:off x="6729078" y="844575"/>
              <a:ext cx="26785" cy="52736"/>
            </a:xfrm>
            <a:custGeom>
              <a:rect b="b" l="l" r="r" t="t"/>
              <a:pathLst>
                <a:path extrusionOk="0" h="1392" w="707">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5"/>
            <p:cNvSpPr/>
            <p:nvPr/>
          </p:nvSpPr>
          <p:spPr>
            <a:xfrm>
              <a:off x="6663044" y="844575"/>
              <a:ext cx="26785" cy="52736"/>
            </a:xfrm>
            <a:custGeom>
              <a:rect b="b" l="l" r="r" t="t"/>
              <a:pathLst>
                <a:path extrusionOk="0" h="1392" w="707">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5"/>
            <p:cNvSpPr/>
            <p:nvPr/>
          </p:nvSpPr>
          <p:spPr>
            <a:xfrm>
              <a:off x="6449487" y="767289"/>
              <a:ext cx="18677" cy="18677"/>
            </a:xfrm>
            <a:custGeom>
              <a:rect b="b" l="l" r="r" t="t"/>
              <a:pathLst>
                <a:path extrusionOk="0" h="493" w="493">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5"/>
            <p:cNvSpPr/>
            <p:nvPr/>
          </p:nvSpPr>
          <p:spPr>
            <a:xfrm>
              <a:off x="6485212"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5"/>
            <p:cNvSpPr/>
            <p:nvPr/>
          </p:nvSpPr>
          <p:spPr>
            <a:xfrm>
              <a:off x="6364624" y="740505"/>
              <a:ext cx="476896" cy="422115"/>
            </a:xfrm>
            <a:custGeom>
              <a:rect b="b" l="l" r="r" t="t"/>
              <a:pathLst>
                <a:path extrusionOk="0" h="11142" w="12588">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5"/>
            <p:cNvSpPr/>
            <p:nvPr/>
          </p:nvSpPr>
          <p:spPr>
            <a:xfrm>
              <a:off x="6483886" y="931331"/>
              <a:ext cx="13714" cy="201927"/>
            </a:xfrm>
            <a:custGeom>
              <a:rect b="b" l="l" r="r" t="t"/>
              <a:pathLst>
                <a:path extrusionOk="0" h="5330" w="362">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5"/>
            <p:cNvSpPr/>
            <p:nvPr/>
          </p:nvSpPr>
          <p:spPr>
            <a:xfrm>
              <a:off x="6410162" y="949062"/>
              <a:ext cx="51940" cy="13676"/>
            </a:xfrm>
            <a:custGeom>
              <a:rect b="b" l="l" r="r" t="t"/>
              <a:pathLst>
                <a:path extrusionOk="0" h="361" w="1371">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5"/>
            <p:cNvSpPr/>
            <p:nvPr/>
          </p:nvSpPr>
          <p:spPr>
            <a:xfrm>
              <a:off x="6410162" y="980127"/>
              <a:ext cx="51940" cy="13676"/>
            </a:xfrm>
            <a:custGeom>
              <a:rect b="b" l="l" r="r" t="t"/>
              <a:pathLst>
                <a:path extrusionOk="0" h="361" w="1371">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5"/>
            <p:cNvSpPr/>
            <p:nvPr/>
          </p:nvSpPr>
          <p:spPr>
            <a:xfrm>
              <a:off x="6410162" y="1009943"/>
              <a:ext cx="51902" cy="13676"/>
            </a:xfrm>
            <a:custGeom>
              <a:rect b="b" l="l" r="r" t="t"/>
              <a:pathLst>
                <a:path extrusionOk="0" h="361" w="137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5"/>
            <p:cNvSpPr/>
            <p:nvPr/>
          </p:nvSpPr>
          <p:spPr>
            <a:xfrm>
              <a:off x="6410162" y="1040895"/>
              <a:ext cx="51940" cy="13714"/>
            </a:xfrm>
            <a:custGeom>
              <a:rect b="b" l="l" r="r" t="t"/>
              <a:pathLst>
                <a:path extrusionOk="0" h="362" w="1371">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5"/>
            <p:cNvSpPr/>
            <p:nvPr/>
          </p:nvSpPr>
          <p:spPr>
            <a:xfrm>
              <a:off x="6410162" y="1070748"/>
              <a:ext cx="51940" cy="13639"/>
            </a:xfrm>
            <a:custGeom>
              <a:rect b="b" l="l" r="r" t="t"/>
              <a:pathLst>
                <a:path extrusionOk="0" h="360" w="1371">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5"/>
            <p:cNvSpPr/>
            <p:nvPr/>
          </p:nvSpPr>
          <p:spPr>
            <a:xfrm>
              <a:off x="6410162" y="1101776"/>
              <a:ext cx="51902" cy="13714"/>
            </a:xfrm>
            <a:custGeom>
              <a:rect b="b" l="l" r="r" t="t"/>
              <a:pathLst>
                <a:path extrusionOk="0" h="362" w="137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65"/>
          <p:cNvGrpSpPr/>
          <p:nvPr/>
        </p:nvGrpSpPr>
        <p:grpSpPr>
          <a:xfrm>
            <a:off x="5498230" y="1339588"/>
            <a:ext cx="449618" cy="398061"/>
            <a:chOff x="5553999" y="740543"/>
            <a:chExt cx="476745" cy="422077"/>
          </a:xfrm>
        </p:grpSpPr>
        <p:sp>
          <p:nvSpPr>
            <p:cNvPr id="3004" name="Google Shape;3004;p65"/>
            <p:cNvSpPr/>
            <p:nvPr/>
          </p:nvSpPr>
          <p:spPr>
            <a:xfrm>
              <a:off x="5553999" y="740543"/>
              <a:ext cx="476745" cy="422077"/>
            </a:xfrm>
            <a:custGeom>
              <a:rect b="b" l="l" r="r" t="t"/>
              <a:pathLst>
                <a:path extrusionOk="0" h="11141" w="12584">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5"/>
            <p:cNvSpPr/>
            <p:nvPr/>
          </p:nvSpPr>
          <p:spPr>
            <a:xfrm>
              <a:off x="5603022" y="767289"/>
              <a:ext cx="18677" cy="18677"/>
            </a:xfrm>
            <a:custGeom>
              <a:rect b="b" l="l" r="r" t="t"/>
              <a:pathLst>
                <a:path extrusionOk="0" h="493" w="493">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5"/>
            <p:cNvSpPr/>
            <p:nvPr/>
          </p:nvSpPr>
          <p:spPr>
            <a:xfrm>
              <a:off x="5638710"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5"/>
            <p:cNvSpPr/>
            <p:nvPr/>
          </p:nvSpPr>
          <p:spPr>
            <a:xfrm>
              <a:off x="5674511" y="767289"/>
              <a:ext cx="18639" cy="18677"/>
            </a:xfrm>
            <a:custGeom>
              <a:rect b="b" l="l" r="r" t="t"/>
              <a:pathLst>
                <a:path extrusionOk="0" h="493" w="492">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5"/>
            <p:cNvSpPr/>
            <p:nvPr/>
          </p:nvSpPr>
          <p:spPr>
            <a:xfrm>
              <a:off x="5711866" y="985166"/>
              <a:ext cx="53077" cy="61146"/>
            </a:xfrm>
            <a:custGeom>
              <a:rect b="b" l="l" r="r" t="t"/>
              <a:pathLst>
                <a:path extrusionOk="0" h="1614" w="1401">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5"/>
            <p:cNvSpPr/>
            <p:nvPr/>
          </p:nvSpPr>
          <p:spPr>
            <a:xfrm>
              <a:off x="5861890" y="985810"/>
              <a:ext cx="45955" cy="60275"/>
            </a:xfrm>
            <a:custGeom>
              <a:rect b="b" l="l" r="r" t="t"/>
              <a:pathLst>
                <a:path extrusionOk="0" h="1591" w="1213">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5"/>
            <p:cNvSpPr/>
            <p:nvPr/>
          </p:nvSpPr>
          <p:spPr>
            <a:xfrm>
              <a:off x="5607417" y="986416"/>
              <a:ext cx="29891" cy="61109"/>
            </a:xfrm>
            <a:custGeom>
              <a:rect b="b" l="l" r="r" t="t"/>
              <a:pathLst>
                <a:path extrusionOk="0" h="1613" w="789">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5"/>
            <p:cNvSpPr/>
            <p:nvPr/>
          </p:nvSpPr>
          <p:spPr>
            <a:xfrm>
              <a:off x="5833325" y="987894"/>
              <a:ext cx="13714" cy="57661"/>
            </a:xfrm>
            <a:custGeom>
              <a:rect b="b" l="l" r="r" t="t"/>
              <a:pathLst>
                <a:path extrusionOk="0" h="1522" w="362">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5"/>
            <p:cNvSpPr/>
            <p:nvPr/>
          </p:nvSpPr>
          <p:spPr>
            <a:xfrm>
              <a:off x="5775020" y="987553"/>
              <a:ext cx="45348" cy="59669"/>
            </a:xfrm>
            <a:custGeom>
              <a:rect b="b" l="l" r="r" t="t"/>
              <a:pathLst>
                <a:path extrusionOk="0" h="1575" w="1197">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5"/>
            <p:cNvSpPr/>
            <p:nvPr/>
          </p:nvSpPr>
          <p:spPr>
            <a:xfrm>
              <a:off x="5909701" y="986795"/>
              <a:ext cx="66678" cy="59820"/>
            </a:xfrm>
            <a:custGeom>
              <a:rect b="b" l="l" r="r" t="t"/>
              <a:pathLst>
                <a:path extrusionOk="0" h="1579" w="176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5"/>
            <p:cNvSpPr/>
            <p:nvPr/>
          </p:nvSpPr>
          <p:spPr>
            <a:xfrm>
              <a:off x="5644771" y="985772"/>
              <a:ext cx="61109" cy="61146"/>
            </a:xfrm>
            <a:custGeom>
              <a:rect b="b" l="l" r="r" t="t"/>
              <a:pathLst>
                <a:path extrusionOk="0" h="1614" w="1613">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5"/>
            <p:cNvSpPr/>
            <p:nvPr/>
          </p:nvSpPr>
          <p:spPr>
            <a:xfrm>
              <a:off x="5607379" y="916746"/>
              <a:ext cx="369985" cy="47318"/>
            </a:xfrm>
            <a:custGeom>
              <a:rect b="b" l="l" r="r" t="t"/>
              <a:pathLst>
                <a:path extrusionOk="0" h="1249" w="9766">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6" name="Google Shape;3016;p65"/>
          <p:cNvGrpSpPr/>
          <p:nvPr/>
        </p:nvGrpSpPr>
        <p:grpSpPr>
          <a:xfrm>
            <a:off x="4839738" y="1313863"/>
            <a:ext cx="248462" cy="449511"/>
            <a:chOff x="4855778" y="713265"/>
            <a:chExt cx="263452" cy="476631"/>
          </a:xfrm>
        </p:grpSpPr>
        <p:sp>
          <p:nvSpPr>
            <p:cNvPr id="3017" name="Google Shape;3017;p65"/>
            <p:cNvSpPr/>
            <p:nvPr/>
          </p:nvSpPr>
          <p:spPr>
            <a:xfrm>
              <a:off x="4973032" y="1139055"/>
              <a:ext cx="29361" cy="13676"/>
            </a:xfrm>
            <a:custGeom>
              <a:rect b="b" l="l" r="r" t="t"/>
              <a:pathLst>
                <a:path extrusionOk="0" h="361" w="775">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5"/>
            <p:cNvSpPr/>
            <p:nvPr/>
          </p:nvSpPr>
          <p:spPr>
            <a:xfrm>
              <a:off x="4855968" y="893712"/>
              <a:ext cx="263149" cy="296185"/>
            </a:xfrm>
            <a:custGeom>
              <a:rect b="b" l="l" r="r" t="t"/>
              <a:pathLst>
                <a:path extrusionOk="0" h="7818" w="6946">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5"/>
            <p:cNvSpPr/>
            <p:nvPr/>
          </p:nvSpPr>
          <p:spPr>
            <a:xfrm>
              <a:off x="4855778" y="713265"/>
              <a:ext cx="263452" cy="335775"/>
            </a:xfrm>
            <a:custGeom>
              <a:rect b="b" l="l" r="r" t="t"/>
              <a:pathLst>
                <a:path extrusionOk="0" h="8863" w="6954">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5"/>
            <p:cNvSpPr/>
            <p:nvPr/>
          </p:nvSpPr>
          <p:spPr>
            <a:xfrm>
              <a:off x="4888208" y="750468"/>
              <a:ext cx="199919" cy="105585"/>
            </a:xfrm>
            <a:custGeom>
              <a:rect b="b" l="l" r="r" t="t"/>
              <a:pathLst>
                <a:path extrusionOk="0" h="2787" w="5277">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5"/>
            <p:cNvSpPr/>
            <p:nvPr/>
          </p:nvSpPr>
          <p:spPr>
            <a:xfrm>
              <a:off x="4888018" y="875640"/>
              <a:ext cx="64821" cy="75315"/>
            </a:xfrm>
            <a:custGeom>
              <a:rect b="b" l="l" r="r" t="t"/>
              <a:pathLst>
                <a:path extrusionOk="0" h="1988" w="1711">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5"/>
            <p:cNvSpPr/>
            <p:nvPr/>
          </p:nvSpPr>
          <p:spPr>
            <a:xfrm>
              <a:off x="4962728" y="936673"/>
              <a:ext cx="124035" cy="13714"/>
            </a:xfrm>
            <a:custGeom>
              <a:rect b="b" l="l" r="r" t="t"/>
              <a:pathLst>
                <a:path extrusionOk="0" h="362" w="3274">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5"/>
            <p:cNvSpPr/>
            <p:nvPr/>
          </p:nvSpPr>
          <p:spPr>
            <a:xfrm>
              <a:off x="4989096" y="968989"/>
              <a:ext cx="97857" cy="13639"/>
            </a:xfrm>
            <a:custGeom>
              <a:rect b="b" l="l" r="r" t="t"/>
              <a:pathLst>
                <a:path extrusionOk="0" h="360" w="2583">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5"/>
            <p:cNvSpPr/>
            <p:nvPr/>
          </p:nvSpPr>
          <p:spPr>
            <a:xfrm>
              <a:off x="4888359" y="968989"/>
              <a:ext cx="82097" cy="13639"/>
            </a:xfrm>
            <a:custGeom>
              <a:rect b="b" l="l" r="r" t="t"/>
              <a:pathLst>
                <a:path extrusionOk="0" h="360" w="2167">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5"/>
            <p:cNvSpPr/>
            <p:nvPr/>
          </p:nvSpPr>
          <p:spPr>
            <a:xfrm>
              <a:off x="4889231" y="1000017"/>
              <a:ext cx="196926" cy="13676"/>
            </a:xfrm>
            <a:custGeom>
              <a:rect b="b" l="l" r="r" t="t"/>
              <a:pathLst>
                <a:path extrusionOk="0" h="361" w="5198">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5"/>
            <p:cNvSpPr/>
            <p:nvPr/>
          </p:nvSpPr>
          <p:spPr>
            <a:xfrm>
              <a:off x="5059562" y="1032257"/>
              <a:ext cx="27959" cy="13676"/>
            </a:xfrm>
            <a:custGeom>
              <a:rect b="b" l="l" r="r" t="t"/>
              <a:pathLst>
                <a:path extrusionOk="0" h="361" w="738">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5"/>
            <p:cNvSpPr/>
            <p:nvPr/>
          </p:nvSpPr>
          <p:spPr>
            <a:xfrm>
              <a:off x="4888928" y="1032257"/>
              <a:ext cx="152373" cy="13676"/>
            </a:xfrm>
            <a:custGeom>
              <a:rect b="b" l="l" r="r" t="t"/>
              <a:pathLst>
                <a:path extrusionOk="0" h="361" w="4022">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5"/>
            <p:cNvSpPr/>
            <p:nvPr/>
          </p:nvSpPr>
          <p:spPr>
            <a:xfrm>
              <a:off x="4889231" y="1063285"/>
              <a:ext cx="196926" cy="13714"/>
            </a:xfrm>
            <a:custGeom>
              <a:rect b="b" l="l" r="r" t="t"/>
              <a:pathLst>
                <a:path extrusionOk="0" h="362" w="5198">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65"/>
          <p:cNvGrpSpPr/>
          <p:nvPr/>
        </p:nvGrpSpPr>
        <p:grpSpPr>
          <a:xfrm>
            <a:off x="3944647" y="1313791"/>
            <a:ext cx="443723" cy="449475"/>
            <a:chOff x="3906683" y="713190"/>
            <a:chExt cx="470494" cy="476593"/>
          </a:xfrm>
        </p:grpSpPr>
        <p:sp>
          <p:nvSpPr>
            <p:cNvPr id="3030" name="Google Shape;3030;p65"/>
            <p:cNvSpPr/>
            <p:nvPr/>
          </p:nvSpPr>
          <p:spPr>
            <a:xfrm>
              <a:off x="4044016" y="1026044"/>
              <a:ext cx="150100" cy="13676"/>
            </a:xfrm>
            <a:custGeom>
              <a:rect b="b" l="l" r="r" t="t"/>
              <a:pathLst>
                <a:path extrusionOk="0" h="361" w="3962">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5"/>
            <p:cNvSpPr/>
            <p:nvPr/>
          </p:nvSpPr>
          <p:spPr>
            <a:xfrm>
              <a:off x="3971391" y="1026044"/>
              <a:ext cx="52774" cy="13676"/>
            </a:xfrm>
            <a:custGeom>
              <a:rect b="b" l="l" r="r" t="t"/>
              <a:pathLst>
                <a:path extrusionOk="0" h="361" w="1393">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5"/>
            <p:cNvSpPr/>
            <p:nvPr/>
          </p:nvSpPr>
          <p:spPr>
            <a:xfrm>
              <a:off x="3970785" y="1052147"/>
              <a:ext cx="225075" cy="13676"/>
            </a:xfrm>
            <a:custGeom>
              <a:rect b="b" l="l" r="r" t="t"/>
              <a:pathLst>
                <a:path extrusionOk="0" h="361" w="5941">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5"/>
            <p:cNvSpPr/>
            <p:nvPr/>
          </p:nvSpPr>
          <p:spPr>
            <a:xfrm>
              <a:off x="4132213" y="1076961"/>
              <a:ext cx="62927" cy="13676"/>
            </a:xfrm>
            <a:custGeom>
              <a:rect b="b" l="l" r="r" t="t"/>
              <a:pathLst>
                <a:path extrusionOk="0" h="361" w="1661">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5"/>
            <p:cNvSpPr/>
            <p:nvPr/>
          </p:nvSpPr>
          <p:spPr>
            <a:xfrm>
              <a:off x="3972376" y="1076923"/>
              <a:ext cx="139530" cy="13714"/>
            </a:xfrm>
            <a:custGeom>
              <a:rect b="b" l="l" r="r" t="t"/>
              <a:pathLst>
                <a:path extrusionOk="0" h="362" w="3683">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5"/>
            <p:cNvSpPr/>
            <p:nvPr/>
          </p:nvSpPr>
          <p:spPr>
            <a:xfrm>
              <a:off x="3971239" y="891969"/>
              <a:ext cx="124187" cy="95622"/>
            </a:xfrm>
            <a:custGeom>
              <a:rect b="b" l="l" r="r" t="t"/>
              <a:pathLst>
                <a:path extrusionOk="0" h="2524" w="3278">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5"/>
            <p:cNvSpPr/>
            <p:nvPr/>
          </p:nvSpPr>
          <p:spPr>
            <a:xfrm>
              <a:off x="3971239" y="788960"/>
              <a:ext cx="273189" cy="63382"/>
            </a:xfrm>
            <a:custGeom>
              <a:rect b="b" l="l" r="r" t="t"/>
              <a:pathLst>
                <a:path extrusionOk="0" h="1673" w="7211">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5"/>
            <p:cNvSpPr/>
            <p:nvPr/>
          </p:nvSpPr>
          <p:spPr>
            <a:xfrm>
              <a:off x="4238101" y="930498"/>
              <a:ext cx="116762" cy="42204"/>
            </a:xfrm>
            <a:custGeom>
              <a:rect b="b" l="l" r="r" t="t"/>
              <a:pathLst>
                <a:path extrusionOk="0" h="1114" w="3082">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5"/>
            <p:cNvSpPr/>
            <p:nvPr/>
          </p:nvSpPr>
          <p:spPr>
            <a:xfrm>
              <a:off x="3906683" y="713190"/>
              <a:ext cx="470494" cy="476593"/>
            </a:xfrm>
            <a:custGeom>
              <a:rect b="b" l="l" r="r" t="t"/>
              <a:pathLst>
                <a:path extrusionOk="0" h="12580" w="12419">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5"/>
            <p:cNvSpPr/>
            <p:nvPr/>
          </p:nvSpPr>
          <p:spPr>
            <a:xfrm>
              <a:off x="4288526" y="1086849"/>
              <a:ext cx="65579" cy="13714"/>
            </a:xfrm>
            <a:custGeom>
              <a:rect b="b" l="l" r="r" t="t"/>
              <a:pathLst>
                <a:path extrusionOk="0" h="362" w="1731">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5"/>
            <p:cNvSpPr/>
            <p:nvPr/>
          </p:nvSpPr>
          <p:spPr>
            <a:xfrm>
              <a:off x="4237647" y="1086849"/>
              <a:ext cx="32846" cy="13714"/>
            </a:xfrm>
            <a:custGeom>
              <a:rect b="b" l="l" r="r" t="t"/>
              <a:pathLst>
                <a:path extrusionOk="0" h="362" w="867">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5"/>
            <p:cNvSpPr/>
            <p:nvPr/>
          </p:nvSpPr>
          <p:spPr>
            <a:xfrm>
              <a:off x="4238594" y="1109239"/>
              <a:ext cx="114981" cy="13639"/>
            </a:xfrm>
            <a:custGeom>
              <a:rect b="b" l="l" r="r" t="t"/>
              <a:pathLst>
                <a:path extrusionOk="0" h="360" w="3035">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5"/>
            <p:cNvSpPr/>
            <p:nvPr/>
          </p:nvSpPr>
          <p:spPr>
            <a:xfrm>
              <a:off x="4238139" y="1002442"/>
              <a:ext cx="54668" cy="49743"/>
            </a:xfrm>
            <a:custGeom>
              <a:rect b="b" l="l" r="r" t="t"/>
              <a:pathLst>
                <a:path extrusionOk="0" h="1313" w="1443">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5"/>
            <p:cNvSpPr/>
            <p:nvPr/>
          </p:nvSpPr>
          <p:spPr>
            <a:xfrm>
              <a:off x="4300157" y="1002404"/>
              <a:ext cx="54706" cy="49743"/>
            </a:xfrm>
            <a:custGeom>
              <a:rect b="b" l="l" r="r" t="t"/>
              <a:pathLst>
                <a:path extrusionOk="0" h="1313" w="1444">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4" name="Google Shape;3044;p65"/>
          <p:cNvGrpSpPr/>
          <p:nvPr/>
        </p:nvGrpSpPr>
        <p:grpSpPr>
          <a:xfrm>
            <a:off x="3276687" y="1313899"/>
            <a:ext cx="374658" cy="449475"/>
            <a:chOff x="3198385" y="713303"/>
            <a:chExt cx="397262" cy="476593"/>
          </a:xfrm>
        </p:grpSpPr>
        <p:sp>
          <p:nvSpPr>
            <p:cNvPr id="3045" name="Google Shape;3045;p65"/>
            <p:cNvSpPr/>
            <p:nvPr/>
          </p:nvSpPr>
          <p:spPr>
            <a:xfrm>
              <a:off x="3198385" y="713303"/>
              <a:ext cx="397262" cy="476593"/>
            </a:xfrm>
            <a:custGeom>
              <a:rect b="b" l="l" r="r" t="t"/>
              <a:pathLst>
                <a:path extrusionOk="0" h="12580" w="10486">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5"/>
            <p:cNvSpPr/>
            <p:nvPr/>
          </p:nvSpPr>
          <p:spPr>
            <a:xfrm>
              <a:off x="3252674" y="1008882"/>
              <a:ext cx="56562" cy="60995"/>
            </a:xfrm>
            <a:custGeom>
              <a:rect b="b" l="l" r="r" t="t"/>
              <a:pathLst>
                <a:path extrusionOk="0" h="1610" w="1493">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5"/>
            <p:cNvSpPr/>
            <p:nvPr/>
          </p:nvSpPr>
          <p:spPr>
            <a:xfrm>
              <a:off x="3329467" y="1008920"/>
              <a:ext cx="56676" cy="60957"/>
            </a:xfrm>
            <a:custGeom>
              <a:rect b="b" l="l" r="r" t="t"/>
              <a:pathLst>
                <a:path extrusionOk="0" h="1609" w="1496">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5"/>
            <p:cNvSpPr/>
            <p:nvPr/>
          </p:nvSpPr>
          <p:spPr>
            <a:xfrm>
              <a:off x="3407814"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5"/>
            <p:cNvSpPr/>
            <p:nvPr/>
          </p:nvSpPr>
          <p:spPr>
            <a:xfrm>
              <a:off x="3484796"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5"/>
            <p:cNvSpPr/>
            <p:nvPr/>
          </p:nvSpPr>
          <p:spPr>
            <a:xfrm>
              <a:off x="3342424" y="807220"/>
              <a:ext cx="109260" cy="154343"/>
            </a:xfrm>
            <a:custGeom>
              <a:rect b="b" l="l" r="r" t="t"/>
              <a:pathLst>
                <a:path extrusionOk="0" h="4074" w="2884">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5"/>
            <p:cNvSpPr/>
            <p:nvPr/>
          </p:nvSpPr>
          <p:spPr>
            <a:xfrm>
              <a:off x="3387735" y="903637"/>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65"/>
          <p:cNvGrpSpPr/>
          <p:nvPr/>
        </p:nvGrpSpPr>
        <p:grpSpPr>
          <a:xfrm>
            <a:off x="2462772" y="1347055"/>
            <a:ext cx="450154" cy="383269"/>
            <a:chOff x="2335403" y="748460"/>
            <a:chExt cx="477313" cy="406392"/>
          </a:xfrm>
        </p:grpSpPr>
        <p:sp>
          <p:nvSpPr>
            <p:cNvPr id="3053" name="Google Shape;3053;p65"/>
            <p:cNvSpPr/>
            <p:nvPr/>
          </p:nvSpPr>
          <p:spPr>
            <a:xfrm>
              <a:off x="2419697" y="928793"/>
              <a:ext cx="35044" cy="13676"/>
            </a:xfrm>
            <a:custGeom>
              <a:rect b="b" l="l" r="r" t="t"/>
              <a:pathLst>
                <a:path extrusionOk="0" h="361" w="925">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5"/>
            <p:cNvSpPr/>
            <p:nvPr/>
          </p:nvSpPr>
          <p:spPr>
            <a:xfrm>
              <a:off x="2466106" y="928793"/>
              <a:ext cx="51713" cy="13676"/>
            </a:xfrm>
            <a:custGeom>
              <a:rect b="b" l="l" r="r" t="t"/>
              <a:pathLst>
                <a:path extrusionOk="0" h="361" w="1365">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5"/>
            <p:cNvSpPr/>
            <p:nvPr/>
          </p:nvSpPr>
          <p:spPr>
            <a:xfrm>
              <a:off x="2420152" y="900266"/>
              <a:ext cx="80354" cy="13676"/>
            </a:xfrm>
            <a:custGeom>
              <a:rect b="b" l="l" r="r" t="t"/>
              <a:pathLst>
                <a:path extrusionOk="0" h="361" w="2121">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5"/>
            <p:cNvSpPr/>
            <p:nvPr/>
          </p:nvSpPr>
          <p:spPr>
            <a:xfrm>
              <a:off x="2419659" y="871700"/>
              <a:ext cx="35044" cy="13676"/>
            </a:xfrm>
            <a:custGeom>
              <a:rect b="b" l="l" r="r" t="t"/>
              <a:pathLst>
                <a:path extrusionOk="0" h="361" w="925">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5"/>
            <p:cNvSpPr/>
            <p:nvPr/>
          </p:nvSpPr>
          <p:spPr>
            <a:xfrm>
              <a:off x="2466485" y="871700"/>
              <a:ext cx="84597" cy="13676"/>
            </a:xfrm>
            <a:custGeom>
              <a:rect b="b" l="l" r="r" t="t"/>
              <a:pathLst>
                <a:path extrusionOk="0" h="361" w="2233">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5"/>
            <p:cNvSpPr/>
            <p:nvPr/>
          </p:nvSpPr>
          <p:spPr>
            <a:xfrm>
              <a:off x="2428714" y="978953"/>
              <a:ext cx="61828" cy="72171"/>
            </a:xfrm>
            <a:custGeom>
              <a:rect b="b" l="l" r="r" t="t"/>
              <a:pathLst>
                <a:path extrusionOk="0" h="1905" w="1632">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5"/>
            <p:cNvSpPr/>
            <p:nvPr/>
          </p:nvSpPr>
          <p:spPr>
            <a:xfrm>
              <a:off x="2492701" y="998388"/>
              <a:ext cx="48265" cy="52660"/>
            </a:xfrm>
            <a:custGeom>
              <a:rect b="b" l="l" r="r" t="t"/>
              <a:pathLst>
                <a:path extrusionOk="0" h="1390" w="1274">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5"/>
            <p:cNvSpPr/>
            <p:nvPr/>
          </p:nvSpPr>
          <p:spPr>
            <a:xfrm>
              <a:off x="2597264" y="977437"/>
              <a:ext cx="36635" cy="75164"/>
            </a:xfrm>
            <a:custGeom>
              <a:rect b="b" l="l" r="r" t="t"/>
              <a:pathLst>
                <a:path extrusionOk="0" h="1984" w="967">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5"/>
            <p:cNvSpPr/>
            <p:nvPr/>
          </p:nvSpPr>
          <p:spPr>
            <a:xfrm>
              <a:off x="2692507" y="977513"/>
              <a:ext cx="36673" cy="75126"/>
            </a:xfrm>
            <a:custGeom>
              <a:rect b="b" l="l" r="r" t="t"/>
              <a:pathLst>
                <a:path extrusionOk="0" h="1983" w="968">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5"/>
            <p:cNvSpPr/>
            <p:nvPr/>
          </p:nvSpPr>
          <p:spPr>
            <a:xfrm>
              <a:off x="2643749" y="978536"/>
              <a:ext cx="39249" cy="72891"/>
            </a:xfrm>
            <a:custGeom>
              <a:rect b="b" l="l" r="r" t="t"/>
              <a:pathLst>
                <a:path extrusionOk="0" h="1924" w="1036">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5"/>
            <p:cNvSpPr/>
            <p:nvPr/>
          </p:nvSpPr>
          <p:spPr>
            <a:xfrm>
              <a:off x="2335403" y="748460"/>
              <a:ext cx="477313" cy="406392"/>
            </a:xfrm>
            <a:custGeom>
              <a:rect b="b" l="l" r="r" t="t"/>
              <a:pathLst>
                <a:path extrusionOk="0" h="10727" w="12599">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5"/>
            <p:cNvSpPr/>
            <p:nvPr/>
          </p:nvSpPr>
          <p:spPr>
            <a:xfrm>
              <a:off x="2716147" y="788278"/>
              <a:ext cx="60540" cy="53418"/>
            </a:xfrm>
            <a:custGeom>
              <a:rect b="b" l="l" r="r" t="t"/>
              <a:pathLst>
                <a:path extrusionOk="0" h="1410" w="1598">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 name="Google Shape;3065;p65"/>
          <p:cNvGrpSpPr/>
          <p:nvPr/>
        </p:nvGrpSpPr>
        <p:grpSpPr>
          <a:xfrm>
            <a:off x="1730410" y="1313899"/>
            <a:ext cx="448403" cy="449511"/>
            <a:chOff x="1558836" y="713303"/>
            <a:chExt cx="475457" cy="476631"/>
          </a:xfrm>
        </p:grpSpPr>
        <p:sp>
          <p:nvSpPr>
            <p:cNvPr id="3066" name="Google Shape;3066;p65"/>
            <p:cNvSpPr/>
            <p:nvPr/>
          </p:nvSpPr>
          <p:spPr>
            <a:xfrm>
              <a:off x="1611458" y="819874"/>
              <a:ext cx="39855" cy="85128"/>
            </a:xfrm>
            <a:custGeom>
              <a:rect b="b" l="l" r="r" t="t"/>
              <a:pathLst>
                <a:path extrusionOk="0" h="2247" w="1052">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5"/>
            <p:cNvSpPr/>
            <p:nvPr/>
          </p:nvSpPr>
          <p:spPr>
            <a:xfrm>
              <a:off x="1874873" y="849235"/>
              <a:ext cx="39817" cy="85165"/>
            </a:xfrm>
            <a:custGeom>
              <a:rect b="b" l="l" r="r" t="t"/>
              <a:pathLst>
                <a:path extrusionOk="0" h="2248" w="1051">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5"/>
            <p:cNvSpPr/>
            <p:nvPr/>
          </p:nvSpPr>
          <p:spPr>
            <a:xfrm>
              <a:off x="1673476" y="818813"/>
              <a:ext cx="36067" cy="13639"/>
            </a:xfrm>
            <a:custGeom>
              <a:rect b="b" l="l" r="r" t="t"/>
              <a:pathLst>
                <a:path extrusionOk="0" h="360" w="952">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5"/>
            <p:cNvSpPr/>
            <p:nvPr/>
          </p:nvSpPr>
          <p:spPr>
            <a:xfrm>
              <a:off x="1674348" y="966489"/>
              <a:ext cx="113011" cy="13676"/>
            </a:xfrm>
            <a:custGeom>
              <a:rect b="b" l="l" r="r" t="t"/>
              <a:pathLst>
                <a:path extrusionOk="0" h="361" w="2983">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5"/>
            <p:cNvSpPr/>
            <p:nvPr/>
          </p:nvSpPr>
          <p:spPr>
            <a:xfrm>
              <a:off x="1673476" y="878368"/>
              <a:ext cx="36067" cy="13639"/>
            </a:xfrm>
            <a:custGeom>
              <a:rect b="b" l="l" r="r" t="t"/>
              <a:pathLst>
                <a:path extrusionOk="0" h="360" w="952">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5"/>
            <p:cNvSpPr/>
            <p:nvPr/>
          </p:nvSpPr>
          <p:spPr>
            <a:xfrm>
              <a:off x="1673476" y="906933"/>
              <a:ext cx="36067" cy="13676"/>
            </a:xfrm>
            <a:custGeom>
              <a:rect b="b" l="l" r="r" t="t"/>
              <a:pathLst>
                <a:path extrusionOk="0" h="361" w="952">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5"/>
            <p:cNvSpPr/>
            <p:nvPr/>
          </p:nvSpPr>
          <p:spPr>
            <a:xfrm>
              <a:off x="1771901" y="936673"/>
              <a:ext cx="25156" cy="13714"/>
            </a:xfrm>
            <a:custGeom>
              <a:rect b="b" l="l" r="r" t="t"/>
              <a:pathLst>
                <a:path extrusionOk="0" h="362" w="664">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5"/>
            <p:cNvSpPr/>
            <p:nvPr/>
          </p:nvSpPr>
          <p:spPr>
            <a:xfrm>
              <a:off x="1673931" y="936673"/>
              <a:ext cx="78801" cy="13714"/>
            </a:xfrm>
            <a:custGeom>
              <a:rect b="b" l="l" r="r" t="t"/>
              <a:pathLst>
                <a:path extrusionOk="0" h="362" w="208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5"/>
            <p:cNvSpPr/>
            <p:nvPr/>
          </p:nvSpPr>
          <p:spPr>
            <a:xfrm>
              <a:off x="1728447" y="878368"/>
              <a:ext cx="36029" cy="13639"/>
            </a:xfrm>
            <a:custGeom>
              <a:rect b="b" l="l" r="r" t="t"/>
              <a:pathLst>
                <a:path extrusionOk="0" h="360" w="951">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5"/>
            <p:cNvSpPr/>
            <p:nvPr/>
          </p:nvSpPr>
          <p:spPr>
            <a:xfrm>
              <a:off x="1778152" y="878330"/>
              <a:ext cx="75429" cy="13639"/>
            </a:xfrm>
            <a:custGeom>
              <a:rect b="b" l="l" r="r" t="t"/>
              <a:pathLst>
                <a:path extrusionOk="0" h="360" w="1991">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5"/>
            <p:cNvSpPr/>
            <p:nvPr/>
          </p:nvSpPr>
          <p:spPr>
            <a:xfrm>
              <a:off x="1729773" y="818699"/>
              <a:ext cx="164383" cy="13714"/>
            </a:xfrm>
            <a:custGeom>
              <a:rect b="b" l="l" r="r" t="t"/>
              <a:pathLst>
                <a:path extrusionOk="0" h="362" w="4339">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5"/>
            <p:cNvSpPr/>
            <p:nvPr/>
          </p:nvSpPr>
          <p:spPr>
            <a:xfrm>
              <a:off x="1673097" y="848553"/>
              <a:ext cx="182000" cy="13639"/>
            </a:xfrm>
            <a:custGeom>
              <a:rect b="b" l="l" r="r" t="t"/>
              <a:pathLst>
                <a:path extrusionOk="0" h="360" w="4804">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5"/>
            <p:cNvSpPr/>
            <p:nvPr/>
          </p:nvSpPr>
          <p:spPr>
            <a:xfrm>
              <a:off x="1558836" y="713303"/>
              <a:ext cx="475457" cy="476631"/>
            </a:xfrm>
            <a:custGeom>
              <a:rect b="b" l="l" r="r" t="t"/>
              <a:pathLst>
                <a:path extrusionOk="0" h="12581" w="1255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5"/>
            <p:cNvSpPr/>
            <p:nvPr/>
          </p:nvSpPr>
          <p:spPr>
            <a:xfrm>
              <a:off x="1906431" y="1036614"/>
              <a:ext cx="48341" cy="63760"/>
            </a:xfrm>
            <a:custGeom>
              <a:rect b="b" l="l" r="r" t="t"/>
              <a:pathLst>
                <a:path extrusionOk="0" h="1683" w="1276">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5"/>
            <p:cNvSpPr/>
            <p:nvPr/>
          </p:nvSpPr>
          <p:spPr>
            <a:xfrm>
              <a:off x="1857976" y="1035970"/>
              <a:ext cx="42128" cy="65200"/>
            </a:xfrm>
            <a:custGeom>
              <a:rect b="b" l="l" r="r" t="t"/>
              <a:pathLst>
                <a:path extrusionOk="0" h="1721" w="1112">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5"/>
            <p:cNvSpPr/>
            <p:nvPr/>
          </p:nvSpPr>
          <p:spPr>
            <a:xfrm>
              <a:off x="1964433" y="1035932"/>
              <a:ext cx="42962" cy="65200"/>
            </a:xfrm>
            <a:custGeom>
              <a:rect b="b" l="l" r="r" t="t"/>
              <a:pathLst>
                <a:path extrusionOk="0" h="1721" w="1134">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2" name="Google Shape;3082;p65"/>
          <p:cNvSpPr/>
          <p:nvPr/>
        </p:nvSpPr>
        <p:spPr>
          <a:xfrm>
            <a:off x="2092848" y="-2715259"/>
            <a:ext cx="13018" cy="13045"/>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7" name="Shape 3087"/>
        <p:cNvGrpSpPr/>
        <p:nvPr/>
      </p:nvGrpSpPr>
      <p:grpSpPr>
        <a:xfrm>
          <a:off x="0" y="0"/>
          <a:ext cx="0" cy="0"/>
          <a:chOff x="0" y="0"/>
          <a:chExt cx="0" cy="0"/>
        </a:xfrm>
      </p:grpSpPr>
      <p:sp>
        <p:nvSpPr>
          <p:cNvPr id="3088" name="Google Shape;3088;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a:t>
            </a:r>
            <a:r>
              <a:rPr lang="en"/>
              <a:t> resources</a:t>
            </a:r>
            <a:endParaRPr/>
          </a:p>
        </p:txBody>
      </p:sp>
      <p:sp>
        <p:nvSpPr>
          <p:cNvPr id="3089" name="Google Shape;3089;p66"/>
          <p:cNvSpPr txBox="1"/>
          <p:nvPr>
            <p:ph idx="1" type="body"/>
          </p:nvPr>
        </p:nvSpPr>
        <p:spPr>
          <a:xfrm>
            <a:off x="720000" y="1139550"/>
            <a:ext cx="4528500" cy="69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p:txBody>
      </p:sp>
      <p:grpSp>
        <p:nvGrpSpPr>
          <p:cNvPr id="3090" name="Google Shape;3090;p66"/>
          <p:cNvGrpSpPr/>
          <p:nvPr/>
        </p:nvGrpSpPr>
        <p:grpSpPr>
          <a:xfrm>
            <a:off x="2652751" y="2322808"/>
            <a:ext cx="876721" cy="1462861"/>
            <a:chOff x="4849314" y="2333683"/>
            <a:chExt cx="876721" cy="1462861"/>
          </a:xfrm>
        </p:grpSpPr>
        <p:grpSp>
          <p:nvGrpSpPr>
            <p:cNvPr id="3091" name="Google Shape;3091;p66"/>
            <p:cNvGrpSpPr/>
            <p:nvPr/>
          </p:nvGrpSpPr>
          <p:grpSpPr>
            <a:xfrm>
              <a:off x="4849314" y="2333683"/>
              <a:ext cx="876721" cy="589313"/>
              <a:chOff x="3772339" y="3287983"/>
              <a:chExt cx="876721" cy="589313"/>
            </a:xfrm>
          </p:grpSpPr>
          <p:grpSp>
            <p:nvGrpSpPr>
              <p:cNvPr id="3092" name="Google Shape;3092;p66"/>
              <p:cNvGrpSpPr/>
              <p:nvPr/>
            </p:nvGrpSpPr>
            <p:grpSpPr>
              <a:xfrm>
                <a:off x="3772339" y="3287983"/>
                <a:ext cx="237498" cy="589194"/>
                <a:chOff x="3772375" y="3304350"/>
                <a:chExt cx="237498" cy="572700"/>
              </a:xfrm>
            </p:grpSpPr>
            <p:cxnSp>
              <p:nvCxnSpPr>
                <p:cNvPr id="3093" name="Google Shape;3093;p66"/>
                <p:cNvCxnSpPr/>
                <p:nvPr/>
              </p:nvCxnSpPr>
              <p:spPr>
                <a:xfrm>
                  <a:off x="3772375"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4" name="Google Shape;3094;p66"/>
                <p:cNvCxnSpPr/>
                <p:nvPr/>
              </p:nvCxnSpPr>
              <p:spPr>
                <a:xfrm>
                  <a:off x="3851541"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5" name="Google Shape;3095;p66"/>
                <p:cNvCxnSpPr/>
                <p:nvPr/>
              </p:nvCxnSpPr>
              <p:spPr>
                <a:xfrm>
                  <a:off x="3930707"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6" name="Google Shape;3096;p66"/>
                <p:cNvCxnSpPr/>
                <p:nvPr/>
              </p:nvCxnSpPr>
              <p:spPr>
                <a:xfrm>
                  <a:off x="4009873" y="3304350"/>
                  <a:ext cx="0" cy="572700"/>
                </a:xfrm>
                <a:prstGeom prst="straightConnector1">
                  <a:avLst/>
                </a:prstGeom>
                <a:noFill/>
                <a:ln cap="flat" cmpd="sng" w="9525">
                  <a:solidFill>
                    <a:schemeClr val="dk1"/>
                  </a:solidFill>
                  <a:prstDash val="solid"/>
                  <a:round/>
                  <a:headEnd len="med" w="med" type="none"/>
                  <a:tailEnd len="med" w="med" type="none"/>
                </a:ln>
              </p:spPr>
            </p:cxnSp>
          </p:grpSp>
          <p:grpSp>
            <p:nvGrpSpPr>
              <p:cNvPr id="3097" name="Google Shape;3097;p66"/>
              <p:cNvGrpSpPr/>
              <p:nvPr/>
            </p:nvGrpSpPr>
            <p:grpSpPr>
              <a:xfrm>
                <a:off x="4089039" y="3596196"/>
                <a:ext cx="237498" cy="281100"/>
                <a:chOff x="4089039" y="3596196"/>
                <a:chExt cx="237498" cy="281100"/>
              </a:xfrm>
            </p:grpSpPr>
            <p:cxnSp>
              <p:nvCxnSpPr>
                <p:cNvPr id="3098" name="Google Shape;309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099" name="Google Shape;309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0" name="Google Shape;310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1" name="Google Shape;310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02" name="Google Shape;3102;p66"/>
              <p:cNvGrpSpPr/>
              <p:nvPr/>
            </p:nvGrpSpPr>
            <p:grpSpPr>
              <a:xfrm>
                <a:off x="4405702" y="3596196"/>
                <a:ext cx="237498" cy="281100"/>
                <a:chOff x="4405702" y="3596196"/>
                <a:chExt cx="237498" cy="281100"/>
              </a:xfrm>
            </p:grpSpPr>
            <p:cxnSp>
              <p:nvCxnSpPr>
                <p:cNvPr id="3103" name="Google Shape;3103;p66"/>
                <p:cNvCxnSpPr/>
                <p:nvPr/>
              </p:nvCxnSpPr>
              <p:spPr>
                <a:xfrm>
                  <a:off x="4405702"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4" name="Google Shape;3104;p66"/>
                <p:cNvCxnSpPr/>
                <p:nvPr/>
              </p:nvCxnSpPr>
              <p:spPr>
                <a:xfrm>
                  <a:off x="4484868"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5" name="Google Shape;3105;p66"/>
                <p:cNvCxnSpPr/>
                <p:nvPr/>
              </p:nvCxnSpPr>
              <p:spPr>
                <a:xfrm>
                  <a:off x="4564034"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6" name="Google Shape;3106;p66"/>
                <p:cNvCxnSpPr/>
                <p:nvPr/>
              </p:nvCxnSpPr>
              <p:spPr>
                <a:xfrm>
                  <a:off x="4643200"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07" name="Google Shape;3107;p66"/>
              <p:cNvGrpSpPr/>
              <p:nvPr/>
            </p:nvGrpSpPr>
            <p:grpSpPr>
              <a:xfrm rot="5400000">
                <a:off x="4239406" y="3115771"/>
                <a:ext cx="237403" cy="581905"/>
                <a:chOff x="4089039" y="3596196"/>
                <a:chExt cx="237498" cy="281100"/>
              </a:xfrm>
            </p:grpSpPr>
            <p:cxnSp>
              <p:nvCxnSpPr>
                <p:cNvPr id="3108" name="Google Shape;310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9" name="Google Shape;310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0" name="Google Shape;311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1" name="Google Shape;311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grpSp>
          <p:nvGrpSpPr>
            <p:cNvPr id="3112" name="Google Shape;3112;p66"/>
            <p:cNvGrpSpPr/>
            <p:nvPr/>
          </p:nvGrpSpPr>
          <p:grpSpPr>
            <a:xfrm>
              <a:off x="4849423" y="2961468"/>
              <a:ext cx="237498" cy="834997"/>
              <a:chOff x="3772375" y="3304350"/>
              <a:chExt cx="237498" cy="572700"/>
            </a:xfrm>
          </p:grpSpPr>
          <p:cxnSp>
            <p:nvCxnSpPr>
              <p:cNvPr id="3113" name="Google Shape;3113;p66"/>
              <p:cNvCxnSpPr/>
              <p:nvPr/>
            </p:nvCxnSpPr>
            <p:spPr>
              <a:xfrm>
                <a:off x="3772375"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4" name="Google Shape;3114;p66"/>
              <p:cNvCxnSpPr/>
              <p:nvPr/>
            </p:nvCxnSpPr>
            <p:spPr>
              <a:xfrm>
                <a:off x="3851541"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5" name="Google Shape;3115;p66"/>
              <p:cNvCxnSpPr/>
              <p:nvPr/>
            </p:nvCxnSpPr>
            <p:spPr>
              <a:xfrm>
                <a:off x="3930707"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6" name="Google Shape;3116;p66"/>
              <p:cNvCxnSpPr/>
              <p:nvPr/>
            </p:nvCxnSpPr>
            <p:spPr>
              <a:xfrm>
                <a:off x="4009873" y="3304350"/>
                <a:ext cx="0" cy="572700"/>
              </a:xfrm>
              <a:prstGeom prst="straightConnector1">
                <a:avLst/>
              </a:prstGeom>
              <a:noFill/>
              <a:ln cap="flat" cmpd="sng" w="9525">
                <a:solidFill>
                  <a:schemeClr val="dk1"/>
                </a:solidFill>
                <a:prstDash val="solid"/>
                <a:round/>
                <a:headEnd len="med" w="med" type="none"/>
                <a:tailEnd len="med" w="med" type="none"/>
              </a:ln>
            </p:spPr>
          </p:cxnSp>
        </p:grpSp>
        <p:grpSp>
          <p:nvGrpSpPr>
            <p:cNvPr id="3117" name="Google Shape;3117;p66"/>
            <p:cNvGrpSpPr/>
            <p:nvPr/>
          </p:nvGrpSpPr>
          <p:grpSpPr>
            <a:xfrm>
              <a:off x="5166209" y="3265405"/>
              <a:ext cx="237498" cy="531138"/>
              <a:chOff x="4089039" y="3596196"/>
              <a:chExt cx="237498" cy="281100"/>
            </a:xfrm>
          </p:grpSpPr>
          <p:cxnSp>
            <p:nvCxnSpPr>
              <p:cNvPr id="3118" name="Google Shape;311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9" name="Google Shape;311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0" name="Google Shape;312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1" name="Google Shape;312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22" name="Google Shape;3122;p66"/>
            <p:cNvGrpSpPr/>
            <p:nvPr/>
          </p:nvGrpSpPr>
          <p:grpSpPr>
            <a:xfrm>
              <a:off x="5482872" y="3265405"/>
              <a:ext cx="237498" cy="531138"/>
              <a:chOff x="4405702" y="3596196"/>
              <a:chExt cx="237498" cy="281100"/>
            </a:xfrm>
          </p:grpSpPr>
          <p:cxnSp>
            <p:nvCxnSpPr>
              <p:cNvPr id="3123" name="Google Shape;3123;p66"/>
              <p:cNvCxnSpPr/>
              <p:nvPr/>
            </p:nvCxnSpPr>
            <p:spPr>
              <a:xfrm>
                <a:off x="4405702"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4" name="Google Shape;3124;p66"/>
              <p:cNvCxnSpPr/>
              <p:nvPr/>
            </p:nvCxnSpPr>
            <p:spPr>
              <a:xfrm>
                <a:off x="4484868"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5" name="Google Shape;3125;p66"/>
              <p:cNvCxnSpPr/>
              <p:nvPr/>
            </p:nvCxnSpPr>
            <p:spPr>
              <a:xfrm>
                <a:off x="4564034"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6" name="Google Shape;3126;p66"/>
              <p:cNvCxnSpPr/>
              <p:nvPr/>
            </p:nvCxnSpPr>
            <p:spPr>
              <a:xfrm>
                <a:off x="4643200"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27" name="Google Shape;3127;p66"/>
            <p:cNvGrpSpPr/>
            <p:nvPr/>
          </p:nvGrpSpPr>
          <p:grpSpPr>
            <a:xfrm rot="5400000">
              <a:off x="5316381" y="2789246"/>
              <a:ext cx="237403" cy="581905"/>
              <a:chOff x="4089039" y="3596196"/>
              <a:chExt cx="237498" cy="281100"/>
            </a:xfrm>
          </p:grpSpPr>
          <p:cxnSp>
            <p:nvCxnSpPr>
              <p:cNvPr id="3128" name="Google Shape;312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9" name="Google Shape;312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30" name="Google Shape;313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31" name="Google Shape;313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grpSp>
        <p:nvGrpSpPr>
          <p:cNvPr id="3132" name="Google Shape;3132;p66"/>
          <p:cNvGrpSpPr/>
          <p:nvPr/>
        </p:nvGrpSpPr>
        <p:grpSpPr>
          <a:xfrm>
            <a:off x="4077076" y="2311862"/>
            <a:ext cx="989838" cy="1484757"/>
            <a:chOff x="5713925" y="2311950"/>
            <a:chExt cx="1039200" cy="1558800"/>
          </a:xfrm>
        </p:grpSpPr>
        <p:sp>
          <p:nvSpPr>
            <p:cNvPr id="3133" name="Google Shape;3133;p66"/>
            <p:cNvSpPr/>
            <p:nvPr/>
          </p:nvSpPr>
          <p:spPr>
            <a:xfrm>
              <a:off x="57139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62335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5713925" y="2831550"/>
              <a:ext cx="519600" cy="519600"/>
            </a:xfrm>
            <a:prstGeom prst="ellipse">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6233525" y="2831550"/>
              <a:ext cx="519600" cy="519600"/>
            </a:xfrm>
            <a:prstGeom prst="ellipse">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57139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62335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66"/>
          <p:cNvGrpSpPr/>
          <p:nvPr/>
        </p:nvGrpSpPr>
        <p:grpSpPr>
          <a:xfrm>
            <a:off x="293519" y="1837246"/>
            <a:ext cx="1892093" cy="1948807"/>
            <a:chOff x="229175" y="1404950"/>
            <a:chExt cx="1576350" cy="1623600"/>
          </a:xfrm>
        </p:grpSpPr>
        <p:sp>
          <p:nvSpPr>
            <p:cNvPr id="3140" name="Google Shape;3140;p66"/>
            <p:cNvSpPr/>
            <p:nvPr/>
          </p:nvSpPr>
          <p:spPr>
            <a:xfrm rot="10800000">
              <a:off x="713225" y="19461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6"/>
            <p:cNvSpPr/>
            <p:nvPr/>
          </p:nvSpPr>
          <p:spPr>
            <a:xfrm rot="10800000">
              <a:off x="551875" y="1751325"/>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6"/>
            <p:cNvSpPr/>
            <p:nvPr/>
          </p:nvSpPr>
          <p:spPr>
            <a:xfrm rot="10800000">
              <a:off x="390525" y="15835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6"/>
            <p:cNvSpPr/>
            <p:nvPr/>
          </p:nvSpPr>
          <p:spPr>
            <a:xfrm rot="10800000">
              <a:off x="229175" y="14049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66"/>
          <p:cNvGrpSpPr/>
          <p:nvPr/>
        </p:nvGrpSpPr>
        <p:grpSpPr>
          <a:xfrm>
            <a:off x="5501248" y="2333706"/>
            <a:ext cx="1095921" cy="1462828"/>
            <a:chOff x="379925" y="2141500"/>
            <a:chExt cx="948275" cy="2315700"/>
          </a:xfrm>
        </p:grpSpPr>
        <p:sp>
          <p:nvSpPr>
            <p:cNvPr id="3145" name="Google Shape;3145;p66"/>
            <p:cNvSpPr/>
            <p:nvPr/>
          </p:nvSpPr>
          <p:spPr>
            <a:xfrm>
              <a:off x="379925"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552417"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6"/>
            <p:cNvSpPr/>
            <p:nvPr/>
          </p:nvSpPr>
          <p:spPr>
            <a:xfrm>
              <a:off x="724908"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6"/>
            <p:cNvSpPr/>
            <p:nvPr/>
          </p:nvSpPr>
          <p:spPr>
            <a:xfrm>
              <a:off x="897400"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66"/>
          <p:cNvGrpSpPr/>
          <p:nvPr/>
        </p:nvGrpSpPr>
        <p:grpSpPr>
          <a:xfrm flipH="1">
            <a:off x="6812113" y="2333688"/>
            <a:ext cx="2806875" cy="2625875"/>
            <a:chOff x="-943975" y="2874825"/>
            <a:chExt cx="2806875" cy="2625875"/>
          </a:xfrm>
        </p:grpSpPr>
        <p:sp>
          <p:nvSpPr>
            <p:cNvPr id="3150" name="Google Shape;3150;p66"/>
            <p:cNvSpPr/>
            <p:nvPr/>
          </p:nvSpPr>
          <p:spPr>
            <a:xfrm>
              <a:off x="-272200" y="2874825"/>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6"/>
            <p:cNvSpPr/>
            <p:nvPr/>
          </p:nvSpPr>
          <p:spPr>
            <a:xfrm>
              <a:off x="-440144" y="2997519"/>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6"/>
            <p:cNvSpPr/>
            <p:nvPr/>
          </p:nvSpPr>
          <p:spPr>
            <a:xfrm>
              <a:off x="-608087" y="3120213"/>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776031" y="3242906"/>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6"/>
            <p:cNvSpPr/>
            <p:nvPr/>
          </p:nvSpPr>
          <p:spPr>
            <a:xfrm>
              <a:off x="-943975" y="3365600"/>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8" name="Shape 3158"/>
        <p:cNvGrpSpPr/>
        <p:nvPr/>
      </p:nvGrpSpPr>
      <p:grpSpPr>
        <a:xfrm>
          <a:off x="0" y="0"/>
          <a:ext cx="0" cy="0"/>
          <a:chOff x="0" y="0"/>
          <a:chExt cx="0" cy="0"/>
        </a:xfrm>
      </p:grpSpPr>
      <p:sp>
        <p:nvSpPr>
          <p:cNvPr id="3159" name="Google Shape;3159;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160" name="Google Shape;3160;p67"/>
          <p:cNvSpPr txBox="1"/>
          <p:nvPr>
            <p:ph idx="1" type="body"/>
          </p:nvPr>
        </p:nvSpPr>
        <p:spPr>
          <a:xfrm>
            <a:off x="720000" y="1139550"/>
            <a:ext cx="4290900" cy="34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dk1"/>
                </a:solidFill>
              </a:rPr>
              <a:t>Did you like the resources in this template? Get them for free at our other websites:</a:t>
            </a:r>
            <a:endParaRPr sz="1400">
              <a:solidFill>
                <a:schemeClr val="dk1"/>
              </a:solidFill>
            </a:endParaRPr>
          </a:p>
          <a:p>
            <a:pPr indent="0" lvl="0" marL="0" rtl="0" algn="l">
              <a:spcBef>
                <a:spcPts val="1000"/>
              </a:spcBef>
              <a:spcAft>
                <a:spcPts val="0"/>
              </a:spcAft>
              <a:buNone/>
            </a:pPr>
            <a:r>
              <a:rPr b="1" lang="en" sz="2000">
                <a:solidFill>
                  <a:schemeClr val="dk1"/>
                </a:solidFill>
                <a:latin typeface="IBM Plex Mono"/>
                <a:ea typeface="IBM Plex Mono"/>
                <a:cs typeface="IBM Plex Mono"/>
                <a:sym typeface="IBM Plex Mono"/>
              </a:rPr>
              <a:t>Photos:</a:t>
            </a:r>
            <a:endParaRPr b="1" sz="2000">
              <a:solidFill>
                <a:schemeClr val="dk1"/>
              </a:solidFill>
              <a:latin typeface="IBM Plex Mono"/>
              <a:ea typeface="IBM Plex Mono"/>
              <a:cs typeface="IBM Plex Mono"/>
              <a:sym typeface="IBM Plex Mono"/>
            </a:endParaRPr>
          </a:p>
          <a:p>
            <a:pPr indent="-317500" lvl="0" marL="320040" rtl="0" algn="l">
              <a:spcBef>
                <a:spcPts val="0"/>
              </a:spcBef>
              <a:spcAft>
                <a:spcPts val="0"/>
              </a:spcAft>
              <a:buClr>
                <a:schemeClr val="dk1"/>
              </a:buClr>
              <a:buSzPts val="1400"/>
              <a:buChar char="●"/>
            </a:pPr>
            <a:r>
              <a:rPr lang="en" sz="1400" u="sng">
                <a:solidFill>
                  <a:schemeClr val="dk1"/>
                </a:solidFill>
                <a:hlinkClick r:id="rId3">
                  <a:extLst>
                    <a:ext uri="{A12FA001-AC4F-418D-AE19-62706E023703}">
                      <ahyp:hlinkClr val="tx"/>
                    </a:ext>
                  </a:extLst>
                </a:hlinkClick>
              </a:rPr>
              <a:t>Medium shot man working on laptop</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4">
                  <a:extLst>
                    <a:ext uri="{A12FA001-AC4F-418D-AE19-62706E023703}">
                      <ahyp:hlinkClr val="tx"/>
                    </a:ext>
                  </a:extLst>
                </a:hlinkClick>
              </a:rPr>
              <a:t>Group of friends planning a trip in a cafe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5">
                  <a:extLst>
                    <a:ext uri="{A12FA001-AC4F-418D-AE19-62706E023703}">
                      <ahyp:hlinkClr val="tx"/>
                    </a:ext>
                  </a:extLst>
                </a:hlinkClick>
              </a:rPr>
              <a:t>Medium shot man working on laptop</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6">
                  <a:extLst>
                    <a:ext uri="{A12FA001-AC4F-418D-AE19-62706E023703}">
                      <ahyp:hlinkClr val="tx"/>
                    </a:ext>
                  </a:extLst>
                </a:hlinkClick>
              </a:rPr>
              <a:t>Side view of men working on laptops at the office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7">
                  <a:extLst>
                    <a:ext uri="{A12FA001-AC4F-418D-AE19-62706E023703}">
                      <ahyp:hlinkClr val="tx"/>
                    </a:ext>
                  </a:extLst>
                </a:hlinkClick>
              </a:rPr>
              <a:t>Lifestyle of woman in the office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8">
                  <a:extLst>
                    <a:ext uri="{A12FA001-AC4F-418D-AE19-62706E023703}">
                      <ahyp:hlinkClr val="tx"/>
                    </a:ext>
                  </a:extLst>
                </a:hlinkClick>
              </a:rPr>
              <a:t>Secretary working on laptop</a:t>
            </a:r>
            <a:endParaRPr sz="1400">
              <a:solidFill>
                <a:schemeClr val="dk1"/>
              </a:solidFill>
            </a:endParaRPr>
          </a:p>
        </p:txBody>
      </p:sp>
      <p:sp>
        <p:nvSpPr>
          <p:cNvPr id="3161" name="Google Shape;3161;p67"/>
          <p:cNvSpPr txBox="1"/>
          <p:nvPr>
            <p:ph idx="2" type="body"/>
          </p:nvPr>
        </p:nvSpPr>
        <p:spPr>
          <a:xfrm>
            <a:off x="5249025" y="1139550"/>
            <a:ext cx="3174900" cy="34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IBM Plex Mono"/>
                <a:ea typeface="IBM Plex Mono"/>
                <a:cs typeface="IBM Plex Mono"/>
                <a:sym typeface="IBM Plex Mono"/>
              </a:rPr>
              <a:t>Vectors:</a:t>
            </a:r>
            <a:endParaRPr b="1" sz="2000">
              <a:solidFill>
                <a:schemeClr val="dk1"/>
              </a:solidFill>
              <a:latin typeface="IBM Plex Mono"/>
              <a:ea typeface="IBM Plex Mono"/>
              <a:cs typeface="IBM Plex Mono"/>
              <a:sym typeface="IBM Plex Mono"/>
            </a:endParaRPr>
          </a:p>
          <a:p>
            <a:pPr indent="-317500" lvl="0" marL="320040" rtl="0" algn="l">
              <a:spcBef>
                <a:spcPts val="0"/>
              </a:spcBef>
              <a:spcAft>
                <a:spcPts val="0"/>
              </a:spcAft>
              <a:buClr>
                <a:schemeClr val="dk1"/>
              </a:buClr>
              <a:buSzPts val="1400"/>
              <a:buChar char="●"/>
            </a:pPr>
            <a:r>
              <a:rPr lang="en" sz="1400" u="sng">
                <a:solidFill>
                  <a:schemeClr val="dk1"/>
                </a:solidFill>
                <a:hlinkClick r:id="rId9">
                  <a:extLst>
                    <a:ext uri="{A12FA001-AC4F-418D-AE19-62706E023703}">
                      <ahyp:hlinkClr val="tx"/>
                    </a:ext>
                  </a:extLst>
                </a:hlinkClick>
              </a:rPr>
              <a:t>Abstract gradient circuit board background</a:t>
            </a:r>
            <a:endParaRPr>
              <a:solidFill>
                <a:schemeClr val="dk1"/>
              </a:solidFill>
            </a:endParaRPr>
          </a:p>
          <a:p>
            <a:pPr indent="0" lvl="0" marL="0" rtl="0" algn="l">
              <a:spcBef>
                <a:spcPts val="600"/>
              </a:spcBef>
              <a:spcAft>
                <a:spcPts val="0"/>
              </a:spcAft>
              <a:buNone/>
            </a:pPr>
            <a:r>
              <a:rPr b="1" lang="en" sz="2000">
                <a:solidFill>
                  <a:schemeClr val="dk1"/>
                </a:solidFill>
                <a:latin typeface="IBM Plex Mono"/>
                <a:ea typeface="IBM Plex Mono"/>
                <a:cs typeface="IBM Plex Mono"/>
                <a:sym typeface="IBM Plex Mono"/>
              </a:rPr>
              <a:t>Icon pack:</a:t>
            </a:r>
            <a:endParaRPr b="1" sz="2000">
              <a:solidFill>
                <a:schemeClr val="dk1"/>
              </a:solidFill>
              <a:latin typeface="IBM Plex Mono"/>
              <a:ea typeface="IBM Plex Mono"/>
              <a:cs typeface="IBM Plex Mono"/>
              <a:sym typeface="IBM Plex Mono"/>
            </a:endParaRPr>
          </a:p>
          <a:p>
            <a:pPr indent="-304800" lvl="0" marL="320040" rtl="0" algn="l">
              <a:spcBef>
                <a:spcPts val="0"/>
              </a:spcBef>
              <a:spcAft>
                <a:spcPts val="600"/>
              </a:spcAft>
              <a:buClr>
                <a:schemeClr val="dk1"/>
              </a:buClr>
              <a:buSzPts val="1200"/>
              <a:buChar char="●"/>
            </a:pPr>
            <a:r>
              <a:rPr lang="en" sz="1400" u="sng">
                <a:solidFill>
                  <a:schemeClr val="dk1"/>
                </a:solidFill>
                <a:hlinkClick r:id="rId10">
                  <a:extLst>
                    <a:ext uri="{A12FA001-AC4F-418D-AE19-62706E023703}">
                      <ahyp:hlinkClr val="tx"/>
                    </a:ext>
                  </a:extLst>
                </a:hlinkClick>
              </a:rPr>
              <a:t>Icon Pack: Coding | Lineal</a:t>
            </a:r>
            <a:endParaRPr>
              <a:solidFill>
                <a:schemeClr val="dk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65" name="Shape 3165"/>
        <p:cNvGrpSpPr/>
        <p:nvPr/>
      </p:nvGrpSpPr>
      <p:grpSpPr>
        <a:xfrm>
          <a:off x="0" y="0"/>
          <a:ext cx="0" cy="0"/>
          <a:chOff x="0" y="0"/>
          <a:chExt cx="0" cy="0"/>
        </a:xfrm>
      </p:grpSpPr>
      <p:sp>
        <p:nvSpPr>
          <p:cNvPr id="3166" name="Google Shape;3166;p6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167" name="Google Shape;3167;p6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71" name="Shape 3171"/>
        <p:cNvGrpSpPr/>
        <p:nvPr/>
      </p:nvGrpSpPr>
      <p:grpSpPr>
        <a:xfrm>
          <a:off x="0" y="0"/>
          <a:ext cx="0" cy="0"/>
          <a:chOff x="0" y="0"/>
          <a:chExt cx="0" cy="0"/>
        </a:xfrm>
      </p:grpSpPr>
      <p:sp>
        <p:nvSpPr>
          <p:cNvPr id="3172" name="Google Shape;3172;p6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173" name="Google Shape;3173;p6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77" name="Shape 3177"/>
        <p:cNvGrpSpPr/>
        <p:nvPr/>
      </p:nvGrpSpPr>
      <p:grpSpPr>
        <a:xfrm>
          <a:off x="0" y="0"/>
          <a:ext cx="0" cy="0"/>
          <a:chOff x="0" y="0"/>
          <a:chExt cx="0" cy="0"/>
        </a:xfrm>
      </p:grpSpPr>
      <p:sp>
        <p:nvSpPr>
          <p:cNvPr id="3178" name="Google Shape;3178;p70"/>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rgbClr val="FFFFFF"/>
                </a:solidFill>
              </a:rPr>
              <a:t>This presentation has been made using the following fonts:</a:t>
            </a:r>
            <a:endParaRPr sz="1100">
              <a:solidFill>
                <a:srgbClr val="FFFFFF"/>
              </a:solidFill>
            </a:endParaRPr>
          </a:p>
          <a:p>
            <a:pPr indent="0" lvl="0" marL="0" rtl="0" algn="ctr">
              <a:spcBef>
                <a:spcPts val="1000"/>
              </a:spcBef>
              <a:spcAft>
                <a:spcPts val="0"/>
              </a:spcAft>
              <a:buClr>
                <a:schemeClr val="dk1"/>
              </a:buClr>
              <a:buSzPts val="1100"/>
              <a:buFont typeface="Arial"/>
              <a:buNone/>
            </a:pPr>
            <a:r>
              <a:rPr b="1" lang="en" sz="1100">
                <a:solidFill>
                  <a:srgbClr val="FFFFFF"/>
                </a:solidFill>
              </a:rPr>
              <a:t>IBM Plex Mono Bold</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a:solidFill>
                  <a:srgbClr val="FFFFFF"/>
                </a:solidFill>
              </a:rPr>
              <a:t>(</a:t>
            </a:r>
            <a:r>
              <a:rPr lang="en" sz="1100" u="sng">
                <a:solidFill>
                  <a:srgbClr val="FFFFFF"/>
                </a:solidFill>
                <a:hlinkClick r:id="rId3">
                  <a:extLst>
                    <a:ext uri="{A12FA001-AC4F-418D-AE19-62706E023703}">
                      <ahyp:hlinkClr val="tx"/>
                    </a:ext>
                  </a:extLst>
                </a:hlinkClick>
              </a:rPr>
              <a:t>https://fonts.google.com/specimen/IBM+Plex+Mono</a:t>
            </a:r>
            <a:r>
              <a:rPr lang="en" sz="1100">
                <a:solidFill>
                  <a:srgbClr val="FFFFFF"/>
                </a:solidFill>
              </a:rPr>
              <a:t>)</a:t>
            </a:r>
            <a:endParaRPr sz="1100">
              <a:solidFill>
                <a:srgbClr val="FFFFFF"/>
              </a:solidFill>
            </a:endParaRPr>
          </a:p>
          <a:p>
            <a:pPr indent="0" lvl="0" marL="0" rtl="0" algn="ctr">
              <a:spcBef>
                <a:spcPts val="0"/>
              </a:spcBef>
              <a:spcAft>
                <a:spcPts val="0"/>
              </a:spcAft>
              <a:buClr>
                <a:schemeClr val="dk1"/>
              </a:buClr>
              <a:buSzPts val="1100"/>
              <a:buFont typeface="Arial"/>
              <a:buNone/>
            </a:pPr>
            <a:r>
              <a:t/>
            </a:r>
            <a:endParaRPr sz="1100">
              <a:solidFill>
                <a:srgbClr val="FFFFFF"/>
              </a:solidFill>
            </a:endParaRPr>
          </a:p>
          <a:p>
            <a:pPr indent="0" lvl="0" marL="0" rtl="0" algn="ctr">
              <a:spcBef>
                <a:spcPts val="0"/>
              </a:spcBef>
              <a:spcAft>
                <a:spcPts val="0"/>
              </a:spcAft>
              <a:buClr>
                <a:schemeClr val="dk1"/>
              </a:buClr>
              <a:buSzPts val="1100"/>
              <a:buFont typeface="Arial"/>
              <a:buNone/>
            </a:pPr>
            <a:r>
              <a:rPr b="1" lang="en" sz="1100">
                <a:solidFill>
                  <a:srgbClr val="FFFFFF"/>
                </a:solidFill>
              </a:rPr>
              <a:t>Be Vietnam Pro</a:t>
            </a:r>
            <a:r>
              <a:rPr b="1" lang="en" sz="1100">
                <a:solidFill>
                  <a:srgbClr val="FFFFFF"/>
                </a:solidFill>
              </a:rPr>
              <a:t> Normal &amp; Bold</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a:solidFill>
                  <a:srgbClr val="FFFFFF"/>
                </a:solidFill>
              </a:rPr>
              <a:t>(</a:t>
            </a:r>
            <a:r>
              <a:rPr lang="en" sz="1100" u="sng">
                <a:solidFill>
                  <a:srgbClr val="FFFFFF"/>
                </a:solidFill>
                <a:hlinkClick r:id="rId4">
                  <a:extLst>
                    <a:ext uri="{A12FA001-AC4F-418D-AE19-62706E023703}">
                      <ahyp:hlinkClr val="tx"/>
                    </a:ext>
                  </a:extLst>
                </a:hlinkClick>
              </a:rPr>
              <a:t>https://fonts.google.com/specimen/Be+Vietnam+Pro</a:t>
            </a:r>
            <a:r>
              <a:rPr lang="en" sz="1100">
                <a:solidFill>
                  <a:srgbClr val="FFFFFF"/>
                </a:solidFill>
              </a:rPr>
              <a:t>)</a:t>
            </a:r>
            <a:endParaRPr sz="1100">
              <a:solidFill>
                <a:srgbClr val="FFFFFF"/>
              </a:solidFill>
            </a:endParaRPr>
          </a:p>
        </p:txBody>
      </p:sp>
      <p:sp>
        <p:nvSpPr>
          <p:cNvPr id="3179" name="Google Shape;3179;p70"/>
          <p:cNvSpPr/>
          <p:nvPr/>
        </p:nvSpPr>
        <p:spPr>
          <a:xfrm>
            <a:off x="2583638" y="2947800"/>
            <a:ext cx="791400" cy="754200"/>
          </a:xfrm>
          <a:prstGeom prst="roundRect">
            <a:avLst>
              <a:gd fmla="val 16667" name="adj"/>
            </a:avLst>
          </a:prstGeom>
          <a:solidFill>
            <a:srgbClr val="F5F8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0"/>
          <p:cNvSpPr/>
          <p:nvPr/>
        </p:nvSpPr>
        <p:spPr>
          <a:xfrm>
            <a:off x="3645457" y="2947800"/>
            <a:ext cx="791400" cy="754200"/>
          </a:xfrm>
          <a:prstGeom prst="roundRect">
            <a:avLst>
              <a:gd fmla="val 16667" name="adj"/>
            </a:avLst>
          </a:prstGeom>
          <a:solidFill>
            <a:srgbClr val="BFBE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0"/>
          <p:cNvSpPr/>
          <p:nvPr/>
        </p:nvSpPr>
        <p:spPr>
          <a:xfrm>
            <a:off x="4707277" y="2947800"/>
            <a:ext cx="791400" cy="754200"/>
          </a:xfrm>
          <a:prstGeom prst="roundRect">
            <a:avLst>
              <a:gd fmla="val 16667" name="adj"/>
            </a:avLst>
          </a:prstGeom>
          <a:solidFill>
            <a:srgbClr val="0C0A9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0"/>
          <p:cNvSpPr txBox="1"/>
          <p:nvPr/>
        </p:nvSpPr>
        <p:spPr>
          <a:xfrm>
            <a:off x="25836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#f5f8ff</a:t>
            </a:r>
            <a:endParaRPr sz="1000"/>
          </a:p>
        </p:txBody>
      </p:sp>
      <p:sp>
        <p:nvSpPr>
          <p:cNvPr id="3183" name="Google Shape;3183;p70"/>
          <p:cNvSpPr txBox="1"/>
          <p:nvPr/>
        </p:nvSpPr>
        <p:spPr>
          <a:xfrm>
            <a:off x="36454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#bfbef7</a:t>
            </a:r>
            <a:endParaRPr sz="1000"/>
          </a:p>
        </p:txBody>
      </p:sp>
      <p:sp>
        <p:nvSpPr>
          <p:cNvPr id="3184" name="Google Shape;3184;p70"/>
          <p:cNvSpPr txBox="1"/>
          <p:nvPr/>
        </p:nvSpPr>
        <p:spPr>
          <a:xfrm>
            <a:off x="47072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#0c0a9e</a:t>
            </a:r>
            <a:endParaRPr sz="1000">
              <a:solidFill>
                <a:srgbClr val="FFFFFF"/>
              </a:solidFill>
            </a:endParaRPr>
          </a:p>
        </p:txBody>
      </p:sp>
      <p:sp>
        <p:nvSpPr>
          <p:cNvPr id="3185" name="Google Shape;3185;p70"/>
          <p:cNvSpPr/>
          <p:nvPr/>
        </p:nvSpPr>
        <p:spPr>
          <a:xfrm>
            <a:off x="5769113" y="2947800"/>
            <a:ext cx="791400" cy="754200"/>
          </a:xfrm>
          <a:prstGeom prst="roundRect">
            <a:avLst>
              <a:gd fmla="val 16667" name="adj"/>
            </a:avLst>
          </a:prstGeom>
          <a:solidFill>
            <a:srgbClr val="8208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0"/>
          <p:cNvSpPr txBox="1"/>
          <p:nvPr/>
        </p:nvSpPr>
        <p:spPr>
          <a:xfrm>
            <a:off x="57691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#8208d5</a:t>
            </a:r>
            <a:endParaRPr sz="1000">
              <a:solidFill>
                <a:srgbClr val="FFFFFF"/>
              </a:solidFill>
            </a:endParaRPr>
          </a:p>
        </p:txBody>
      </p:sp>
      <p:sp>
        <p:nvSpPr>
          <p:cNvPr id="3187" name="Google Shape;3187;p70"/>
          <p:cNvSpPr/>
          <p:nvPr/>
        </p:nvSpPr>
        <p:spPr>
          <a:xfrm>
            <a:off x="3645463" y="3878900"/>
            <a:ext cx="791400" cy="754200"/>
          </a:xfrm>
          <a:prstGeom prst="roundRect">
            <a:avLst>
              <a:gd fmla="val 16667" name="adj"/>
            </a:avLst>
          </a:prstGeom>
          <a:solidFill>
            <a:srgbClr val="1D1D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0"/>
          <p:cNvSpPr txBox="1"/>
          <p:nvPr/>
        </p:nvSpPr>
        <p:spPr>
          <a:xfrm>
            <a:off x="364546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#1d1d1d</a:t>
            </a:r>
            <a:endParaRPr sz="1000">
              <a:solidFill>
                <a:srgbClr val="FFFFFF"/>
              </a:solidFill>
            </a:endParaRPr>
          </a:p>
        </p:txBody>
      </p:sp>
      <p:sp>
        <p:nvSpPr>
          <p:cNvPr id="3189" name="Google Shape;3189;p70"/>
          <p:cNvSpPr/>
          <p:nvPr/>
        </p:nvSpPr>
        <p:spPr>
          <a:xfrm>
            <a:off x="4707288" y="3878900"/>
            <a:ext cx="791400" cy="754200"/>
          </a:xfrm>
          <a:prstGeom prst="roundRect">
            <a:avLst>
              <a:gd fmla="val 16667" name="adj"/>
            </a:avLst>
          </a:prstGeom>
          <a:solidFill>
            <a:srgbClr val="EB910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0"/>
          <p:cNvSpPr txBox="1"/>
          <p:nvPr/>
        </p:nvSpPr>
        <p:spPr>
          <a:xfrm>
            <a:off x="470728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#eb9109</a:t>
            </a:r>
            <a:endParaRPr sz="1000">
              <a:solidFill>
                <a:srgbClr val="FFFFFF"/>
              </a:solidFill>
            </a:endParaRPr>
          </a:p>
        </p:txBody>
      </p:sp>
      <p:sp>
        <p:nvSpPr>
          <p:cNvPr id="3191" name="Google Shape;3191;p7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95" name="Shape 3195"/>
        <p:cNvGrpSpPr/>
        <p:nvPr/>
      </p:nvGrpSpPr>
      <p:grpSpPr>
        <a:xfrm>
          <a:off x="0" y="0"/>
          <a:ext cx="0" cy="0"/>
          <a:chOff x="0" y="0"/>
          <a:chExt cx="0" cy="0"/>
        </a:xfrm>
      </p:grpSpPr>
      <p:sp>
        <p:nvSpPr>
          <p:cNvPr id="3196" name="Google Shape;3196;p71"/>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197" name="Google Shape;3197;p7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198" name="Google Shape;3198;p71"/>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3199" name="Google Shape;3199;p7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200" name="Google Shape;3200;p7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201" name="Google Shape;3201;p7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202" name="Google Shape;3202;p7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203" name="Google Shape;3203;p7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204" name="Google Shape;3204;p71"/>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3205" name="Google Shape;3205;p71"/>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3206" name="Google Shape;3206;p7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207" name="Google Shape;3207;p7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11" name="Shape 3211"/>
        <p:cNvGrpSpPr/>
        <p:nvPr/>
      </p:nvGrpSpPr>
      <p:grpSpPr>
        <a:xfrm>
          <a:off x="0" y="0"/>
          <a:ext cx="0" cy="0"/>
          <a:chOff x="0" y="0"/>
          <a:chExt cx="0" cy="0"/>
        </a:xfrm>
      </p:grpSpPr>
      <p:sp>
        <p:nvSpPr>
          <p:cNvPr id="3212" name="Google Shape;3212;p72"/>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3213" name="Google Shape;3213;p72"/>
          <p:cNvGrpSpPr/>
          <p:nvPr/>
        </p:nvGrpSpPr>
        <p:grpSpPr>
          <a:xfrm>
            <a:off x="5117640" y="3085736"/>
            <a:ext cx="474294" cy="551291"/>
            <a:chOff x="4727025" y="1332775"/>
            <a:chExt cx="59900" cy="69625"/>
          </a:xfrm>
        </p:grpSpPr>
        <p:sp>
          <p:nvSpPr>
            <p:cNvPr id="3214" name="Google Shape;3214;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72"/>
          <p:cNvGrpSpPr/>
          <p:nvPr/>
        </p:nvGrpSpPr>
        <p:grpSpPr>
          <a:xfrm>
            <a:off x="5731296" y="2314340"/>
            <a:ext cx="555653" cy="557031"/>
            <a:chOff x="4820425" y="1329900"/>
            <a:chExt cx="70175" cy="70350"/>
          </a:xfrm>
        </p:grpSpPr>
        <p:sp>
          <p:nvSpPr>
            <p:cNvPr id="3217" name="Google Shape;3217;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72"/>
          <p:cNvGrpSpPr/>
          <p:nvPr/>
        </p:nvGrpSpPr>
        <p:grpSpPr>
          <a:xfrm>
            <a:off x="6357664" y="2318845"/>
            <a:ext cx="582574" cy="533871"/>
            <a:chOff x="4903200" y="1331525"/>
            <a:chExt cx="73575" cy="67425"/>
          </a:xfrm>
        </p:grpSpPr>
        <p:sp>
          <p:nvSpPr>
            <p:cNvPr id="3222" name="Google Shape;3222;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72"/>
          <p:cNvGrpSpPr/>
          <p:nvPr/>
        </p:nvGrpSpPr>
        <p:grpSpPr>
          <a:xfrm>
            <a:off x="5717142" y="3078709"/>
            <a:ext cx="583960" cy="565345"/>
            <a:chOff x="4815575" y="1416800"/>
            <a:chExt cx="73750" cy="71400"/>
          </a:xfrm>
        </p:grpSpPr>
        <p:sp>
          <p:nvSpPr>
            <p:cNvPr id="3225" name="Google Shape;3225;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8" name="Google Shape;3228;p72"/>
          <p:cNvGrpSpPr/>
          <p:nvPr/>
        </p:nvGrpSpPr>
        <p:grpSpPr>
          <a:xfrm>
            <a:off x="6351924" y="3108896"/>
            <a:ext cx="589898" cy="504970"/>
            <a:chOff x="4902475" y="1418875"/>
            <a:chExt cx="74500" cy="63775"/>
          </a:xfrm>
        </p:grpSpPr>
        <p:sp>
          <p:nvSpPr>
            <p:cNvPr id="3229" name="Google Shape;3229;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1" name="Google Shape;3231;p72"/>
          <p:cNvGrpSpPr/>
          <p:nvPr/>
        </p:nvGrpSpPr>
        <p:grpSpPr>
          <a:xfrm>
            <a:off x="5727139" y="3826000"/>
            <a:ext cx="563967" cy="567127"/>
            <a:chOff x="4818100" y="1507675"/>
            <a:chExt cx="71225" cy="71625"/>
          </a:xfrm>
        </p:grpSpPr>
        <p:sp>
          <p:nvSpPr>
            <p:cNvPr id="3232" name="Google Shape;3232;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72"/>
          <p:cNvGrpSpPr/>
          <p:nvPr/>
        </p:nvGrpSpPr>
        <p:grpSpPr>
          <a:xfrm>
            <a:off x="5040636" y="3829461"/>
            <a:ext cx="628301" cy="588505"/>
            <a:chOff x="4721450" y="1509475"/>
            <a:chExt cx="79350" cy="74325"/>
          </a:xfrm>
        </p:grpSpPr>
        <p:sp>
          <p:nvSpPr>
            <p:cNvPr id="3237" name="Google Shape;3237;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1" name="Google Shape;3241;p72"/>
          <p:cNvGrpSpPr/>
          <p:nvPr/>
        </p:nvGrpSpPr>
        <p:grpSpPr>
          <a:xfrm>
            <a:off x="6386170" y="3814027"/>
            <a:ext cx="557038" cy="562772"/>
            <a:chOff x="4906800" y="1507500"/>
            <a:chExt cx="70350" cy="71075"/>
          </a:xfrm>
        </p:grpSpPr>
        <p:sp>
          <p:nvSpPr>
            <p:cNvPr id="3242" name="Google Shape;3242;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72"/>
          <p:cNvGrpSpPr/>
          <p:nvPr/>
        </p:nvGrpSpPr>
        <p:grpSpPr>
          <a:xfrm>
            <a:off x="4423778" y="2340963"/>
            <a:ext cx="517934" cy="517934"/>
            <a:chOff x="3736598" y="2170606"/>
            <a:chExt cx="404889" cy="404889"/>
          </a:xfrm>
        </p:grpSpPr>
        <p:sp>
          <p:nvSpPr>
            <p:cNvPr id="3248" name="Google Shape;3248;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2" name="Google Shape;3252;p72"/>
          <p:cNvGrpSpPr/>
          <p:nvPr/>
        </p:nvGrpSpPr>
        <p:grpSpPr>
          <a:xfrm>
            <a:off x="3690839" y="2341061"/>
            <a:ext cx="586986" cy="517740"/>
            <a:chOff x="3161917" y="2170682"/>
            <a:chExt cx="458870" cy="404737"/>
          </a:xfrm>
        </p:grpSpPr>
        <p:sp>
          <p:nvSpPr>
            <p:cNvPr id="3253" name="Google Shape;3253;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72"/>
          <p:cNvGrpSpPr/>
          <p:nvPr/>
        </p:nvGrpSpPr>
        <p:grpSpPr>
          <a:xfrm>
            <a:off x="3713860" y="3102400"/>
            <a:ext cx="540943" cy="517963"/>
            <a:chOff x="3179914" y="2889488"/>
            <a:chExt cx="422876" cy="404911"/>
          </a:xfrm>
        </p:grpSpPr>
        <p:sp>
          <p:nvSpPr>
            <p:cNvPr id="3257" name="Google Shape;3257;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3" name="Google Shape;3263;p72"/>
          <p:cNvGrpSpPr/>
          <p:nvPr/>
        </p:nvGrpSpPr>
        <p:grpSpPr>
          <a:xfrm>
            <a:off x="4414654" y="3102358"/>
            <a:ext cx="536180" cy="518047"/>
            <a:chOff x="3729467" y="2889422"/>
            <a:chExt cx="419153" cy="404977"/>
          </a:xfrm>
        </p:grpSpPr>
        <p:sp>
          <p:nvSpPr>
            <p:cNvPr id="3264" name="Google Shape;3264;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1" name="Google Shape;3271;p72"/>
          <p:cNvGrpSpPr/>
          <p:nvPr/>
        </p:nvGrpSpPr>
        <p:grpSpPr>
          <a:xfrm>
            <a:off x="1951688" y="3445787"/>
            <a:ext cx="965351" cy="134611"/>
            <a:chOff x="4411970" y="2962952"/>
            <a:chExt cx="706544" cy="104212"/>
          </a:xfrm>
        </p:grpSpPr>
        <p:sp>
          <p:nvSpPr>
            <p:cNvPr id="3272" name="Google Shape;3272;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72"/>
          <p:cNvGrpSpPr/>
          <p:nvPr/>
        </p:nvGrpSpPr>
        <p:grpSpPr>
          <a:xfrm>
            <a:off x="1951688" y="3041077"/>
            <a:ext cx="960158" cy="289172"/>
            <a:chOff x="4411970" y="2726085"/>
            <a:chExt cx="643107" cy="193659"/>
          </a:xfrm>
        </p:grpSpPr>
        <p:sp>
          <p:nvSpPr>
            <p:cNvPr id="3277" name="Google Shape;3277;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72"/>
          <p:cNvGrpSpPr/>
          <p:nvPr/>
        </p:nvGrpSpPr>
        <p:grpSpPr>
          <a:xfrm>
            <a:off x="960185" y="3295400"/>
            <a:ext cx="811503" cy="252584"/>
            <a:chOff x="4411970" y="4340222"/>
            <a:chExt cx="779467" cy="242683"/>
          </a:xfrm>
        </p:grpSpPr>
        <p:sp>
          <p:nvSpPr>
            <p:cNvPr id="3281" name="Google Shape;3281;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4" name="Google Shape;3284;p72"/>
          <p:cNvGrpSpPr/>
          <p:nvPr/>
        </p:nvGrpSpPr>
        <p:grpSpPr>
          <a:xfrm>
            <a:off x="1951688" y="2709308"/>
            <a:ext cx="965160" cy="216230"/>
            <a:chOff x="4411970" y="2468674"/>
            <a:chExt cx="747317" cy="167425"/>
          </a:xfrm>
        </p:grpSpPr>
        <p:sp>
          <p:nvSpPr>
            <p:cNvPr id="3285" name="Google Shape;3285;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7" name="Google Shape;3287;p72"/>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8" name="Google Shape;3288;p72"/>
          <p:cNvGrpSpPr/>
          <p:nvPr/>
        </p:nvGrpSpPr>
        <p:grpSpPr>
          <a:xfrm>
            <a:off x="959254" y="2334687"/>
            <a:ext cx="1959041" cy="208784"/>
            <a:chOff x="6336019" y="3733725"/>
            <a:chExt cx="2566206" cy="351310"/>
          </a:xfrm>
        </p:grpSpPr>
        <p:sp>
          <p:nvSpPr>
            <p:cNvPr id="3289" name="Google Shape;3289;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3" name="Google Shape;3293;p72"/>
          <p:cNvGrpSpPr/>
          <p:nvPr/>
        </p:nvGrpSpPr>
        <p:grpSpPr>
          <a:xfrm>
            <a:off x="1951688" y="3950602"/>
            <a:ext cx="946551" cy="153200"/>
            <a:chOff x="4404545" y="3301592"/>
            <a:chExt cx="782403" cy="129272"/>
          </a:xfrm>
        </p:grpSpPr>
        <p:sp>
          <p:nvSpPr>
            <p:cNvPr id="3294" name="Google Shape;3294;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6" name="Google Shape;3296;p72"/>
          <p:cNvGrpSpPr/>
          <p:nvPr/>
        </p:nvGrpSpPr>
        <p:grpSpPr>
          <a:xfrm>
            <a:off x="1951688" y="3695937"/>
            <a:ext cx="962257" cy="139127"/>
            <a:chOff x="4411970" y="3131459"/>
            <a:chExt cx="710520" cy="117397"/>
          </a:xfrm>
        </p:grpSpPr>
        <p:sp>
          <p:nvSpPr>
            <p:cNvPr id="3297" name="Google Shape;3297;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299" name="Google Shape;3299;p72"/>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0" name="Google Shape;3300;p72"/>
          <p:cNvGrpSpPr/>
          <p:nvPr/>
        </p:nvGrpSpPr>
        <p:grpSpPr>
          <a:xfrm>
            <a:off x="951833" y="3621603"/>
            <a:ext cx="823838" cy="458988"/>
            <a:chOff x="4411970" y="1801825"/>
            <a:chExt cx="734586" cy="409262"/>
          </a:xfrm>
        </p:grpSpPr>
        <p:sp>
          <p:nvSpPr>
            <p:cNvPr id="3301" name="Google Shape;3301;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72"/>
          <p:cNvGrpSpPr/>
          <p:nvPr/>
        </p:nvGrpSpPr>
        <p:grpSpPr>
          <a:xfrm>
            <a:off x="3056804" y="2339173"/>
            <a:ext cx="521514" cy="521514"/>
            <a:chOff x="5681300" y="2527788"/>
            <a:chExt cx="805800" cy="805800"/>
          </a:xfrm>
        </p:grpSpPr>
        <p:sp>
          <p:nvSpPr>
            <p:cNvPr id="3304" name="Google Shape;3304;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6" name="Google Shape;3306;p72"/>
          <p:cNvGrpSpPr/>
          <p:nvPr/>
        </p:nvGrpSpPr>
        <p:grpSpPr>
          <a:xfrm>
            <a:off x="3051044" y="3094865"/>
            <a:ext cx="533033" cy="533033"/>
            <a:chOff x="4049800" y="640400"/>
            <a:chExt cx="858900" cy="858900"/>
          </a:xfrm>
        </p:grpSpPr>
        <p:sp>
          <p:nvSpPr>
            <p:cNvPr id="3307" name="Google Shape;3307;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72"/>
          <p:cNvGrpSpPr/>
          <p:nvPr/>
        </p:nvGrpSpPr>
        <p:grpSpPr>
          <a:xfrm>
            <a:off x="2976527" y="3772543"/>
            <a:ext cx="682068" cy="682068"/>
            <a:chOff x="5080188" y="927900"/>
            <a:chExt cx="961200" cy="961200"/>
          </a:xfrm>
        </p:grpSpPr>
        <p:sp>
          <p:nvSpPr>
            <p:cNvPr id="3310" name="Google Shape;3310;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8" name="Google Shape;3318;p72"/>
          <p:cNvGrpSpPr/>
          <p:nvPr/>
        </p:nvGrpSpPr>
        <p:grpSpPr>
          <a:xfrm>
            <a:off x="4440026" y="3869234"/>
            <a:ext cx="505650" cy="504006"/>
            <a:chOff x="6039282" y="1042577"/>
            <a:chExt cx="734315" cy="731929"/>
          </a:xfrm>
        </p:grpSpPr>
        <p:sp>
          <p:nvSpPr>
            <p:cNvPr id="3319" name="Google Shape;3319;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72"/>
          <p:cNvGrpSpPr/>
          <p:nvPr/>
        </p:nvGrpSpPr>
        <p:grpSpPr>
          <a:xfrm>
            <a:off x="5052628" y="2298862"/>
            <a:ext cx="567744" cy="602136"/>
            <a:chOff x="1825800" y="1651625"/>
            <a:chExt cx="539989" cy="571775"/>
          </a:xfrm>
        </p:grpSpPr>
        <p:sp>
          <p:nvSpPr>
            <p:cNvPr id="3341" name="Google Shape;3341;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5" name="Google Shape;3345;p72"/>
          <p:cNvGrpSpPr/>
          <p:nvPr/>
        </p:nvGrpSpPr>
        <p:grpSpPr>
          <a:xfrm>
            <a:off x="3727557" y="3855579"/>
            <a:ext cx="508123" cy="507955"/>
            <a:chOff x="1897577" y="2802432"/>
            <a:chExt cx="492176" cy="492014"/>
          </a:xfrm>
        </p:grpSpPr>
        <p:sp>
          <p:nvSpPr>
            <p:cNvPr id="3346" name="Google Shape;3346;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72"/>
          <p:cNvGrpSpPr/>
          <p:nvPr/>
        </p:nvGrpSpPr>
        <p:grpSpPr>
          <a:xfrm>
            <a:off x="959087" y="4169123"/>
            <a:ext cx="809227" cy="200842"/>
            <a:chOff x="2013045" y="4813233"/>
            <a:chExt cx="921986" cy="228854"/>
          </a:xfrm>
        </p:grpSpPr>
        <p:sp>
          <p:nvSpPr>
            <p:cNvPr id="3359" name="Google Shape;3359;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72"/>
          <p:cNvGrpSpPr/>
          <p:nvPr/>
        </p:nvGrpSpPr>
        <p:grpSpPr>
          <a:xfrm>
            <a:off x="967547" y="2656004"/>
            <a:ext cx="792421" cy="269941"/>
            <a:chOff x="1046767" y="4756633"/>
            <a:chExt cx="859646" cy="292841"/>
          </a:xfrm>
        </p:grpSpPr>
        <p:sp>
          <p:nvSpPr>
            <p:cNvPr id="3362" name="Google Shape;3362;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5" name="Google Shape;3365;p72"/>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72"/>
          <p:cNvGrpSpPr/>
          <p:nvPr/>
        </p:nvGrpSpPr>
        <p:grpSpPr>
          <a:xfrm>
            <a:off x="7103403" y="2550562"/>
            <a:ext cx="166473" cy="141497"/>
            <a:chOff x="4660325" y="1866850"/>
            <a:chExt cx="68350" cy="58100"/>
          </a:xfrm>
        </p:grpSpPr>
        <p:sp>
          <p:nvSpPr>
            <p:cNvPr id="3370" name="Google Shape;3370;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72"/>
          <p:cNvGrpSpPr/>
          <p:nvPr/>
        </p:nvGrpSpPr>
        <p:grpSpPr>
          <a:xfrm>
            <a:off x="7412747" y="2576286"/>
            <a:ext cx="162515" cy="90049"/>
            <a:chOff x="4791775" y="1877500"/>
            <a:chExt cx="66725" cy="36975"/>
          </a:xfrm>
        </p:grpSpPr>
        <p:sp>
          <p:nvSpPr>
            <p:cNvPr id="3373" name="Google Shape;3373;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5" name="Google Shape;3375;p72"/>
          <p:cNvGrpSpPr/>
          <p:nvPr/>
        </p:nvGrpSpPr>
        <p:grpSpPr>
          <a:xfrm>
            <a:off x="7734460" y="2576286"/>
            <a:ext cx="144979" cy="90049"/>
            <a:chOff x="4923925" y="1877500"/>
            <a:chExt cx="59525" cy="36975"/>
          </a:xfrm>
        </p:grpSpPr>
        <p:sp>
          <p:nvSpPr>
            <p:cNvPr id="3376" name="Google Shape;3376;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8" name="Google Shape;3378;p72"/>
          <p:cNvGrpSpPr/>
          <p:nvPr/>
        </p:nvGrpSpPr>
        <p:grpSpPr>
          <a:xfrm>
            <a:off x="8028952" y="2558477"/>
            <a:ext cx="141447" cy="125667"/>
            <a:chOff x="5058450" y="1870100"/>
            <a:chExt cx="58075" cy="51600"/>
          </a:xfrm>
        </p:grpSpPr>
        <p:sp>
          <p:nvSpPr>
            <p:cNvPr id="3379" name="Google Shape;3379;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72"/>
          <p:cNvGrpSpPr/>
          <p:nvPr/>
        </p:nvGrpSpPr>
        <p:grpSpPr>
          <a:xfrm>
            <a:off x="7443466" y="2980885"/>
            <a:ext cx="101077" cy="107645"/>
            <a:chOff x="4811425" y="2065025"/>
            <a:chExt cx="41500" cy="44200"/>
          </a:xfrm>
        </p:grpSpPr>
        <p:sp>
          <p:nvSpPr>
            <p:cNvPr id="3382" name="Google Shape;3382;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72"/>
          <p:cNvGrpSpPr/>
          <p:nvPr/>
        </p:nvGrpSpPr>
        <p:grpSpPr>
          <a:xfrm>
            <a:off x="7735904" y="2981098"/>
            <a:ext cx="120867" cy="107218"/>
            <a:chOff x="4929875" y="2065025"/>
            <a:chExt cx="49625" cy="44025"/>
          </a:xfrm>
        </p:grpSpPr>
        <p:sp>
          <p:nvSpPr>
            <p:cNvPr id="3385" name="Google Shape;3385;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72"/>
          <p:cNvGrpSpPr/>
          <p:nvPr/>
        </p:nvGrpSpPr>
        <p:grpSpPr>
          <a:xfrm>
            <a:off x="8064572" y="2984112"/>
            <a:ext cx="70206" cy="101191"/>
            <a:chOff x="5083925" y="2066350"/>
            <a:chExt cx="28825" cy="41550"/>
          </a:xfrm>
        </p:grpSpPr>
        <p:sp>
          <p:nvSpPr>
            <p:cNvPr id="3388" name="Google Shape;3388;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0" name="Google Shape;3390;p72"/>
          <p:cNvGrpSpPr/>
          <p:nvPr/>
        </p:nvGrpSpPr>
        <p:grpSpPr>
          <a:xfrm>
            <a:off x="7096126" y="2999759"/>
            <a:ext cx="181026" cy="69896"/>
            <a:chOff x="4659775" y="2072775"/>
            <a:chExt cx="74325" cy="28700"/>
          </a:xfrm>
        </p:grpSpPr>
        <p:sp>
          <p:nvSpPr>
            <p:cNvPr id="3391" name="Google Shape;3391;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72"/>
          <p:cNvGrpSpPr/>
          <p:nvPr/>
        </p:nvGrpSpPr>
        <p:grpSpPr>
          <a:xfrm>
            <a:off x="8015982" y="2790324"/>
            <a:ext cx="167387" cy="89197"/>
            <a:chOff x="4662475" y="1976500"/>
            <a:chExt cx="68725" cy="36625"/>
          </a:xfrm>
        </p:grpSpPr>
        <p:sp>
          <p:nvSpPr>
            <p:cNvPr id="3395" name="Google Shape;3395;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72"/>
          <p:cNvGrpSpPr/>
          <p:nvPr/>
        </p:nvGrpSpPr>
        <p:grpSpPr>
          <a:xfrm>
            <a:off x="7712887" y="2793764"/>
            <a:ext cx="166899" cy="82317"/>
            <a:chOff x="4920150" y="1977875"/>
            <a:chExt cx="68525" cy="33800"/>
          </a:xfrm>
        </p:grpSpPr>
        <p:sp>
          <p:nvSpPr>
            <p:cNvPr id="3399" name="Google Shape;3399;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2" name="Google Shape;3402;p72"/>
          <p:cNvGrpSpPr/>
          <p:nvPr/>
        </p:nvGrpSpPr>
        <p:grpSpPr>
          <a:xfrm>
            <a:off x="7124044" y="3197682"/>
            <a:ext cx="125190" cy="127859"/>
            <a:chOff x="4676550" y="2160575"/>
            <a:chExt cx="51400" cy="52500"/>
          </a:xfrm>
        </p:grpSpPr>
        <p:sp>
          <p:nvSpPr>
            <p:cNvPr id="3403" name="Google Shape;3403;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72"/>
          <p:cNvGrpSpPr/>
          <p:nvPr/>
        </p:nvGrpSpPr>
        <p:grpSpPr>
          <a:xfrm>
            <a:off x="7421302" y="3204714"/>
            <a:ext cx="145405" cy="113794"/>
            <a:chOff x="4768325" y="2163475"/>
            <a:chExt cx="59700" cy="46725"/>
          </a:xfrm>
        </p:grpSpPr>
        <p:sp>
          <p:nvSpPr>
            <p:cNvPr id="3407" name="Google Shape;3407;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9" name="Google Shape;3409;p72"/>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5" name="Google Shape;3415;p72"/>
          <p:cNvGrpSpPr/>
          <p:nvPr/>
        </p:nvGrpSpPr>
        <p:grpSpPr>
          <a:xfrm>
            <a:off x="7437621" y="3459808"/>
            <a:ext cx="112768" cy="106853"/>
            <a:chOff x="4768575" y="2253950"/>
            <a:chExt cx="46300" cy="43875"/>
          </a:xfrm>
        </p:grpSpPr>
        <p:sp>
          <p:nvSpPr>
            <p:cNvPr id="3416" name="Google Shape;3416;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72"/>
          <p:cNvGrpSpPr/>
          <p:nvPr/>
        </p:nvGrpSpPr>
        <p:grpSpPr>
          <a:xfrm>
            <a:off x="7737243" y="3948834"/>
            <a:ext cx="118187" cy="146246"/>
            <a:chOff x="4960900" y="2433225"/>
            <a:chExt cx="48525" cy="60050"/>
          </a:xfrm>
        </p:grpSpPr>
        <p:sp>
          <p:nvSpPr>
            <p:cNvPr id="3419" name="Google Shape;3419;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72"/>
          <p:cNvGrpSpPr/>
          <p:nvPr/>
        </p:nvGrpSpPr>
        <p:grpSpPr>
          <a:xfrm>
            <a:off x="7425808" y="4212895"/>
            <a:ext cx="136394" cy="143810"/>
            <a:chOff x="4854075" y="2527625"/>
            <a:chExt cx="56000" cy="59050"/>
          </a:xfrm>
        </p:grpSpPr>
        <p:sp>
          <p:nvSpPr>
            <p:cNvPr id="3422" name="Google Shape;3422;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4" name="Google Shape;3424;p72"/>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7" name="Google Shape;3427;p72"/>
          <p:cNvGrpSpPr/>
          <p:nvPr/>
        </p:nvGrpSpPr>
        <p:grpSpPr>
          <a:xfrm>
            <a:off x="8050020" y="3676639"/>
            <a:ext cx="99312" cy="160797"/>
            <a:chOff x="5059700" y="2334775"/>
            <a:chExt cx="40775" cy="66025"/>
          </a:xfrm>
        </p:grpSpPr>
        <p:sp>
          <p:nvSpPr>
            <p:cNvPr id="3428" name="Google Shape;3428;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72"/>
          <p:cNvGrpSpPr/>
          <p:nvPr/>
        </p:nvGrpSpPr>
        <p:grpSpPr>
          <a:xfrm>
            <a:off x="8007184" y="3941771"/>
            <a:ext cx="184984" cy="160371"/>
            <a:chOff x="5037700" y="2430325"/>
            <a:chExt cx="75950" cy="65850"/>
          </a:xfrm>
        </p:grpSpPr>
        <p:sp>
          <p:nvSpPr>
            <p:cNvPr id="3438" name="Google Shape;3438;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72"/>
          <p:cNvGrpSpPr/>
          <p:nvPr/>
        </p:nvGrpSpPr>
        <p:grpSpPr>
          <a:xfrm>
            <a:off x="7426689" y="3708223"/>
            <a:ext cx="173014" cy="97629"/>
            <a:chOff x="4756975" y="2341800"/>
            <a:chExt cx="91975" cy="51925"/>
          </a:xfrm>
        </p:grpSpPr>
        <p:sp>
          <p:nvSpPr>
            <p:cNvPr id="3441" name="Google Shape;3441;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72"/>
          <p:cNvGrpSpPr/>
          <p:nvPr/>
        </p:nvGrpSpPr>
        <p:grpSpPr>
          <a:xfrm>
            <a:off x="7693626" y="4196920"/>
            <a:ext cx="212497" cy="175761"/>
            <a:chOff x="4943575" y="2516350"/>
            <a:chExt cx="98675" cy="81700"/>
          </a:xfrm>
        </p:grpSpPr>
        <p:sp>
          <p:nvSpPr>
            <p:cNvPr id="3462" name="Google Shape;3462;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0" name="Google Shape;3540;p72"/>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8" name="Shape 3548"/>
        <p:cNvGrpSpPr/>
        <p:nvPr/>
      </p:nvGrpSpPr>
      <p:grpSpPr>
        <a:xfrm>
          <a:off x="0" y="0"/>
          <a:ext cx="0" cy="0"/>
          <a:chOff x="0" y="0"/>
          <a:chExt cx="0" cy="0"/>
        </a:xfrm>
      </p:grpSpPr>
      <p:grpSp>
        <p:nvGrpSpPr>
          <p:cNvPr id="3549" name="Google Shape;3549;p73"/>
          <p:cNvGrpSpPr/>
          <p:nvPr/>
        </p:nvGrpSpPr>
        <p:grpSpPr>
          <a:xfrm>
            <a:off x="6681268" y="3584496"/>
            <a:ext cx="560636" cy="516497"/>
            <a:chOff x="6652051" y="3714143"/>
            <a:chExt cx="560636" cy="516497"/>
          </a:xfrm>
        </p:grpSpPr>
        <p:grpSp>
          <p:nvGrpSpPr>
            <p:cNvPr id="3550" name="Google Shape;3550;p73"/>
            <p:cNvGrpSpPr/>
            <p:nvPr/>
          </p:nvGrpSpPr>
          <p:grpSpPr>
            <a:xfrm>
              <a:off x="6669657" y="3716715"/>
              <a:ext cx="466768" cy="464314"/>
              <a:chOff x="3139766" y="765669"/>
              <a:chExt cx="886380" cy="881888"/>
            </a:xfrm>
          </p:grpSpPr>
          <p:grpSp>
            <p:nvGrpSpPr>
              <p:cNvPr id="3551" name="Google Shape;3551;p73"/>
              <p:cNvGrpSpPr/>
              <p:nvPr/>
            </p:nvGrpSpPr>
            <p:grpSpPr>
              <a:xfrm>
                <a:off x="3139766" y="765669"/>
                <a:ext cx="886380" cy="881888"/>
                <a:chOff x="3139766" y="765669"/>
                <a:chExt cx="886380" cy="881888"/>
              </a:xfrm>
            </p:grpSpPr>
            <p:sp>
              <p:nvSpPr>
                <p:cNvPr id="3552" name="Google Shape;3552;p7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1" name="Google Shape;3561;p7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5" name="Google Shape;3565;p7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73"/>
          <p:cNvGrpSpPr/>
          <p:nvPr/>
        </p:nvGrpSpPr>
        <p:grpSpPr>
          <a:xfrm>
            <a:off x="7679978" y="3065079"/>
            <a:ext cx="104231" cy="320340"/>
            <a:chOff x="7564426" y="3224343"/>
            <a:chExt cx="119985" cy="368801"/>
          </a:xfrm>
        </p:grpSpPr>
        <p:sp>
          <p:nvSpPr>
            <p:cNvPr id="3567" name="Google Shape;3567;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73"/>
          <p:cNvGrpSpPr/>
          <p:nvPr/>
        </p:nvGrpSpPr>
        <p:grpSpPr>
          <a:xfrm>
            <a:off x="7379466" y="3059180"/>
            <a:ext cx="189489" cy="332132"/>
            <a:chOff x="8370831" y="3202002"/>
            <a:chExt cx="218129" cy="382376"/>
          </a:xfrm>
        </p:grpSpPr>
        <p:sp>
          <p:nvSpPr>
            <p:cNvPr id="3570" name="Google Shape;3570;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73"/>
          <p:cNvGrpSpPr/>
          <p:nvPr/>
        </p:nvGrpSpPr>
        <p:grpSpPr>
          <a:xfrm>
            <a:off x="8102855" y="3470312"/>
            <a:ext cx="309429" cy="267000"/>
            <a:chOff x="6742064" y="3750480"/>
            <a:chExt cx="399315" cy="344560"/>
          </a:xfrm>
        </p:grpSpPr>
        <p:sp>
          <p:nvSpPr>
            <p:cNvPr id="3573" name="Google Shape;3573;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73"/>
          <p:cNvGrpSpPr/>
          <p:nvPr/>
        </p:nvGrpSpPr>
        <p:grpSpPr>
          <a:xfrm>
            <a:off x="7641874" y="3821360"/>
            <a:ext cx="180437" cy="281608"/>
            <a:chOff x="7248525" y="3739696"/>
            <a:chExt cx="230531" cy="359790"/>
          </a:xfrm>
        </p:grpSpPr>
        <p:sp>
          <p:nvSpPr>
            <p:cNvPr id="3576" name="Google Shape;3576;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73"/>
          <p:cNvGrpSpPr/>
          <p:nvPr/>
        </p:nvGrpSpPr>
        <p:grpSpPr>
          <a:xfrm>
            <a:off x="7887794" y="3464584"/>
            <a:ext cx="162896" cy="278710"/>
            <a:chOff x="7601242" y="3729267"/>
            <a:chExt cx="222566" cy="380803"/>
          </a:xfrm>
        </p:grpSpPr>
        <p:sp>
          <p:nvSpPr>
            <p:cNvPr id="3579" name="Google Shape;3579;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1" name="Google Shape;3581;p73"/>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2" name="Google Shape;3582;p73"/>
          <p:cNvGrpSpPr/>
          <p:nvPr/>
        </p:nvGrpSpPr>
        <p:grpSpPr>
          <a:xfrm>
            <a:off x="7377439" y="3465724"/>
            <a:ext cx="193543" cy="275990"/>
            <a:chOff x="8304647" y="3738687"/>
            <a:chExt cx="225076" cy="320956"/>
          </a:xfrm>
        </p:grpSpPr>
        <p:sp>
          <p:nvSpPr>
            <p:cNvPr id="3583" name="Google Shape;3583;p7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73"/>
          <p:cNvGrpSpPr/>
          <p:nvPr/>
        </p:nvGrpSpPr>
        <p:grpSpPr>
          <a:xfrm>
            <a:off x="7649932" y="3465724"/>
            <a:ext cx="178492" cy="275990"/>
            <a:chOff x="8615101" y="3738687"/>
            <a:chExt cx="207573" cy="320956"/>
          </a:xfrm>
        </p:grpSpPr>
        <p:sp>
          <p:nvSpPr>
            <p:cNvPr id="3587" name="Google Shape;3587;p7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0" name="Google Shape;3590;p73"/>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1" name="Google Shape;3591;p73"/>
          <p:cNvGrpSpPr/>
          <p:nvPr/>
        </p:nvGrpSpPr>
        <p:grpSpPr>
          <a:xfrm>
            <a:off x="7875463" y="3868385"/>
            <a:ext cx="187557" cy="187557"/>
            <a:chOff x="8565775" y="671075"/>
            <a:chExt cx="441000" cy="441000"/>
          </a:xfrm>
        </p:grpSpPr>
        <p:sp>
          <p:nvSpPr>
            <p:cNvPr id="3592" name="Google Shape;3592;p7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4" name="Google Shape;3594;p73"/>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6" name="Google Shape;3596;p73"/>
          <p:cNvGrpSpPr/>
          <p:nvPr/>
        </p:nvGrpSpPr>
        <p:grpSpPr>
          <a:xfrm>
            <a:off x="6029935" y="2940910"/>
            <a:ext cx="587865" cy="517731"/>
            <a:chOff x="6000718" y="3070557"/>
            <a:chExt cx="587865" cy="517731"/>
          </a:xfrm>
        </p:grpSpPr>
        <p:sp>
          <p:nvSpPr>
            <p:cNvPr id="3597" name="Google Shape;3597;p7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73"/>
          <p:cNvGrpSpPr/>
          <p:nvPr/>
        </p:nvGrpSpPr>
        <p:grpSpPr>
          <a:xfrm>
            <a:off x="6044740" y="3584570"/>
            <a:ext cx="557665" cy="516387"/>
            <a:chOff x="6015523" y="3714217"/>
            <a:chExt cx="557665" cy="516387"/>
          </a:xfrm>
        </p:grpSpPr>
        <p:grpSp>
          <p:nvGrpSpPr>
            <p:cNvPr id="3608" name="Google Shape;3608;p73"/>
            <p:cNvGrpSpPr/>
            <p:nvPr/>
          </p:nvGrpSpPr>
          <p:grpSpPr>
            <a:xfrm>
              <a:off x="6036094" y="3716980"/>
              <a:ext cx="529822" cy="510480"/>
              <a:chOff x="3148311" y="-545634"/>
              <a:chExt cx="1006118" cy="969572"/>
            </a:xfrm>
          </p:grpSpPr>
          <p:sp>
            <p:nvSpPr>
              <p:cNvPr id="3609" name="Google Shape;3609;p7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9" name="Google Shape;3619;p7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73"/>
          <p:cNvGrpSpPr/>
          <p:nvPr/>
        </p:nvGrpSpPr>
        <p:grpSpPr>
          <a:xfrm>
            <a:off x="6673522" y="2943981"/>
            <a:ext cx="576302" cy="511871"/>
            <a:chOff x="6644304" y="3073628"/>
            <a:chExt cx="576302" cy="511871"/>
          </a:xfrm>
        </p:grpSpPr>
        <p:grpSp>
          <p:nvGrpSpPr>
            <p:cNvPr id="3621" name="Google Shape;3621;p73"/>
            <p:cNvGrpSpPr/>
            <p:nvPr/>
          </p:nvGrpSpPr>
          <p:grpSpPr>
            <a:xfrm>
              <a:off x="6712169" y="3073651"/>
              <a:ext cx="481611" cy="506713"/>
              <a:chOff x="1833536" y="-546641"/>
              <a:chExt cx="914567" cy="962419"/>
            </a:xfrm>
          </p:grpSpPr>
          <p:grpSp>
            <p:nvGrpSpPr>
              <p:cNvPr id="3622" name="Google Shape;3622;p73"/>
              <p:cNvGrpSpPr/>
              <p:nvPr/>
            </p:nvGrpSpPr>
            <p:grpSpPr>
              <a:xfrm>
                <a:off x="1833536" y="-524249"/>
                <a:ext cx="914567" cy="940027"/>
                <a:chOff x="1833536" y="-524249"/>
                <a:chExt cx="914567" cy="940027"/>
              </a:xfrm>
            </p:grpSpPr>
            <p:sp>
              <p:nvSpPr>
                <p:cNvPr id="3623" name="Google Shape;3623;p7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8" name="Google Shape;3628;p7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2" name="Google Shape;3632;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73"/>
          <p:cNvGrpSpPr/>
          <p:nvPr/>
        </p:nvGrpSpPr>
        <p:grpSpPr>
          <a:xfrm>
            <a:off x="752796" y="2869970"/>
            <a:ext cx="2622876" cy="1333540"/>
            <a:chOff x="238125" y="1038125"/>
            <a:chExt cx="7146800" cy="3633625"/>
          </a:xfrm>
        </p:grpSpPr>
        <p:sp>
          <p:nvSpPr>
            <p:cNvPr id="3634" name="Google Shape;3634;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73"/>
          <p:cNvGrpSpPr/>
          <p:nvPr/>
        </p:nvGrpSpPr>
        <p:grpSpPr>
          <a:xfrm>
            <a:off x="5938558" y="1033351"/>
            <a:ext cx="2435960" cy="1297725"/>
            <a:chOff x="233350" y="949250"/>
            <a:chExt cx="7137300" cy="3802300"/>
          </a:xfrm>
        </p:grpSpPr>
        <p:sp>
          <p:nvSpPr>
            <p:cNvPr id="5207" name="Google Shape;5207;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73"/>
          <p:cNvGrpSpPr/>
          <p:nvPr/>
        </p:nvGrpSpPr>
        <p:grpSpPr>
          <a:xfrm>
            <a:off x="731715" y="995041"/>
            <a:ext cx="2665073" cy="1317140"/>
            <a:chOff x="793334" y="1192826"/>
            <a:chExt cx="2665073" cy="1317140"/>
          </a:xfrm>
        </p:grpSpPr>
        <p:sp>
          <p:nvSpPr>
            <p:cNvPr id="5259" name="Google Shape;5259;p7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3"/>
          <p:cNvGrpSpPr/>
          <p:nvPr/>
        </p:nvGrpSpPr>
        <p:grpSpPr>
          <a:xfrm>
            <a:off x="3450485" y="919691"/>
            <a:ext cx="2310381" cy="1488888"/>
            <a:chOff x="229225" y="549050"/>
            <a:chExt cx="7161750" cy="4615275"/>
          </a:xfrm>
        </p:grpSpPr>
        <p:sp>
          <p:nvSpPr>
            <p:cNvPr id="9227" name="Google Shape;9227;p7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73"/>
          <p:cNvGrpSpPr/>
          <p:nvPr/>
        </p:nvGrpSpPr>
        <p:grpSpPr>
          <a:xfrm>
            <a:off x="3548403" y="2849588"/>
            <a:ext cx="2310282" cy="1374222"/>
            <a:chOff x="238125" y="732525"/>
            <a:chExt cx="7130500" cy="4241425"/>
          </a:xfrm>
        </p:grpSpPr>
        <p:sp>
          <p:nvSpPr>
            <p:cNvPr id="9345" name="Google Shape;9345;p7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2" name="Shape 9462"/>
        <p:cNvGrpSpPr/>
        <p:nvPr/>
      </p:nvGrpSpPr>
      <p:grpSpPr>
        <a:xfrm>
          <a:off x="0" y="0"/>
          <a:ext cx="0" cy="0"/>
          <a:chOff x="0" y="0"/>
          <a:chExt cx="0" cy="0"/>
        </a:xfrm>
      </p:grpSpPr>
      <p:grpSp>
        <p:nvGrpSpPr>
          <p:cNvPr id="9463" name="Google Shape;9463;p74"/>
          <p:cNvGrpSpPr/>
          <p:nvPr/>
        </p:nvGrpSpPr>
        <p:grpSpPr>
          <a:xfrm>
            <a:off x="2100560" y="3398663"/>
            <a:ext cx="1102891" cy="760337"/>
            <a:chOff x="4967783" y="2151471"/>
            <a:chExt cx="3920692" cy="2702940"/>
          </a:xfrm>
        </p:grpSpPr>
        <p:grpSp>
          <p:nvGrpSpPr>
            <p:cNvPr id="9464" name="Google Shape;9464;p74"/>
            <p:cNvGrpSpPr/>
            <p:nvPr/>
          </p:nvGrpSpPr>
          <p:grpSpPr>
            <a:xfrm>
              <a:off x="5045709" y="2252109"/>
              <a:ext cx="3761071" cy="2501708"/>
              <a:chOff x="2691784" y="1805334"/>
              <a:chExt cx="3761071" cy="2501708"/>
            </a:xfrm>
          </p:grpSpPr>
          <p:sp>
            <p:nvSpPr>
              <p:cNvPr id="9465" name="Google Shape;9465;p7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4"/>
            <p:cNvGrpSpPr/>
            <p:nvPr/>
          </p:nvGrpSpPr>
          <p:grpSpPr>
            <a:xfrm>
              <a:off x="4967783" y="2151471"/>
              <a:ext cx="3920692" cy="2702940"/>
              <a:chOff x="2613858" y="1704696"/>
              <a:chExt cx="3920692" cy="2702940"/>
            </a:xfrm>
          </p:grpSpPr>
          <p:sp>
            <p:nvSpPr>
              <p:cNvPr id="9473" name="Google Shape;9473;p7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8" name="Google Shape;9478;p74"/>
          <p:cNvGrpSpPr/>
          <p:nvPr/>
        </p:nvGrpSpPr>
        <p:grpSpPr>
          <a:xfrm>
            <a:off x="3504468" y="1286940"/>
            <a:ext cx="1561911" cy="708580"/>
            <a:chOff x="3530532" y="1496185"/>
            <a:chExt cx="1561911" cy="708580"/>
          </a:xfrm>
        </p:grpSpPr>
        <p:grpSp>
          <p:nvGrpSpPr>
            <p:cNvPr id="9479" name="Google Shape;9479;p74"/>
            <p:cNvGrpSpPr/>
            <p:nvPr/>
          </p:nvGrpSpPr>
          <p:grpSpPr>
            <a:xfrm>
              <a:off x="3720318" y="1857562"/>
              <a:ext cx="1372125" cy="54"/>
              <a:chOff x="3720318" y="1857562"/>
              <a:chExt cx="1372125" cy="54"/>
            </a:xfrm>
          </p:grpSpPr>
          <p:cxnSp>
            <p:nvCxnSpPr>
              <p:cNvPr id="9480" name="Google Shape;9480;p74"/>
              <p:cNvCxnSpPr>
                <a:endCxn id="948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2" name="Google Shape;9482;p7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3" name="Google Shape;9483;p7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4" name="Google Shape;9484;p74"/>
              <p:cNvCxnSpPr>
                <a:stCxn id="948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485" name="Google Shape;9485;p74"/>
            <p:cNvGrpSpPr/>
            <p:nvPr/>
          </p:nvGrpSpPr>
          <p:grpSpPr>
            <a:xfrm>
              <a:off x="3567462" y="1496185"/>
              <a:ext cx="286500" cy="272914"/>
              <a:chOff x="3567462" y="1496185"/>
              <a:chExt cx="286500" cy="272914"/>
            </a:xfrm>
          </p:grpSpPr>
          <p:cxnSp>
            <p:nvCxnSpPr>
              <p:cNvPr id="9486" name="Google Shape;9486;p7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87" name="Google Shape;9487;p7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8" name="Google Shape;9488;p7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74"/>
            <p:cNvGrpSpPr/>
            <p:nvPr/>
          </p:nvGrpSpPr>
          <p:grpSpPr>
            <a:xfrm>
              <a:off x="3929014" y="1960574"/>
              <a:ext cx="286500" cy="242342"/>
              <a:chOff x="3929014" y="1960574"/>
              <a:chExt cx="286500" cy="242342"/>
            </a:xfrm>
          </p:grpSpPr>
          <p:cxnSp>
            <p:nvCxnSpPr>
              <p:cNvPr id="9491" name="Google Shape;9491;p7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492" name="Google Shape;9492;p7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4"/>
            <p:cNvGrpSpPr/>
            <p:nvPr/>
          </p:nvGrpSpPr>
          <p:grpSpPr>
            <a:xfrm>
              <a:off x="4290828" y="1496185"/>
              <a:ext cx="286500" cy="272914"/>
              <a:chOff x="4290828" y="1496185"/>
              <a:chExt cx="286500" cy="272914"/>
            </a:xfrm>
          </p:grpSpPr>
          <p:cxnSp>
            <p:nvCxnSpPr>
              <p:cNvPr id="9494" name="Google Shape;9494;p7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95" name="Google Shape;9495;p7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6" name="Google Shape;9496;p7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7" name="Google Shape;9497;p74"/>
            <p:cNvGrpSpPr/>
            <p:nvPr/>
          </p:nvGrpSpPr>
          <p:grpSpPr>
            <a:xfrm>
              <a:off x="4657726" y="1959674"/>
              <a:ext cx="286500" cy="245092"/>
              <a:chOff x="4657726" y="1959674"/>
              <a:chExt cx="286500" cy="245092"/>
            </a:xfrm>
          </p:grpSpPr>
          <p:cxnSp>
            <p:nvCxnSpPr>
              <p:cNvPr id="9498" name="Google Shape;9498;p7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499" name="Google Shape;9499;p7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0" name="Google Shape;9500;p74"/>
          <p:cNvGrpSpPr/>
          <p:nvPr/>
        </p:nvGrpSpPr>
        <p:grpSpPr>
          <a:xfrm>
            <a:off x="3486488" y="2149036"/>
            <a:ext cx="1597032" cy="378649"/>
            <a:chOff x="3512551" y="2358282"/>
            <a:chExt cx="1597032" cy="378649"/>
          </a:xfrm>
        </p:grpSpPr>
        <p:grpSp>
          <p:nvGrpSpPr>
            <p:cNvPr id="9501" name="Google Shape;9501;p74"/>
            <p:cNvGrpSpPr/>
            <p:nvPr/>
          </p:nvGrpSpPr>
          <p:grpSpPr>
            <a:xfrm>
              <a:off x="3738198" y="2553002"/>
              <a:ext cx="1145834" cy="117"/>
              <a:chOff x="3738198" y="2553002"/>
              <a:chExt cx="1145834" cy="117"/>
            </a:xfrm>
          </p:grpSpPr>
          <p:cxnSp>
            <p:nvCxnSpPr>
              <p:cNvPr id="9502" name="Google Shape;9502;p7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03" name="Google Shape;9503;p7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04" name="Google Shape;9504;p74"/>
              <p:cNvCxnSpPr>
                <a:stCxn id="9505" idx="6"/>
                <a:endCxn id="950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507" name="Google Shape;9507;p74"/>
            <p:cNvGrpSpPr/>
            <p:nvPr/>
          </p:nvGrpSpPr>
          <p:grpSpPr>
            <a:xfrm>
              <a:off x="3969644" y="2440153"/>
              <a:ext cx="225900" cy="296779"/>
              <a:chOff x="3969644" y="2440153"/>
              <a:chExt cx="225900" cy="296779"/>
            </a:xfrm>
          </p:grpSpPr>
          <p:cxnSp>
            <p:nvCxnSpPr>
              <p:cNvPr id="9508" name="Google Shape;9508;p7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506" name="Google Shape;9506;p7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4"/>
            <p:cNvGrpSpPr/>
            <p:nvPr/>
          </p:nvGrpSpPr>
          <p:grpSpPr>
            <a:xfrm>
              <a:off x="4426818" y="2358282"/>
              <a:ext cx="225600" cy="307471"/>
              <a:chOff x="4426818" y="2358282"/>
              <a:chExt cx="225600" cy="307471"/>
            </a:xfrm>
          </p:grpSpPr>
          <p:cxnSp>
            <p:nvCxnSpPr>
              <p:cNvPr id="9511" name="Google Shape;9511;p74"/>
              <p:cNvCxnSpPr>
                <a:stCxn id="951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513" name="Google Shape;9513;p7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74"/>
            <p:cNvGrpSpPr/>
            <p:nvPr/>
          </p:nvGrpSpPr>
          <p:grpSpPr>
            <a:xfrm>
              <a:off x="4883984" y="2440153"/>
              <a:ext cx="225600" cy="296479"/>
              <a:chOff x="4883984" y="2440153"/>
              <a:chExt cx="225600" cy="296479"/>
            </a:xfrm>
          </p:grpSpPr>
          <p:cxnSp>
            <p:nvCxnSpPr>
              <p:cNvPr id="9515" name="Google Shape;9515;p7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516" name="Google Shape;9516;p7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4"/>
            <p:cNvGrpSpPr/>
            <p:nvPr/>
          </p:nvGrpSpPr>
          <p:grpSpPr>
            <a:xfrm>
              <a:off x="3512551" y="2358356"/>
              <a:ext cx="225647" cy="307629"/>
              <a:chOff x="2182679" y="2005014"/>
              <a:chExt cx="792300" cy="1080158"/>
            </a:xfrm>
          </p:grpSpPr>
          <p:cxnSp>
            <p:nvCxnSpPr>
              <p:cNvPr id="9519" name="Google Shape;9519;p74"/>
              <p:cNvCxnSpPr>
                <a:stCxn id="952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505" name="Google Shape;9505;p7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21" name="Google Shape;9521;p74"/>
          <p:cNvGrpSpPr/>
          <p:nvPr/>
        </p:nvGrpSpPr>
        <p:grpSpPr>
          <a:xfrm>
            <a:off x="6846570" y="972834"/>
            <a:ext cx="1559809" cy="722610"/>
            <a:chOff x="634175" y="2986275"/>
            <a:chExt cx="3147949" cy="1458344"/>
          </a:xfrm>
        </p:grpSpPr>
        <p:cxnSp>
          <p:nvCxnSpPr>
            <p:cNvPr id="9522" name="Google Shape;9522;p74"/>
            <p:cNvCxnSpPr>
              <a:stCxn id="9523" idx="4"/>
              <a:endCxn id="952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525" name="Google Shape;9525;p74"/>
            <p:cNvCxnSpPr>
              <a:stCxn id="9524" idx="0"/>
              <a:endCxn id="952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527" name="Google Shape;9527;p74"/>
            <p:cNvCxnSpPr>
              <a:stCxn id="9526" idx="4"/>
              <a:endCxn id="952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529" name="Google Shape;9529;p74"/>
            <p:cNvCxnSpPr>
              <a:stCxn id="9528" idx="0"/>
              <a:endCxn id="953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530" name="Google Shape;9530;p7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26" name="Google Shape;9526;p7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23" name="Google Shape;9523;p7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28" name="Google Shape;9528;p7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24" name="Google Shape;9524;p7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531" name="Google Shape;9531;p74"/>
          <p:cNvGrpSpPr/>
          <p:nvPr/>
        </p:nvGrpSpPr>
        <p:grpSpPr>
          <a:xfrm>
            <a:off x="3500360" y="2682741"/>
            <a:ext cx="1570719" cy="294123"/>
            <a:chOff x="998425" y="1182125"/>
            <a:chExt cx="1065400" cy="199500"/>
          </a:xfrm>
        </p:grpSpPr>
        <p:sp>
          <p:nvSpPr>
            <p:cNvPr id="9532" name="Google Shape;9532;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4"/>
          <p:cNvGrpSpPr/>
          <p:nvPr/>
        </p:nvGrpSpPr>
        <p:grpSpPr>
          <a:xfrm>
            <a:off x="6843616" y="1800228"/>
            <a:ext cx="1565716" cy="366729"/>
            <a:chOff x="1247650" y="2075423"/>
            <a:chExt cx="6648477" cy="1557238"/>
          </a:xfrm>
        </p:grpSpPr>
        <p:sp>
          <p:nvSpPr>
            <p:cNvPr id="9538" name="Google Shape;9538;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4"/>
          <p:cNvGrpSpPr/>
          <p:nvPr/>
        </p:nvGrpSpPr>
        <p:grpSpPr>
          <a:xfrm>
            <a:off x="6827928" y="2949043"/>
            <a:ext cx="1597061" cy="663440"/>
            <a:chOff x="6796238" y="3158297"/>
            <a:chExt cx="1630319" cy="677257"/>
          </a:xfrm>
        </p:grpSpPr>
        <p:cxnSp>
          <p:nvCxnSpPr>
            <p:cNvPr id="9545" name="Google Shape;9545;p7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546" name="Google Shape;9546;p7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547" name="Google Shape;9547;p7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548" name="Google Shape;9548;p7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549" name="Google Shape;9549;p74"/>
            <p:cNvGrpSpPr/>
            <p:nvPr/>
          </p:nvGrpSpPr>
          <p:grpSpPr>
            <a:xfrm>
              <a:off x="6796238" y="3311904"/>
              <a:ext cx="1630319" cy="377697"/>
              <a:chOff x="6796238" y="3311904"/>
              <a:chExt cx="1630319" cy="377697"/>
            </a:xfrm>
          </p:grpSpPr>
          <p:sp>
            <p:nvSpPr>
              <p:cNvPr id="9550" name="Google Shape;9550;p7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3" name="Google Shape;9553;p74"/>
          <p:cNvGrpSpPr/>
          <p:nvPr/>
        </p:nvGrpSpPr>
        <p:grpSpPr>
          <a:xfrm>
            <a:off x="5349066" y="970435"/>
            <a:ext cx="1368606" cy="1593805"/>
            <a:chOff x="1839112" y="2209163"/>
            <a:chExt cx="1918159" cy="2233784"/>
          </a:xfrm>
        </p:grpSpPr>
        <p:sp>
          <p:nvSpPr>
            <p:cNvPr id="9554" name="Google Shape;9554;p7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7" name="Google Shape;9557;p74"/>
            <p:cNvCxnSpPr>
              <a:stCxn id="9554" idx="6"/>
              <a:endCxn id="955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58" name="Google Shape;9558;p74"/>
            <p:cNvCxnSpPr>
              <a:stCxn id="9555" idx="4"/>
              <a:endCxn id="955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560" name="Google Shape;9560;p74"/>
            <p:cNvCxnSpPr>
              <a:stCxn id="9559" idx="6"/>
              <a:endCxn id="955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61" name="Google Shape;9561;p74"/>
            <p:cNvCxnSpPr>
              <a:stCxn id="9556" idx="4"/>
              <a:endCxn id="956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559" name="Google Shape;9559;p7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64" name="Google Shape;9564;p74"/>
            <p:cNvCxnSpPr>
              <a:endCxn id="956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565" name="Google Shape;9565;p74"/>
          <p:cNvGrpSpPr/>
          <p:nvPr/>
        </p:nvGrpSpPr>
        <p:grpSpPr>
          <a:xfrm>
            <a:off x="3481439" y="976671"/>
            <a:ext cx="1637968" cy="154942"/>
            <a:chOff x="238125" y="2506075"/>
            <a:chExt cx="7115411" cy="673075"/>
          </a:xfrm>
        </p:grpSpPr>
        <p:sp>
          <p:nvSpPr>
            <p:cNvPr id="9566" name="Google Shape;9566;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74"/>
          <p:cNvGrpSpPr/>
          <p:nvPr/>
        </p:nvGrpSpPr>
        <p:grpSpPr>
          <a:xfrm>
            <a:off x="720124" y="1298269"/>
            <a:ext cx="2476762" cy="91743"/>
            <a:chOff x="1464850" y="436376"/>
            <a:chExt cx="6001362" cy="222300"/>
          </a:xfrm>
        </p:grpSpPr>
        <p:sp>
          <p:nvSpPr>
            <p:cNvPr id="9572" name="Google Shape;9572;p7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7" name="Google Shape;9577;p7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78" name="Google Shape;9578;p7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79" name="Google Shape;9579;p7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80" name="Google Shape;9580;p7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581" name="Google Shape;9581;p74"/>
          <p:cNvGrpSpPr/>
          <p:nvPr/>
        </p:nvGrpSpPr>
        <p:grpSpPr>
          <a:xfrm>
            <a:off x="706391" y="2533734"/>
            <a:ext cx="1452710" cy="651923"/>
            <a:chOff x="803162" y="2667727"/>
            <a:chExt cx="1411906" cy="633611"/>
          </a:xfrm>
        </p:grpSpPr>
        <p:cxnSp>
          <p:nvCxnSpPr>
            <p:cNvPr id="9582" name="Google Shape;9582;p74"/>
            <p:cNvCxnSpPr>
              <a:stCxn id="9583" idx="2"/>
              <a:endCxn id="958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5" name="Google Shape;9585;p74"/>
            <p:cNvCxnSpPr>
              <a:stCxn id="9586" idx="0"/>
              <a:endCxn id="958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7" name="Google Shape;9587;p74"/>
            <p:cNvCxnSpPr>
              <a:stCxn id="9586" idx="2"/>
              <a:endCxn id="958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9" name="Google Shape;9589;p74"/>
            <p:cNvCxnSpPr>
              <a:stCxn id="9590" idx="0"/>
              <a:endCxn id="958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91" name="Google Shape;9591;p74"/>
            <p:cNvCxnSpPr>
              <a:stCxn id="9584" idx="2"/>
              <a:endCxn id="959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93" name="Google Shape;9593;p74"/>
            <p:cNvCxnSpPr>
              <a:stCxn id="9594" idx="0"/>
              <a:endCxn id="958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590" name="Google Shape;9590;p7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8" name="Google Shape;9588;p7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94" name="Google Shape;9594;p7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92" name="Google Shape;9592;p7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4" name="Google Shape;9584;p7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6" name="Google Shape;9586;p7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3" name="Google Shape;9583;p7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595" name="Google Shape;9595;p74"/>
          <p:cNvGrpSpPr/>
          <p:nvPr/>
        </p:nvGrpSpPr>
        <p:grpSpPr>
          <a:xfrm>
            <a:off x="706393" y="969273"/>
            <a:ext cx="2518541" cy="209309"/>
            <a:chOff x="803163" y="1111966"/>
            <a:chExt cx="2447800" cy="203430"/>
          </a:xfrm>
        </p:grpSpPr>
        <p:grpSp>
          <p:nvGrpSpPr>
            <p:cNvPr id="9596" name="Google Shape;9596;p74"/>
            <p:cNvGrpSpPr/>
            <p:nvPr/>
          </p:nvGrpSpPr>
          <p:grpSpPr>
            <a:xfrm>
              <a:off x="1958180" y="1111966"/>
              <a:ext cx="588019" cy="121396"/>
              <a:chOff x="4808316" y="2800065"/>
              <a:chExt cx="1999386" cy="412910"/>
            </a:xfrm>
          </p:grpSpPr>
          <p:sp>
            <p:nvSpPr>
              <p:cNvPr id="9597" name="Google Shape;9597;p7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74"/>
              <p:cNvGrpSpPr/>
              <p:nvPr/>
            </p:nvGrpSpPr>
            <p:grpSpPr>
              <a:xfrm>
                <a:off x="4808316" y="2800065"/>
                <a:ext cx="92400" cy="411825"/>
                <a:chOff x="845575" y="2563700"/>
                <a:chExt cx="92400" cy="411825"/>
              </a:xfrm>
            </p:grpSpPr>
            <p:cxnSp>
              <p:nvCxnSpPr>
                <p:cNvPr id="9599" name="Google Shape;9599;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00" name="Google Shape;9600;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601" name="Google Shape;9601;p7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602" name="Google Shape;9602;p7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3" name="Google Shape;9603;p74"/>
            <p:cNvGrpSpPr/>
            <p:nvPr/>
          </p:nvGrpSpPr>
          <p:grpSpPr>
            <a:xfrm>
              <a:off x="803163" y="1111974"/>
              <a:ext cx="591158" cy="121545"/>
              <a:chOff x="803163" y="1111974"/>
              <a:chExt cx="591158" cy="121545"/>
            </a:xfrm>
          </p:grpSpPr>
          <p:grpSp>
            <p:nvGrpSpPr>
              <p:cNvPr id="9604" name="Google Shape;9604;p74"/>
              <p:cNvGrpSpPr/>
              <p:nvPr/>
            </p:nvGrpSpPr>
            <p:grpSpPr>
              <a:xfrm>
                <a:off x="803163" y="1111974"/>
                <a:ext cx="27175" cy="121077"/>
                <a:chOff x="845575" y="2563700"/>
                <a:chExt cx="92400" cy="411825"/>
              </a:xfrm>
            </p:grpSpPr>
            <p:cxnSp>
              <p:nvCxnSpPr>
                <p:cNvPr id="9605" name="Google Shape;9605;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06" name="Google Shape;9606;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7" name="Google Shape;9607;p7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4"/>
            <p:cNvGrpSpPr/>
            <p:nvPr/>
          </p:nvGrpSpPr>
          <p:grpSpPr>
            <a:xfrm>
              <a:off x="1381910" y="1194219"/>
              <a:ext cx="588341" cy="121177"/>
              <a:chOff x="1381910" y="1194219"/>
              <a:chExt cx="588341" cy="121177"/>
            </a:xfrm>
          </p:grpSpPr>
          <p:grpSp>
            <p:nvGrpSpPr>
              <p:cNvPr id="9609" name="Google Shape;9609;p74"/>
              <p:cNvGrpSpPr/>
              <p:nvPr/>
            </p:nvGrpSpPr>
            <p:grpSpPr>
              <a:xfrm rot="10800000">
                <a:off x="1381910" y="1194319"/>
                <a:ext cx="27175" cy="121077"/>
                <a:chOff x="2070100" y="2563700"/>
                <a:chExt cx="92400" cy="411825"/>
              </a:xfrm>
            </p:grpSpPr>
            <p:cxnSp>
              <p:nvCxnSpPr>
                <p:cNvPr id="9610" name="Google Shape;9610;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11" name="Google Shape;9611;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7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74"/>
            <p:cNvGrpSpPr/>
            <p:nvPr/>
          </p:nvGrpSpPr>
          <p:grpSpPr>
            <a:xfrm>
              <a:off x="2532079" y="1194219"/>
              <a:ext cx="704927" cy="121177"/>
              <a:chOff x="2532079" y="1194219"/>
              <a:chExt cx="704927" cy="121177"/>
            </a:xfrm>
          </p:grpSpPr>
          <p:grpSp>
            <p:nvGrpSpPr>
              <p:cNvPr id="9614" name="Google Shape;9614;p74"/>
              <p:cNvGrpSpPr/>
              <p:nvPr/>
            </p:nvGrpSpPr>
            <p:grpSpPr>
              <a:xfrm rot="10800000">
                <a:off x="2532079" y="1194319"/>
                <a:ext cx="27175" cy="121077"/>
                <a:chOff x="2070100" y="2563700"/>
                <a:chExt cx="92400" cy="411825"/>
              </a:xfrm>
            </p:grpSpPr>
            <p:cxnSp>
              <p:nvCxnSpPr>
                <p:cNvPr id="9615" name="Google Shape;9615;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16" name="Google Shape;9616;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7" name="Google Shape;9617;p7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8" name="Google Shape;9618;p74"/>
          <p:cNvGrpSpPr/>
          <p:nvPr/>
        </p:nvGrpSpPr>
        <p:grpSpPr>
          <a:xfrm>
            <a:off x="3499403" y="3665904"/>
            <a:ext cx="1567778" cy="491677"/>
            <a:chOff x="5194708" y="3484366"/>
            <a:chExt cx="3148148" cy="987304"/>
          </a:xfrm>
        </p:grpSpPr>
        <p:grpSp>
          <p:nvGrpSpPr>
            <p:cNvPr id="9619" name="Google Shape;9619;p74"/>
            <p:cNvGrpSpPr/>
            <p:nvPr/>
          </p:nvGrpSpPr>
          <p:grpSpPr>
            <a:xfrm>
              <a:off x="7531521" y="3484366"/>
              <a:ext cx="811335" cy="987304"/>
              <a:chOff x="3379425" y="1617275"/>
              <a:chExt cx="1090650" cy="1327200"/>
            </a:xfrm>
          </p:grpSpPr>
          <p:sp>
            <p:nvSpPr>
              <p:cNvPr id="9620" name="Google Shape;9620;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74"/>
            <p:cNvGrpSpPr/>
            <p:nvPr/>
          </p:nvGrpSpPr>
          <p:grpSpPr>
            <a:xfrm>
              <a:off x="6752546" y="3484366"/>
              <a:ext cx="811428" cy="987304"/>
              <a:chOff x="2332275" y="1617275"/>
              <a:chExt cx="1090775" cy="1327200"/>
            </a:xfrm>
          </p:grpSpPr>
          <p:sp>
            <p:nvSpPr>
              <p:cNvPr id="9624" name="Google Shape;9624;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4"/>
            <p:cNvGrpSpPr/>
            <p:nvPr/>
          </p:nvGrpSpPr>
          <p:grpSpPr>
            <a:xfrm>
              <a:off x="5973664" y="3484366"/>
              <a:ext cx="811335" cy="987304"/>
              <a:chOff x="1285250" y="1617275"/>
              <a:chExt cx="1090650" cy="1327200"/>
            </a:xfrm>
          </p:grpSpPr>
          <p:sp>
            <p:nvSpPr>
              <p:cNvPr id="9628" name="Google Shape;9628;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4"/>
            <p:cNvGrpSpPr/>
            <p:nvPr/>
          </p:nvGrpSpPr>
          <p:grpSpPr>
            <a:xfrm>
              <a:off x="5194708" y="3484366"/>
              <a:ext cx="811409" cy="987304"/>
              <a:chOff x="238125" y="1617275"/>
              <a:chExt cx="1090750" cy="1327200"/>
            </a:xfrm>
          </p:grpSpPr>
          <p:sp>
            <p:nvSpPr>
              <p:cNvPr id="9632" name="Google Shape;9632;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5" name="Google Shape;9635;p74"/>
          <p:cNvGrpSpPr/>
          <p:nvPr/>
        </p:nvGrpSpPr>
        <p:grpSpPr>
          <a:xfrm>
            <a:off x="3460012" y="3146315"/>
            <a:ext cx="1616964" cy="346256"/>
            <a:chOff x="1808063" y="4294338"/>
            <a:chExt cx="3370782" cy="721817"/>
          </a:xfrm>
        </p:grpSpPr>
        <p:sp>
          <p:nvSpPr>
            <p:cNvPr id="9636" name="Google Shape;9636;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74"/>
          <p:cNvGrpSpPr/>
          <p:nvPr/>
        </p:nvGrpSpPr>
        <p:grpSpPr>
          <a:xfrm>
            <a:off x="738224" y="3432344"/>
            <a:ext cx="1295882" cy="646587"/>
            <a:chOff x="834100" y="3642869"/>
            <a:chExt cx="1259483" cy="628426"/>
          </a:xfrm>
        </p:grpSpPr>
        <p:sp>
          <p:nvSpPr>
            <p:cNvPr id="9647" name="Google Shape;9647;p7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2" name="Google Shape;9672;p74"/>
            <p:cNvGrpSpPr/>
            <p:nvPr/>
          </p:nvGrpSpPr>
          <p:grpSpPr>
            <a:xfrm>
              <a:off x="1360364" y="3847835"/>
              <a:ext cx="208119" cy="224359"/>
              <a:chOff x="1360769" y="3847100"/>
              <a:chExt cx="208119" cy="224359"/>
            </a:xfrm>
          </p:grpSpPr>
          <p:sp>
            <p:nvSpPr>
              <p:cNvPr id="9673" name="Google Shape;9673;p7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3" name="Google Shape;9693;p7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74"/>
          <p:cNvGrpSpPr/>
          <p:nvPr/>
        </p:nvGrpSpPr>
        <p:grpSpPr>
          <a:xfrm rot="5400000">
            <a:off x="5951337" y="3228841"/>
            <a:ext cx="164064" cy="1414916"/>
            <a:chOff x="4428249" y="1369375"/>
            <a:chExt cx="36905" cy="429569"/>
          </a:xfrm>
        </p:grpSpPr>
        <p:sp>
          <p:nvSpPr>
            <p:cNvPr id="9708" name="Google Shape;9708;p7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74"/>
          <p:cNvGrpSpPr/>
          <p:nvPr/>
        </p:nvGrpSpPr>
        <p:grpSpPr>
          <a:xfrm flipH="1" rot="10800000">
            <a:off x="5323766" y="2817385"/>
            <a:ext cx="1419207" cy="24808"/>
            <a:chOff x="219558" y="4738465"/>
            <a:chExt cx="5852400" cy="102300"/>
          </a:xfrm>
        </p:grpSpPr>
        <p:cxnSp>
          <p:nvCxnSpPr>
            <p:cNvPr id="9741" name="Google Shape;9741;p7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742" name="Google Shape;9742;p7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4"/>
          <p:cNvGrpSpPr/>
          <p:nvPr/>
        </p:nvGrpSpPr>
        <p:grpSpPr>
          <a:xfrm>
            <a:off x="5335084" y="3190448"/>
            <a:ext cx="1396570" cy="385016"/>
            <a:chOff x="5286284" y="2966544"/>
            <a:chExt cx="1396570" cy="385016"/>
          </a:xfrm>
        </p:grpSpPr>
        <p:cxnSp>
          <p:nvCxnSpPr>
            <p:cNvPr id="9748" name="Google Shape;9748;p7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749" name="Google Shape;9749;p7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750" name="Google Shape;9750;p74"/>
            <p:cNvGrpSpPr/>
            <p:nvPr/>
          </p:nvGrpSpPr>
          <p:grpSpPr>
            <a:xfrm>
              <a:off x="5287688" y="3173364"/>
              <a:ext cx="1395166" cy="74100"/>
              <a:chOff x="5287688" y="3173364"/>
              <a:chExt cx="1395166" cy="74100"/>
            </a:xfrm>
          </p:grpSpPr>
          <p:cxnSp>
            <p:nvCxnSpPr>
              <p:cNvPr id="9751" name="Google Shape;9751;p7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752" name="Google Shape;9752;p7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753" name="Google Shape;9753;p7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4" name="Google Shape;9754;p7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5" name="Google Shape;9755;p7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6" name="Google Shape;9756;p7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7" name="Google Shape;9757;p7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8" name="Google Shape;9758;p7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759" name="Google Shape;9759;p7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760" name="Google Shape;9760;p74"/>
          <p:cNvGrpSpPr/>
          <p:nvPr/>
        </p:nvGrpSpPr>
        <p:grpSpPr>
          <a:xfrm>
            <a:off x="2021150" y="1609224"/>
            <a:ext cx="1182276" cy="662027"/>
            <a:chOff x="2029517" y="1732295"/>
            <a:chExt cx="1149068" cy="643432"/>
          </a:xfrm>
        </p:grpSpPr>
        <p:grpSp>
          <p:nvGrpSpPr>
            <p:cNvPr id="9761" name="Google Shape;9761;p74"/>
            <p:cNvGrpSpPr/>
            <p:nvPr/>
          </p:nvGrpSpPr>
          <p:grpSpPr>
            <a:xfrm>
              <a:off x="2708660" y="1746937"/>
              <a:ext cx="455427" cy="244429"/>
              <a:chOff x="2700693" y="1746937"/>
              <a:chExt cx="455427" cy="244429"/>
            </a:xfrm>
          </p:grpSpPr>
          <p:grpSp>
            <p:nvGrpSpPr>
              <p:cNvPr id="9762" name="Google Shape;9762;p74"/>
              <p:cNvGrpSpPr/>
              <p:nvPr/>
            </p:nvGrpSpPr>
            <p:grpSpPr>
              <a:xfrm>
                <a:off x="2905682" y="1782817"/>
                <a:ext cx="250438" cy="208549"/>
                <a:chOff x="2905682" y="1782817"/>
                <a:chExt cx="250438" cy="208549"/>
              </a:xfrm>
            </p:grpSpPr>
            <p:cxnSp>
              <p:nvCxnSpPr>
                <p:cNvPr id="9763" name="Google Shape;9763;p7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64" name="Google Shape;9764;p7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4"/>
              <p:cNvGrpSpPr/>
              <p:nvPr/>
            </p:nvGrpSpPr>
            <p:grpSpPr>
              <a:xfrm>
                <a:off x="2700693" y="1746937"/>
                <a:ext cx="449967" cy="72374"/>
                <a:chOff x="2700693" y="1746937"/>
                <a:chExt cx="449967" cy="72374"/>
              </a:xfrm>
            </p:grpSpPr>
            <p:cxnSp>
              <p:nvCxnSpPr>
                <p:cNvPr id="9766" name="Google Shape;9766;p7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67" name="Google Shape;9767;p7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8" name="Google Shape;9768;p74"/>
            <p:cNvGrpSpPr/>
            <p:nvPr/>
          </p:nvGrpSpPr>
          <p:grpSpPr>
            <a:xfrm>
              <a:off x="2029517" y="1732295"/>
              <a:ext cx="1149068" cy="643432"/>
              <a:chOff x="2029517" y="1732295"/>
              <a:chExt cx="1149068" cy="643432"/>
            </a:xfrm>
          </p:grpSpPr>
          <p:grpSp>
            <p:nvGrpSpPr>
              <p:cNvPr id="9769" name="Google Shape;9769;p74"/>
              <p:cNvGrpSpPr/>
              <p:nvPr/>
            </p:nvGrpSpPr>
            <p:grpSpPr>
              <a:xfrm>
                <a:off x="2703618" y="2103152"/>
                <a:ext cx="474966" cy="260017"/>
                <a:chOff x="2703618" y="2103152"/>
                <a:chExt cx="474966" cy="260017"/>
              </a:xfrm>
            </p:grpSpPr>
            <p:grpSp>
              <p:nvGrpSpPr>
                <p:cNvPr id="9770" name="Google Shape;9770;p74"/>
                <p:cNvGrpSpPr/>
                <p:nvPr/>
              </p:nvGrpSpPr>
              <p:grpSpPr>
                <a:xfrm>
                  <a:off x="2703618" y="2290640"/>
                  <a:ext cx="450291" cy="72529"/>
                  <a:chOff x="2703618" y="2290640"/>
                  <a:chExt cx="450291" cy="72529"/>
                </a:xfrm>
              </p:grpSpPr>
              <p:cxnSp>
                <p:nvCxnSpPr>
                  <p:cNvPr id="9771" name="Google Shape;9771;p7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72" name="Google Shape;9772;p7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4"/>
                <p:cNvGrpSpPr/>
                <p:nvPr/>
              </p:nvGrpSpPr>
              <p:grpSpPr>
                <a:xfrm>
                  <a:off x="2908607" y="2103152"/>
                  <a:ext cx="269977" cy="223538"/>
                  <a:chOff x="2908607" y="2103152"/>
                  <a:chExt cx="269977" cy="223538"/>
                </a:xfrm>
              </p:grpSpPr>
              <p:cxnSp>
                <p:nvCxnSpPr>
                  <p:cNvPr id="9774" name="Google Shape;9774;p7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75" name="Google Shape;9775;p7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6" name="Google Shape;9776;p74"/>
              <p:cNvGrpSpPr/>
              <p:nvPr/>
            </p:nvGrpSpPr>
            <p:grpSpPr>
              <a:xfrm>
                <a:off x="2029517" y="1732295"/>
                <a:ext cx="685827" cy="643432"/>
                <a:chOff x="2029517" y="1732295"/>
                <a:chExt cx="685827" cy="643432"/>
              </a:xfrm>
            </p:grpSpPr>
            <p:sp>
              <p:nvSpPr>
                <p:cNvPr id="9777" name="Google Shape;9777;p7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8" name="Google Shape;9778;p74"/>
                <p:cNvGrpSpPr/>
                <p:nvPr/>
              </p:nvGrpSpPr>
              <p:grpSpPr>
                <a:xfrm>
                  <a:off x="2158948" y="1732295"/>
                  <a:ext cx="556396" cy="333108"/>
                  <a:chOff x="2158948" y="1732295"/>
                  <a:chExt cx="556396" cy="333108"/>
                </a:xfrm>
              </p:grpSpPr>
              <p:cxnSp>
                <p:nvCxnSpPr>
                  <p:cNvPr id="9779" name="Google Shape;9779;p7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80" name="Google Shape;9780;p7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74"/>
                <p:cNvGrpSpPr/>
                <p:nvPr/>
              </p:nvGrpSpPr>
              <p:grpSpPr>
                <a:xfrm>
                  <a:off x="2159908" y="2065057"/>
                  <a:ext cx="550884" cy="310670"/>
                  <a:chOff x="2159908" y="2065057"/>
                  <a:chExt cx="550884" cy="310670"/>
                </a:xfrm>
              </p:grpSpPr>
              <p:cxnSp>
                <p:nvCxnSpPr>
                  <p:cNvPr id="9782" name="Google Shape;9782;p7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83" name="Google Shape;9783;p7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784" name="Google Shape;9784;p74"/>
          <p:cNvGrpSpPr/>
          <p:nvPr/>
        </p:nvGrpSpPr>
        <p:grpSpPr>
          <a:xfrm>
            <a:off x="706399" y="1556837"/>
            <a:ext cx="962651" cy="810058"/>
            <a:chOff x="844912" y="1681380"/>
            <a:chExt cx="935611" cy="787305"/>
          </a:xfrm>
        </p:grpSpPr>
        <p:grpSp>
          <p:nvGrpSpPr>
            <p:cNvPr id="9785" name="Google Shape;9785;p74"/>
            <p:cNvGrpSpPr/>
            <p:nvPr/>
          </p:nvGrpSpPr>
          <p:grpSpPr>
            <a:xfrm>
              <a:off x="844912" y="1819635"/>
              <a:ext cx="329836" cy="510016"/>
              <a:chOff x="844912" y="1819635"/>
              <a:chExt cx="329836" cy="510016"/>
            </a:xfrm>
          </p:grpSpPr>
          <p:sp>
            <p:nvSpPr>
              <p:cNvPr id="9786" name="Google Shape;9786;p7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4"/>
            <p:cNvGrpSpPr/>
            <p:nvPr/>
          </p:nvGrpSpPr>
          <p:grpSpPr>
            <a:xfrm>
              <a:off x="1284601" y="2158168"/>
              <a:ext cx="495923" cy="310517"/>
              <a:chOff x="1284601" y="2158168"/>
              <a:chExt cx="495923" cy="310517"/>
            </a:xfrm>
          </p:grpSpPr>
          <p:sp>
            <p:nvSpPr>
              <p:cNvPr id="9793" name="Google Shape;9793;p7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4" name="Google Shape;9794;p74"/>
              <p:cNvGrpSpPr/>
              <p:nvPr/>
            </p:nvGrpSpPr>
            <p:grpSpPr>
              <a:xfrm>
                <a:off x="1507666" y="2158168"/>
                <a:ext cx="272858" cy="310517"/>
                <a:chOff x="1507666" y="2158168"/>
                <a:chExt cx="272858" cy="310517"/>
              </a:xfrm>
            </p:grpSpPr>
            <p:grpSp>
              <p:nvGrpSpPr>
                <p:cNvPr id="9795" name="Google Shape;9795;p74"/>
                <p:cNvGrpSpPr/>
                <p:nvPr/>
              </p:nvGrpSpPr>
              <p:grpSpPr>
                <a:xfrm>
                  <a:off x="1507666" y="2176104"/>
                  <a:ext cx="166395" cy="273149"/>
                  <a:chOff x="1507666" y="2176104"/>
                  <a:chExt cx="166395" cy="273149"/>
                </a:xfrm>
              </p:grpSpPr>
              <p:sp>
                <p:nvSpPr>
                  <p:cNvPr id="9796" name="Google Shape;9796;p7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3" name="Google Shape;9803;p7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5" name="Google Shape;9805;p74"/>
            <p:cNvGrpSpPr/>
            <p:nvPr/>
          </p:nvGrpSpPr>
          <p:grpSpPr>
            <a:xfrm>
              <a:off x="1284601" y="1681380"/>
              <a:ext cx="495923" cy="310517"/>
              <a:chOff x="1284601" y="1681380"/>
              <a:chExt cx="495923" cy="310517"/>
            </a:xfrm>
          </p:grpSpPr>
          <p:sp>
            <p:nvSpPr>
              <p:cNvPr id="9806" name="Google Shape;9806;p7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7" name="Google Shape;9807;p74"/>
              <p:cNvGrpSpPr/>
              <p:nvPr/>
            </p:nvGrpSpPr>
            <p:grpSpPr>
              <a:xfrm>
                <a:off x="1507666" y="1681380"/>
                <a:ext cx="272858" cy="310517"/>
                <a:chOff x="1507666" y="1681380"/>
                <a:chExt cx="272858" cy="310517"/>
              </a:xfrm>
            </p:grpSpPr>
            <p:grpSp>
              <p:nvGrpSpPr>
                <p:cNvPr id="9808" name="Google Shape;9808;p74"/>
                <p:cNvGrpSpPr/>
                <p:nvPr/>
              </p:nvGrpSpPr>
              <p:grpSpPr>
                <a:xfrm>
                  <a:off x="1507666" y="1700120"/>
                  <a:ext cx="166395" cy="272984"/>
                  <a:chOff x="1507666" y="1700120"/>
                  <a:chExt cx="166395" cy="272984"/>
                </a:xfrm>
              </p:grpSpPr>
              <p:sp>
                <p:nvSpPr>
                  <p:cNvPr id="9809" name="Google Shape;9809;p7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6" name="Google Shape;9816;p7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18" name="Google Shape;9818;p74"/>
          <p:cNvGrpSpPr/>
          <p:nvPr/>
        </p:nvGrpSpPr>
        <p:grpSpPr>
          <a:xfrm>
            <a:off x="6815339" y="2324267"/>
            <a:ext cx="1622269" cy="552443"/>
            <a:chOff x="6894650" y="2574740"/>
            <a:chExt cx="1445100" cy="492111"/>
          </a:xfrm>
        </p:grpSpPr>
        <p:sp>
          <p:nvSpPr>
            <p:cNvPr id="9819" name="Google Shape;9819;p7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4" name="Google Shape;9824;p7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825" name="Google Shape;9825;p74"/>
          <p:cNvGrpSpPr/>
          <p:nvPr/>
        </p:nvGrpSpPr>
        <p:grpSpPr>
          <a:xfrm>
            <a:off x="6834882" y="3698522"/>
            <a:ext cx="1583206" cy="475705"/>
            <a:chOff x="6953919" y="3907920"/>
            <a:chExt cx="1377300" cy="475705"/>
          </a:xfrm>
        </p:grpSpPr>
        <p:cxnSp>
          <p:nvCxnSpPr>
            <p:cNvPr id="9826" name="Google Shape;9826;p7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827" name="Google Shape;9827;p7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828" name="Google Shape;9828;p7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829" name="Google Shape;9829;p7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830" name="Google Shape;9830;p7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831" name="Google Shape;9831;p74"/>
          <p:cNvGrpSpPr/>
          <p:nvPr/>
        </p:nvGrpSpPr>
        <p:grpSpPr>
          <a:xfrm>
            <a:off x="2338470" y="2459668"/>
            <a:ext cx="836286" cy="824529"/>
            <a:chOff x="2389399" y="2595741"/>
            <a:chExt cx="812796" cy="801369"/>
          </a:xfrm>
        </p:grpSpPr>
        <p:grpSp>
          <p:nvGrpSpPr>
            <p:cNvPr id="9832" name="Google Shape;9832;p74"/>
            <p:cNvGrpSpPr/>
            <p:nvPr/>
          </p:nvGrpSpPr>
          <p:grpSpPr>
            <a:xfrm>
              <a:off x="2492145" y="2881565"/>
              <a:ext cx="607300" cy="229751"/>
              <a:chOff x="2492145" y="2881565"/>
              <a:chExt cx="607300" cy="229751"/>
            </a:xfrm>
          </p:grpSpPr>
          <p:sp>
            <p:nvSpPr>
              <p:cNvPr id="9833" name="Google Shape;9833;p7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74"/>
            <p:cNvGrpSpPr/>
            <p:nvPr/>
          </p:nvGrpSpPr>
          <p:grpSpPr>
            <a:xfrm>
              <a:off x="2389399" y="2595741"/>
              <a:ext cx="812796" cy="296825"/>
              <a:chOff x="2389399" y="2595741"/>
              <a:chExt cx="812796" cy="296825"/>
            </a:xfrm>
          </p:grpSpPr>
          <p:grpSp>
            <p:nvGrpSpPr>
              <p:cNvPr id="9837" name="Google Shape;9837;p74"/>
              <p:cNvGrpSpPr/>
              <p:nvPr/>
            </p:nvGrpSpPr>
            <p:grpSpPr>
              <a:xfrm>
                <a:off x="2389399" y="2595741"/>
                <a:ext cx="363638" cy="296825"/>
                <a:chOff x="2389399" y="2595741"/>
                <a:chExt cx="363638" cy="296825"/>
              </a:xfrm>
            </p:grpSpPr>
            <p:grpSp>
              <p:nvGrpSpPr>
                <p:cNvPr id="9838" name="Google Shape;9838;p74"/>
                <p:cNvGrpSpPr/>
                <p:nvPr/>
              </p:nvGrpSpPr>
              <p:grpSpPr>
                <a:xfrm>
                  <a:off x="2493852" y="2794333"/>
                  <a:ext cx="259185" cy="98232"/>
                  <a:chOff x="2493852" y="2794333"/>
                  <a:chExt cx="259185" cy="98232"/>
                </a:xfrm>
              </p:grpSpPr>
              <p:sp>
                <p:nvSpPr>
                  <p:cNvPr id="9839" name="Google Shape;9839;p7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74"/>
                <p:cNvGrpSpPr/>
                <p:nvPr/>
              </p:nvGrpSpPr>
              <p:grpSpPr>
                <a:xfrm>
                  <a:off x="2389399" y="2595741"/>
                  <a:ext cx="224343" cy="182054"/>
                  <a:chOff x="2389399" y="2595741"/>
                  <a:chExt cx="224343" cy="182054"/>
                </a:xfrm>
              </p:grpSpPr>
              <p:sp>
                <p:nvSpPr>
                  <p:cNvPr id="9843" name="Google Shape;9843;p7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45" name="Google Shape;9845;p74"/>
              <p:cNvGrpSpPr/>
              <p:nvPr/>
            </p:nvGrpSpPr>
            <p:grpSpPr>
              <a:xfrm>
                <a:off x="2683630" y="2595741"/>
                <a:ext cx="224334" cy="296825"/>
                <a:chOff x="2683630" y="2595741"/>
                <a:chExt cx="224334" cy="296825"/>
              </a:xfrm>
            </p:grpSpPr>
            <p:grpSp>
              <p:nvGrpSpPr>
                <p:cNvPr id="9846" name="Google Shape;9846;p74"/>
                <p:cNvGrpSpPr/>
                <p:nvPr/>
              </p:nvGrpSpPr>
              <p:grpSpPr>
                <a:xfrm>
                  <a:off x="2788083" y="2794333"/>
                  <a:ext cx="15356" cy="98232"/>
                  <a:chOff x="2788083" y="2794333"/>
                  <a:chExt cx="15356" cy="98232"/>
                </a:xfrm>
              </p:grpSpPr>
              <p:sp>
                <p:nvSpPr>
                  <p:cNvPr id="9847" name="Google Shape;9847;p7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74"/>
                <p:cNvGrpSpPr/>
                <p:nvPr/>
              </p:nvGrpSpPr>
              <p:grpSpPr>
                <a:xfrm>
                  <a:off x="2683630" y="2595741"/>
                  <a:ext cx="224334" cy="182054"/>
                  <a:chOff x="2683630" y="2595741"/>
                  <a:chExt cx="224334" cy="182054"/>
                </a:xfrm>
              </p:grpSpPr>
              <p:sp>
                <p:nvSpPr>
                  <p:cNvPr id="9851" name="Google Shape;9851;p7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3" name="Google Shape;9853;p74"/>
              <p:cNvGrpSpPr/>
              <p:nvPr/>
            </p:nvGrpSpPr>
            <p:grpSpPr>
              <a:xfrm>
                <a:off x="2838475" y="2595741"/>
                <a:ext cx="363719" cy="296825"/>
                <a:chOff x="2838475" y="2595741"/>
                <a:chExt cx="363719" cy="296825"/>
              </a:xfrm>
            </p:grpSpPr>
            <p:grpSp>
              <p:nvGrpSpPr>
                <p:cNvPr id="9854" name="Google Shape;9854;p74"/>
                <p:cNvGrpSpPr/>
                <p:nvPr/>
              </p:nvGrpSpPr>
              <p:grpSpPr>
                <a:xfrm>
                  <a:off x="2838475" y="2794333"/>
                  <a:ext cx="259185" cy="98232"/>
                  <a:chOff x="2838475" y="2794333"/>
                  <a:chExt cx="259185" cy="98232"/>
                </a:xfrm>
              </p:grpSpPr>
              <p:sp>
                <p:nvSpPr>
                  <p:cNvPr id="9855" name="Google Shape;9855;p7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74"/>
                <p:cNvGrpSpPr/>
                <p:nvPr/>
              </p:nvGrpSpPr>
              <p:grpSpPr>
                <a:xfrm>
                  <a:off x="2977852" y="2595741"/>
                  <a:ext cx="224343" cy="182054"/>
                  <a:chOff x="2977852" y="2595741"/>
                  <a:chExt cx="224343" cy="182054"/>
                </a:xfrm>
              </p:grpSpPr>
              <p:sp>
                <p:nvSpPr>
                  <p:cNvPr id="9859" name="Google Shape;9859;p7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61" name="Google Shape;9861;p74"/>
            <p:cNvGrpSpPr/>
            <p:nvPr/>
          </p:nvGrpSpPr>
          <p:grpSpPr>
            <a:xfrm>
              <a:off x="2389399" y="3100241"/>
              <a:ext cx="812796" cy="296869"/>
              <a:chOff x="2389399" y="3100241"/>
              <a:chExt cx="812796" cy="296869"/>
            </a:xfrm>
          </p:grpSpPr>
          <p:grpSp>
            <p:nvGrpSpPr>
              <p:cNvPr id="9862" name="Google Shape;9862;p74"/>
              <p:cNvGrpSpPr/>
              <p:nvPr/>
            </p:nvGrpSpPr>
            <p:grpSpPr>
              <a:xfrm>
                <a:off x="2683630" y="3100241"/>
                <a:ext cx="224334" cy="296869"/>
                <a:chOff x="2683630" y="3100241"/>
                <a:chExt cx="224334" cy="296869"/>
              </a:xfrm>
            </p:grpSpPr>
            <p:grpSp>
              <p:nvGrpSpPr>
                <p:cNvPr id="9863" name="Google Shape;9863;p74"/>
                <p:cNvGrpSpPr/>
                <p:nvPr/>
              </p:nvGrpSpPr>
              <p:grpSpPr>
                <a:xfrm>
                  <a:off x="2788083" y="3100241"/>
                  <a:ext cx="15356" cy="98237"/>
                  <a:chOff x="2788083" y="3100241"/>
                  <a:chExt cx="15356" cy="98237"/>
                </a:xfrm>
              </p:grpSpPr>
              <p:sp>
                <p:nvSpPr>
                  <p:cNvPr id="9864" name="Google Shape;9864;p7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74"/>
                <p:cNvGrpSpPr/>
                <p:nvPr/>
              </p:nvGrpSpPr>
              <p:grpSpPr>
                <a:xfrm>
                  <a:off x="2683630" y="3215065"/>
                  <a:ext cx="224334" cy="182045"/>
                  <a:chOff x="2683630" y="3215065"/>
                  <a:chExt cx="224334" cy="182045"/>
                </a:xfrm>
              </p:grpSpPr>
              <p:sp>
                <p:nvSpPr>
                  <p:cNvPr id="9868" name="Google Shape;9868;p7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0" name="Google Shape;9870;p74"/>
              <p:cNvGrpSpPr/>
              <p:nvPr/>
            </p:nvGrpSpPr>
            <p:grpSpPr>
              <a:xfrm>
                <a:off x="2389399" y="3100241"/>
                <a:ext cx="363638" cy="296869"/>
                <a:chOff x="2389399" y="3100241"/>
                <a:chExt cx="363638" cy="296869"/>
              </a:xfrm>
            </p:grpSpPr>
            <p:grpSp>
              <p:nvGrpSpPr>
                <p:cNvPr id="9871" name="Google Shape;9871;p74"/>
                <p:cNvGrpSpPr/>
                <p:nvPr/>
              </p:nvGrpSpPr>
              <p:grpSpPr>
                <a:xfrm>
                  <a:off x="2493852" y="3100241"/>
                  <a:ext cx="259185" cy="98237"/>
                  <a:chOff x="2493852" y="3100241"/>
                  <a:chExt cx="259185" cy="98237"/>
                </a:xfrm>
              </p:grpSpPr>
              <p:sp>
                <p:nvSpPr>
                  <p:cNvPr id="9872" name="Google Shape;9872;p7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74"/>
                <p:cNvGrpSpPr/>
                <p:nvPr/>
              </p:nvGrpSpPr>
              <p:grpSpPr>
                <a:xfrm>
                  <a:off x="2389399" y="3215065"/>
                  <a:ext cx="224343" cy="182045"/>
                  <a:chOff x="2389399" y="3215065"/>
                  <a:chExt cx="224343" cy="182045"/>
                </a:xfrm>
              </p:grpSpPr>
              <p:sp>
                <p:nvSpPr>
                  <p:cNvPr id="9876" name="Google Shape;9876;p7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8" name="Google Shape;9878;p74"/>
              <p:cNvGrpSpPr/>
              <p:nvPr/>
            </p:nvGrpSpPr>
            <p:grpSpPr>
              <a:xfrm>
                <a:off x="2838475" y="3100241"/>
                <a:ext cx="363719" cy="296869"/>
                <a:chOff x="2838475" y="3100241"/>
                <a:chExt cx="363719" cy="296869"/>
              </a:xfrm>
            </p:grpSpPr>
            <p:grpSp>
              <p:nvGrpSpPr>
                <p:cNvPr id="9879" name="Google Shape;9879;p74"/>
                <p:cNvGrpSpPr/>
                <p:nvPr/>
              </p:nvGrpSpPr>
              <p:grpSpPr>
                <a:xfrm>
                  <a:off x="2838475" y="3100241"/>
                  <a:ext cx="259185" cy="98237"/>
                  <a:chOff x="2838475" y="3100241"/>
                  <a:chExt cx="259185" cy="98237"/>
                </a:xfrm>
              </p:grpSpPr>
              <p:sp>
                <p:nvSpPr>
                  <p:cNvPr id="9880" name="Google Shape;9880;p7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74"/>
                <p:cNvGrpSpPr/>
                <p:nvPr/>
              </p:nvGrpSpPr>
              <p:grpSpPr>
                <a:xfrm>
                  <a:off x="2977852" y="3215065"/>
                  <a:ext cx="224343" cy="182045"/>
                  <a:chOff x="2977852" y="3215065"/>
                  <a:chExt cx="224343" cy="182045"/>
                </a:xfrm>
              </p:grpSpPr>
              <p:sp>
                <p:nvSpPr>
                  <p:cNvPr id="9884" name="Google Shape;9884;p7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9" name="Shape 9889"/>
        <p:cNvGrpSpPr/>
        <p:nvPr/>
      </p:nvGrpSpPr>
      <p:grpSpPr>
        <a:xfrm>
          <a:off x="0" y="0"/>
          <a:ext cx="0" cy="0"/>
          <a:chOff x="0" y="0"/>
          <a:chExt cx="0" cy="0"/>
        </a:xfrm>
      </p:grpSpPr>
      <p:grpSp>
        <p:nvGrpSpPr>
          <p:cNvPr id="9890" name="Google Shape;9890;p75"/>
          <p:cNvGrpSpPr/>
          <p:nvPr/>
        </p:nvGrpSpPr>
        <p:grpSpPr>
          <a:xfrm>
            <a:off x="702088" y="3155922"/>
            <a:ext cx="2390414" cy="1024800"/>
            <a:chOff x="728925" y="3296613"/>
            <a:chExt cx="2390414" cy="1024800"/>
          </a:xfrm>
        </p:grpSpPr>
        <p:grpSp>
          <p:nvGrpSpPr>
            <p:cNvPr id="9891" name="Google Shape;9891;p75"/>
            <p:cNvGrpSpPr/>
            <p:nvPr/>
          </p:nvGrpSpPr>
          <p:grpSpPr>
            <a:xfrm>
              <a:off x="728925" y="3619800"/>
              <a:ext cx="2390414" cy="500893"/>
              <a:chOff x="728925" y="3619800"/>
              <a:chExt cx="2390414" cy="500893"/>
            </a:xfrm>
          </p:grpSpPr>
          <p:sp>
            <p:nvSpPr>
              <p:cNvPr id="9892" name="Google Shape;9892;p7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3" name="Google Shape;9893;p7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894" name="Google Shape;9894;p75"/>
            <p:cNvGrpSpPr/>
            <p:nvPr/>
          </p:nvGrpSpPr>
          <p:grpSpPr>
            <a:xfrm>
              <a:off x="1348050" y="3296613"/>
              <a:ext cx="1706152" cy="1024800"/>
              <a:chOff x="1348050" y="3296613"/>
              <a:chExt cx="1706152" cy="1024800"/>
            </a:xfrm>
          </p:grpSpPr>
          <p:sp>
            <p:nvSpPr>
              <p:cNvPr id="9895" name="Google Shape;9895;p7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6" name="Google Shape;9896;p7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7" name="Google Shape;9897;p7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8" name="Google Shape;9898;p7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9" name="Google Shape;9899;p7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900" name="Google Shape;9900;p75"/>
            <p:cNvGrpSpPr/>
            <p:nvPr/>
          </p:nvGrpSpPr>
          <p:grpSpPr>
            <a:xfrm>
              <a:off x="1455707" y="3654858"/>
              <a:ext cx="1491150" cy="417657"/>
              <a:chOff x="1455707" y="3654858"/>
              <a:chExt cx="1491150" cy="417657"/>
            </a:xfrm>
          </p:grpSpPr>
          <p:sp>
            <p:nvSpPr>
              <p:cNvPr id="9901" name="Google Shape;9901;p7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21" name="Google Shape;9921;p75"/>
          <p:cNvGraphicFramePr/>
          <p:nvPr/>
        </p:nvGraphicFramePr>
        <p:xfrm>
          <a:off x="5937787" y="2153834"/>
          <a:ext cx="3000000" cy="3000000"/>
        </p:xfrm>
        <a:graphic>
          <a:graphicData uri="http://schemas.openxmlformats.org/drawingml/2006/table">
            <a:tbl>
              <a:tblPr>
                <a:noFill/>
                <a:tableStyleId>{7D878CF6-9ED4-40B7-9E80-8D88FA82EDE6}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9922" name="Google Shape;9922;p75"/>
          <p:cNvGrpSpPr/>
          <p:nvPr/>
        </p:nvGrpSpPr>
        <p:grpSpPr>
          <a:xfrm>
            <a:off x="710464" y="981599"/>
            <a:ext cx="2396505" cy="976502"/>
            <a:chOff x="749309" y="1112739"/>
            <a:chExt cx="2371603" cy="976502"/>
          </a:xfrm>
        </p:grpSpPr>
        <p:grpSp>
          <p:nvGrpSpPr>
            <p:cNvPr id="9923" name="Google Shape;9923;p75"/>
            <p:cNvGrpSpPr/>
            <p:nvPr/>
          </p:nvGrpSpPr>
          <p:grpSpPr>
            <a:xfrm>
              <a:off x="1092126" y="1112739"/>
              <a:ext cx="2028786" cy="975464"/>
              <a:chOff x="1092126" y="1112739"/>
              <a:chExt cx="2028786" cy="975464"/>
            </a:xfrm>
          </p:grpSpPr>
          <p:sp>
            <p:nvSpPr>
              <p:cNvPr id="9924" name="Google Shape;9924;p7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75"/>
            <p:cNvGrpSpPr/>
            <p:nvPr/>
          </p:nvGrpSpPr>
          <p:grpSpPr>
            <a:xfrm>
              <a:off x="749309" y="1112739"/>
              <a:ext cx="314700" cy="975464"/>
              <a:chOff x="749309" y="1112739"/>
              <a:chExt cx="314700" cy="975464"/>
            </a:xfrm>
          </p:grpSpPr>
          <p:sp>
            <p:nvSpPr>
              <p:cNvPr id="9949" name="Google Shape;9949;p7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3" name="Google Shape;9953;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957" name="Google Shape;9957;p75"/>
          <p:cNvGraphicFramePr/>
          <p:nvPr/>
        </p:nvGraphicFramePr>
        <p:xfrm>
          <a:off x="5937812" y="981584"/>
          <a:ext cx="3000000" cy="3000000"/>
        </p:xfrm>
        <a:graphic>
          <a:graphicData uri="http://schemas.openxmlformats.org/drawingml/2006/table">
            <a:tbl>
              <a:tblPr>
                <a:noFill/>
                <a:tableStyleId>{7D878CF6-9ED4-40B7-9E80-8D88FA82EDE6}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958" name="Google Shape;9958;p75"/>
          <p:cNvGraphicFramePr/>
          <p:nvPr/>
        </p:nvGraphicFramePr>
        <p:xfrm>
          <a:off x="3358675" y="2153834"/>
          <a:ext cx="3000000" cy="3000000"/>
        </p:xfrm>
        <a:graphic>
          <a:graphicData uri="http://schemas.openxmlformats.org/drawingml/2006/table">
            <a:tbl>
              <a:tblPr>
                <a:noFill/>
                <a:tableStyleId>{7D878CF6-9ED4-40B7-9E80-8D88FA82EDE6}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959" name="Google Shape;9959;p75"/>
          <p:cNvGrpSpPr/>
          <p:nvPr/>
        </p:nvGrpSpPr>
        <p:grpSpPr>
          <a:xfrm>
            <a:off x="3360661" y="3144795"/>
            <a:ext cx="2363377" cy="1047062"/>
            <a:chOff x="3358399" y="3285485"/>
            <a:chExt cx="2363377" cy="1047062"/>
          </a:xfrm>
        </p:grpSpPr>
        <p:grpSp>
          <p:nvGrpSpPr>
            <p:cNvPr id="9960" name="Google Shape;9960;p75"/>
            <p:cNvGrpSpPr/>
            <p:nvPr/>
          </p:nvGrpSpPr>
          <p:grpSpPr>
            <a:xfrm>
              <a:off x="3358412" y="3285485"/>
              <a:ext cx="2363244" cy="139500"/>
              <a:chOff x="3358412" y="3285485"/>
              <a:chExt cx="2363244" cy="139500"/>
            </a:xfrm>
          </p:grpSpPr>
          <p:sp>
            <p:nvSpPr>
              <p:cNvPr id="9961" name="Google Shape;9961;p7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5"/>
            <p:cNvGrpSpPr/>
            <p:nvPr/>
          </p:nvGrpSpPr>
          <p:grpSpPr>
            <a:xfrm>
              <a:off x="3358412" y="3466996"/>
              <a:ext cx="2363244" cy="139500"/>
              <a:chOff x="3358412" y="3466996"/>
              <a:chExt cx="2363244" cy="139500"/>
            </a:xfrm>
          </p:grpSpPr>
          <p:sp>
            <p:nvSpPr>
              <p:cNvPr id="9967" name="Google Shape;9967;p7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5"/>
            <p:cNvGrpSpPr/>
            <p:nvPr/>
          </p:nvGrpSpPr>
          <p:grpSpPr>
            <a:xfrm>
              <a:off x="3358412" y="3648507"/>
              <a:ext cx="2363244" cy="139500"/>
              <a:chOff x="3358412" y="3648507"/>
              <a:chExt cx="2363244" cy="139500"/>
            </a:xfrm>
          </p:grpSpPr>
          <p:sp>
            <p:nvSpPr>
              <p:cNvPr id="9973" name="Google Shape;9973;p7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75"/>
            <p:cNvGrpSpPr/>
            <p:nvPr/>
          </p:nvGrpSpPr>
          <p:grpSpPr>
            <a:xfrm>
              <a:off x="3358412" y="3830018"/>
              <a:ext cx="2363244" cy="139500"/>
              <a:chOff x="3358412" y="3830018"/>
              <a:chExt cx="2363244" cy="139500"/>
            </a:xfrm>
          </p:grpSpPr>
          <p:sp>
            <p:nvSpPr>
              <p:cNvPr id="9979" name="Google Shape;9979;p7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5"/>
            <p:cNvGrpSpPr/>
            <p:nvPr/>
          </p:nvGrpSpPr>
          <p:grpSpPr>
            <a:xfrm>
              <a:off x="3358399" y="4011514"/>
              <a:ext cx="2363377" cy="139537"/>
              <a:chOff x="3294800" y="4134603"/>
              <a:chExt cx="2638876" cy="152400"/>
            </a:xfrm>
          </p:grpSpPr>
          <p:sp>
            <p:nvSpPr>
              <p:cNvPr id="9985" name="Google Shape;9985;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5"/>
            <p:cNvGrpSpPr/>
            <p:nvPr/>
          </p:nvGrpSpPr>
          <p:grpSpPr>
            <a:xfrm>
              <a:off x="3358399" y="4193010"/>
              <a:ext cx="2363377" cy="139537"/>
              <a:chOff x="3294800" y="4134603"/>
              <a:chExt cx="2638876" cy="152400"/>
            </a:xfrm>
          </p:grpSpPr>
          <p:sp>
            <p:nvSpPr>
              <p:cNvPr id="9991" name="Google Shape;9991;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96" name="Google Shape;9996;p75"/>
          <p:cNvGraphicFramePr/>
          <p:nvPr/>
        </p:nvGraphicFramePr>
        <p:xfrm>
          <a:off x="711463" y="2153834"/>
          <a:ext cx="3000000" cy="3000000"/>
        </p:xfrm>
        <a:graphic>
          <a:graphicData uri="http://schemas.openxmlformats.org/drawingml/2006/table">
            <a:tbl>
              <a:tblPr>
                <a:noFill/>
                <a:tableStyleId>{7D878CF6-9ED4-40B7-9E80-8D88FA82EDE6}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997" name="Google Shape;9997;p75"/>
          <p:cNvGrpSpPr/>
          <p:nvPr/>
        </p:nvGrpSpPr>
        <p:grpSpPr>
          <a:xfrm>
            <a:off x="4161132" y="2557649"/>
            <a:ext cx="1302095" cy="60959"/>
            <a:chOff x="3558802" y="4011427"/>
            <a:chExt cx="1866000" cy="111300"/>
          </a:xfrm>
        </p:grpSpPr>
        <p:sp>
          <p:nvSpPr>
            <p:cNvPr id="9998" name="Google Shape;9998;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75"/>
          <p:cNvGrpSpPr/>
          <p:nvPr/>
        </p:nvGrpSpPr>
        <p:grpSpPr>
          <a:xfrm>
            <a:off x="4706620" y="2839808"/>
            <a:ext cx="914340" cy="60959"/>
            <a:chOff x="3558802" y="4011427"/>
            <a:chExt cx="1866000" cy="111300"/>
          </a:xfrm>
        </p:grpSpPr>
        <p:sp>
          <p:nvSpPr>
            <p:cNvPr id="10001" name="Google Shape;10001;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75"/>
          <p:cNvGrpSpPr/>
          <p:nvPr/>
        </p:nvGrpSpPr>
        <p:grpSpPr>
          <a:xfrm>
            <a:off x="5871419" y="3167606"/>
            <a:ext cx="2522867" cy="1001454"/>
            <a:chOff x="1904318" y="789980"/>
            <a:chExt cx="1489472" cy="606868"/>
          </a:xfrm>
        </p:grpSpPr>
        <p:cxnSp>
          <p:nvCxnSpPr>
            <p:cNvPr id="10004" name="Google Shape;10004;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05" name="Google Shape;10005;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06" name="Google Shape;10006;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007" name="Google Shape;10007;p7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0008" name="Google Shape;10008;p7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0009" name="Google Shape;10009;p7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0010" name="Google Shape;10010;p7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0011" name="Google Shape;10011;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0018" name="Google Shape;10018;p7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0019" name="Google Shape;10019;p7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0020" name="Google Shape;10020;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5"/>
          <p:cNvGrpSpPr/>
          <p:nvPr/>
        </p:nvGrpSpPr>
        <p:grpSpPr>
          <a:xfrm>
            <a:off x="3355824" y="951642"/>
            <a:ext cx="2363393" cy="1005865"/>
            <a:chOff x="3292400" y="1193188"/>
            <a:chExt cx="2615240" cy="1131075"/>
          </a:xfrm>
        </p:grpSpPr>
        <p:sp>
          <p:nvSpPr>
            <p:cNvPr id="10022" name="Google Shape;10022;p7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23" name="Google Shape;10023;p7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24" name="Google Shape;10024;p7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0025" name="Google Shape;10025;p7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0026" name="Google Shape;10026;p7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0027" name="Google Shape;10027;p7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0028" name="Google Shape;10028;p7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0029" name="Google Shape;10029;p7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0030" name="Google Shape;10030;p7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0031" name="Google Shape;10031;p7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0032" name="Google Shape;10032;p7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033" name="Google Shape;10033;p7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0034" name="Google Shape;10034;p7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035" name="Google Shape;10035;p7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0036" name="Google Shape;10036;p75"/>
            <p:cNvGrpSpPr/>
            <p:nvPr/>
          </p:nvGrpSpPr>
          <p:grpSpPr>
            <a:xfrm>
              <a:off x="3748438" y="1378608"/>
              <a:ext cx="2159202" cy="903971"/>
              <a:chOff x="1683525" y="2179850"/>
              <a:chExt cx="4519050" cy="2134525"/>
            </a:xfrm>
          </p:grpSpPr>
          <p:sp>
            <p:nvSpPr>
              <p:cNvPr id="10037" name="Google Shape;10037;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38" name="Google Shape;10038;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39" name="Google Shape;10039;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0" name="Google Shape;10040;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1" name="Google Shape;10041;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2" name="Google Shape;10042;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3" name="Google Shape;10043;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4" name="Google Shape;10044;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5" name="Google Shape;10045;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6" name="Google Shape;10046;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7" name="Google Shape;10047;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8" name="Google Shape;10048;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2" name="Shape 10052"/>
        <p:cNvGrpSpPr/>
        <p:nvPr/>
      </p:nvGrpSpPr>
      <p:grpSpPr>
        <a:xfrm>
          <a:off x="0" y="0"/>
          <a:ext cx="0" cy="0"/>
          <a:chOff x="0" y="0"/>
          <a:chExt cx="0" cy="0"/>
        </a:xfrm>
      </p:grpSpPr>
      <p:grpSp>
        <p:nvGrpSpPr>
          <p:cNvPr id="10053" name="Google Shape;10053;p76"/>
          <p:cNvGrpSpPr/>
          <p:nvPr/>
        </p:nvGrpSpPr>
        <p:grpSpPr>
          <a:xfrm>
            <a:off x="4796690" y="970936"/>
            <a:ext cx="745431" cy="718863"/>
            <a:chOff x="4249973" y="1201875"/>
            <a:chExt cx="1958568" cy="1888762"/>
          </a:xfrm>
        </p:grpSpPr>
        <p:sp>
          <p:nvSpPr>
            <p:cNvPr id="10054" name="Google Shape;10054;p7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5" name="Google Shape;10055;p76"/>
            <p:cNvGrpSpPr/>
            <p:nvPr/>
          </p:nvGrpSpPr>
          <p:grpSpPr>
            <a:xfrm>
              <a:off x="5853086" y="1789142"/>
              <a:ext cx="355454" cy="1048099"/>
              <a:chOff x="5576108" y="2016725"/>
              <a:chExt cx="565200" cy="1666560"/>
            </a:xfrm>
          </p:grpSpPr>
          <p:sp>
            <p:nvSpPr>
              <p:cNvPr id="10056" name="Google Shape;10056;p7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57" name="Google Shape;10057;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6"/>
            <p:cNvGrpSpPr/>
            <p:nvPr/>
          </p:nvGrpSpPr>
          <p:grpSpPr>
            <a:xfrm>
              <a:off x="4869455" y="2691676"/>
              <a:ext cx="1013897" cy="398961"/>
              <a:chOff x="4012057" y="3451825"/>
              <a:chExt cx="1612175" cy="634379"/>
            </a:xfrm>
          </p:grpSpPr>
          <p:sp>
            <p:nvSpPr>
              <p:cNvPr id="10059" name="Google Shape;10059;p7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60" name="Google Shape;10060;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76"/>
            <p:cNvGrpSpPr/>
            <p:nvPr/>
          </p:nvGrpSpPr>
          <p:grpSpPr>
            <a:xfrm>
              <a:off x="4276937" y="2155961"/>
              <a:ext cx="651965" cy="891358"/>
              <a:chOff x="3069908" y="2599997"/>
              <a:chExt cx="1036675" cy="1417328"/>
            </a:xfrm>
          </p:grpSpPr>
          <p:sp>
            <p:nvSpPr>
              <p:cNvPr id="10062" name="Google Shape;10062;p7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63" name="Google Shape;10063;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76"/>
            <p:cNvGrpSpPr/>
            <p:nvPr/>
          </p:nvGrpSpPr>
          <p:grpSpPr>
            <a:xfrm>
              <a:off x="5054918" y="1201875"/>
              <a:ext cx="999548" cy="602711"/>
              <a:chOff x="4306958" y="1082925"/>
              <a:chExt cx="1589359" cy="958358"/>
            </a:xfrm>
          </p:grpSpPr>
          <p:sp>
            <p:nvSpPr>
              <p:cNvPr id="10065" name="Google Shape;10065;p7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66" name="Google Shape;10066;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76"/>
            <p:cNvGrpSpPr/>
            <p:nvPr/>
          </p:nvGrpSpPr>
          <p:grpSpPr>
            <a:xfrm>
              <a:off x="4249973" y="1303451"/>
              <a:ext cx="799317" cy="841334"/>
              <a:chOff x="3027033" y="1244439"/>
              <a:chExt cx="1270977" cy="1337786"/>
            </a:xfrm>
          </p:grpSpPr>
          <p:sp>
            <p:nvSpPr>
              <p:cNvPr id="10068" name="Google Shape;10068;p7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69" name="Google Shape;10069;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0" name="Google Shape;10070;p76"/>
          <p:cNvGrpSpPr/>
          <p:nvPr/>
        </p:nvGrpSpPr>
        <p:grpSpPr>
          <a:xfrm>
            <a:off x="713063" y="1849386"/>
            <a:ext cx="761767" cy="729896"/>
            <a:chOff x="2657744" y="2337745"/>
            <a:chExt cx="832987" cy="798137"/>
          </a:xfrm>
        </p:grpSpPr>
        <p:sp>
          <p:nvSpPr>
            <p:cNvPr id="10071" name="Google Shape;10071;p7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6"/>
          <p:cNvGrpSpPr/>
          <p:nvPr/>
        </p:nvGrpSpPr>
        <p:grpSpPr>
          <a:xfrm>
            <a:off x="3224027" y="1852592"/>
            <a:ext cx="685569" cy="723586"/>
            <a:chOff x="3398134" y="2057755"/>
            <a:chExt cx="704087" cy="743130"/>
          </a:xfrm>
        </p:grpSpPr>
        <p:grpSp>
          <p:nvGrpSpPr>
            <p:cNvPr id="10078" name="Google Shape;10078;p76"/>
            <p:cNvGrpSpPr/>
            <p:nvPr/>
          </p:nvGrpSpPr>
          <p:grpSpPr>
            <a:xfrm>
              <a:off x="3398134" y="2290183"/>
              <a:ext cx="315300" cy="219900"/>
              <a:chOff x="3398134" y="2290183"/>
              <a:chExt cx="315300" cy="219900"/>
            </a:xfrm>
          </p:grpSpPr>
          <p:sp>
            <p:nvSpPr>
              <p:cNvPr id="10079" name="Google Shape;10079;p7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80" name="Google Shape;10080;p76"/>
              <p:cNvCxnSpPr>
                <a:stCxn id="1007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081" name="Google Shape;10081;p76"/>
            <p:cNvGrpSpPr/>
            <p:nvPr/>
          </p:nvGrpSpPr>
          <p:grpSpPr>
            <a:xfrm>
              <a:off x="3547823" y="2467358"/>
              <a:ext cx="219900" cy="333527"/>
              <a:chOff x="3547823" y="2467358"/>
              <a:chExt cx="219900" cy="333527"/>
            </a:xfrm>
          </p:grpSpPr>
          <p:sp>
            <p:nvSpPr>
              <p:cNvPr id="10082" name="Google Shape;10082;p7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83" name="Google Shape;10083;p7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084" name="Google Shape;10084;p76"/>
            <p:cNvGrpSpPr/>
            <p:nvPr/>
          </p:nvGrpSpPr>
          <p:grpSpPr>
            <a:xfrm>
              <a:off x="3734138" y="2467358"/>
              <a:ext cx="219900" cy="333527"/>
              <a:chOff x="3734138" y="2467358"/>
              <a:chExt cx="219900" cy="333527"/>
            </a:xfrm>
          </p:grpSpPr>
          <p:sp>
            <p:nvSpPr>
              <p:cNvPr id="10085" name="Google Shape;10085;p7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86" name="Google Shape;10086;p7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087" name="Google Shape;10087;p76"/>
            <p:cNvGrpSpPr/>
            <p:nvPr/>
          </p:nvGrpSpPr>
          <p:grpSpPr>
            <a:xfrm>
              <a:off x="3787560" y="2288011"/>
              <a:ext cx="314661" cy="219900"/>
              <a:chOff x="3787560" y="2288011"/>
              <a:chExt cx="314661" cy="219900"/>
            </a:xfrm>
          </p:grpSpPr>
          <p:sp>
            <p:nvSpPr>
              <p:cNvPr id="10088" name="Google Shape;10088;p7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89" name="Google Shape;10089;p7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090" name="Google Shape;10090;p76"/>
            <p:cNvGrpSpPr/>
            <p:nvPr/>
          </p:nvGrpSpPr>
          <p:grpSpPr>
            <a:xfrm>
              <a:off x="3637290" y="2057755"/>
              <a:ext cx="219900" cy="335499"/>
              <a:chOff x="3637290" y="2057755"/>
              <a:chExt cx="219900" cy="335499"/>
            </a:xfrm>
          </p:grpSpPr>
          <p:sp>
            <p:nvSpPr>
              <p:cNvPr id="10091" name="Google Shape;10091;p7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092" name="Google Shape;10092;p7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093" name="Google Shape;10093;p76"/>
          <p:cNvGrpSpPr/>
          <p:nvPr/>
        </p:nvGrpSpPr>
        <p:grpSpPr>
          <a:xfrm>
            <a:off x="4899249" y="1859288"/>
            <a:ext cx="710153" cy="710153"/>
            <a:chOff x="5007123" y="2079403"/>
            <a:chExt cx="687600" cy="687600"/>
          </a:xfrm>
        </p:grpSpPr>
        <p:sp>
          <p:nvSpPr>
            <p:cNvPr id="10094" name="Google Shape;10094;p7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76"/>
          <p:cNvGrpSpPr/>
          <p:nvPr/>
        </p:nvGrpSpPr>
        <p:grpSpPr>
          <a:xfrm>
            <a:off x="5708687" y="1853794"/>
            <a:ext cx="720998" cy="721183"/>
            <a:chOff x="5797446" y="2063053"/>
            <a:chExt cx="698100" cy="698280"/>
          </a:xfrm>
        </p:grpSpPr>
        <p:sp>
          <p:nvSpPr>
            <p:cNvPr id="10099" name="Google Shape;10099;p7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76"/>
          <p:cNvGrpSpPr/>
          <p:nvPr/>
        </p:nvGrpSpPr>
        <p:grpSpPr>
          <a:xfrm>
            <a:off x="8153834" y="3499399"/>
            <a:ext cx="280585" cy="673164"/>
            <a:chOff x="8075075" y="3754290"/>
            <a:chExt cx="255612" cy="613194"/>
          </a:xfrm>
        </p:grpSpPr>
        <p:grpSp>
          <p:nvGrpSpPr>
            <p:cNvPr id="10104" name="Google Shape;10104;p76"/>
            <p:cNvGrpSpPr/>
            <p:nvPr/>
          </p:nvGrpSpPr>
          <p:grpSpPr>
            <a:xfrm>
              <a:off x="8075075" y="3754290"/>
              <a:ext cx="255612" cy="613194"/>
              <a:chOff x="8075075" y="3754290"/>
              <a:chExt cx="255612" cy="613194"/>
            </a:xfrm>
          </p:grpSpPr>
          <p:sp>
            <p:nvSpPr>
              <p:cNvPr id="10105" name="Google Shape;10105;p7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7" name="Google Shape;10107;p7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76"/>
          <p:cNvGrpSpPr/>
          <p:nvPr/>
        </p:nvGrpSpPr>
        <p:grpSpPr>
          <a:xfrm>
            <a:off x="5270892" y="3488196"/>
            <a:ext cx="470352" cy="683745"/>
            <a:chOff x="1697726" y="3244179"/>
            <a:chExt cx="788124" cy="1146069"/>
          </a:xfrm>
        </p:grpSpPr>
        <p:sp>
          <p:nvSpPr>
            <p:cNvPr id="10109" name="Google Shape;10109;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1" name="Google Shape;10111;p76"/>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76"/>
          <p:cNvGrpSpPr/>
          <p:nvPr/>
        </p:nvGrpSpPr>
        <p:grpSpPr>
          <a:xfrm>
            <a:off x="5892043" y="3499398"/>
            <a:ext cx="293891" cy="293845"/>
            <a:chOff x="6134814" y="3754290"/>
            <a:chExt cx="293891" cy="293845"/>
          </a:xfrm>
        </p:grpSpPr>
        <p:sp>
          <p:nvSpPr>
            <p:cNvPr id="10113" name="Google Shape;10113;p7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6"/>
          <p:cNvGrpSpPr/>
          <p:nvPr/>
        </p:nvGrpSpPr>
        <p:grpSpPr>
          <a:xfrm>
            <a:off x="5892043" y="3878069"/>
            <a:ext cx="293891" cy="293891"/>
            <a:chOff x="6134814" y="4086186"/>
            <a:chExt cx="293891" cy="293891"/>
          </a:xfrm>
        </p:grpSpPr>
        <p:sp>
          <p:nvSpPr>
            <p:cNvPr id="10116" name="Google Shape;10116;p7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8" name="Google Shape;10118;p76"/>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6"/>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0" name="Google Shape;10120;p76"/>
          <p:cNvGrpSpPr/>
          <p:nvPr/>
        </p:nvGrpSpPr>
        <p:grpSpPr>
          <a:xfrm>
            <a:off x="7817018" y="2706762"/>
            <a:ext cx="622883" cy="621944"/>
            <a:chOff x="1187048" y="238125"/>
            <a:chExt cx="5256397" cy="5248476"/>
          </a:xfrm>
        </p:grpSpPr>
        <p:sp>
          <p:nvSpPr>
            <p:cNvPr id="10121" name="Google Shape;10121;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6"/>
          <p:cNvGrpSpPr/>
          <p:nvPr/>
        </p:nvGrpSpPr>
        <p:grpSpPr>
          <a:xfrm>
            <a:off x="2274123" y="2716370"/>
            <a:ext cx="1310987" cy="612407"/>
            <a:chOff x="238125" y="1188750"/>
            <a:chExt cx="7140450" cy="3335550"/>
          </a:xfrm>
        </p:grpSpPr>
        <p:sp>
          <p:nvSpPr>
            <p:cNvPr id="10126" name="Google Shape;10126;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6"/>
          <p:cNvGrpSpPr/>
          <p:nvPr/>
        </p:nvGrpSpPr>
        <p:grpSpPr>
          <a:xfrm>
            <a:off x="6599995" y="2706925"/>
            <a:ext cx="1110299" cy="621702"/>
            <a:chOff x="238125" y="1335475"/>
            <a:chExt cx="5418735" cy="3034175"/>
          </a:xfrm>
        </p:grpSpPr>
        <p:sp>
          <p:nvSpPr>
            <p:cNvPr id="10132" name="Google Shape;10132;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76"/>
          <p:cNvGrpSpPr/>
          <p:nvPr/>
        </p:nvGrpSpPr>
        <p:grpSpPr>
          <a:xfrm>
            <a:off x="5417655" y="2703822"/>
            <a:ext cx="1074451" cy="627181"/>
            <a:chOff x="5359127" y="2910889"/>
            <a:chExt cx="1097723" cy="640831"/>
          </a:xfrm>
        </p:grpSpPr>
        <p:grpSp>
          <p:nvGrpSpPr>
            <p:cNvPr id="10136" name="Google Shape;10136;p76"/>
            <p:cNvGrpSpPr/>
            <p:nvPr/>
          </p:nvGrpSpPr>
          <p:grpSpPr>
            <a:xfrm>
              <a:off x="5929791" y="3263088"/>
              <a:ext cx="527060" cy="287097"/>
              <a:chOff x="5929791" y="3263088"/>
              <a:chExt cx="527060" cy="287097"/>
            </a:xfrm>
          </p:grpSpPr>
          <p:sp>
            <p:nvSpPr>
              <p:cNvPr id="10137" name="Google Shape;10137;p7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38" name="Google Shape;10138;p7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39" name="Google Shape;10139;p76"/>
            <p:cNvGrpSpPr/>
            <p:nvPr/>
          </p:nvGrpSpPr>
          <p:grpSpPr>
            <a:xfrm>
              <a:off x="5359127" y="3263089"/>
              <a:ext cx="526428" cy="288631"/>
              <a:chOff x="5359127" y="3263089"/>
              <a:chExt cx="526428" cy="288631"/>
            </a:xfrm>
          </p:grpSpPr>
          <p:sp>
            <p:nvSpPr>
              <p:cNvPr id="10140" name="Google Shape;10140;p7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1" name="Google Shape;10141;p7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42" name="Google Shape;10142;p76"/>
            <p:cNvGrpSpPr/>
            <p:nvPr/>
          </p:nvGrpSpPr>
          <p:grpSpPr>
            <a:xfrm>
              <a:off x="5551525" y="2910889"/>
              <a:ext cx="520901" cy="610283"/>
              <a:chOff x="5551525" y="2910889"/>
              <a:chExt cx="520901" cy="610283"/>
            </a:xfrm>
          </p:grpSpPr>
          <p:sp>
            <p:nvSpPr>
              <p:cNvPr id="10143" name="Google Shape;10143;p7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4" name="Google Shape;10144;p7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45" name="Google Shape;10145;p76"/>
            <p:cNvGrpSpPr/>
            <p:nvPr/>
          </p:nvGrpSpPr>
          <p:grpSpPr>
            <a:xfrm>
              <a:off x="5743962" y="2919100"/>
              <a:ext cx="623674" cy="284502"/>
              <a:chOff x="5743962" y="2919100"/>
              <a:chExt cx="623674" cy="284502"/>
            </a:xfrm>
          </p:grpSpPr>
          <p:sp>
            <p:nvSpPr>
              <p:cNvPr id="10146" name="Google Shape;10146;p7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7" name="Google Shape;10147;p7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148" name="Google Shape;10148;p76"/>
          <p:cNvGrpSpPr/>
          <p:nvPr/>
        </p:nvGrpSpPr>
        <p:grpSpPr>
          <a:xfrm>
            <a:off x="7568868" y="1854534"/>
            <a:ext cx="874976" cy="719600"/>
            <a:chOff x="7608988" y="2093194"/>
            <a:chExt cx="817276" cy="672147"/>
          </a:xfrm>
        </p:grpSpPr>
        <p:cxnSp>
          <p:nvCxnSpPr>
            <p:cNvPr id="10149" name="Google Shape;10149;p7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0" name="Google Shape;10150;p7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1" name="Google Shape;10151;p7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2" name="Google Shape;10152;p7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3" name="Google Shape;10153;p7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154" name="Google Shape;10154;p7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155" name="Google Shape;10155;p76"/>
            <p:cNvGrpSpPr/>
            <p:nvPr/>
          </p:nvGrpSpPr>
          <p:grpSpPr>
            <a:xfrm>
              <a:off x="7721175" y="2093194"/>
              <a:ext cx="599587" cy="623846"/>
              <a:chOff x="7721175" y="2093194"/>
              <a:chExt cx="599587" cy="623846"/>
            </a:xfrm>
          </p:grpSpPr>
          <p:grpSp>
            <p:nvGrpSpPr>
              <p:cNvPr id="10156" name="Google Shape;10156;p76"/>
              <p:cNvGrpSpPr/>
              <p:nvPr/>
            </p:nvGrpSpPr>
            <p:grpSpPr>
              <a:xfrm>
                <a:off x="7721175" y="2093194"/>
                <a:ext cx="291605" cy="623846"/>
                <a:chOff x="9405575" y="2061418"/>
                <a:chExt cx="291605" cy="623846"/>
              </a:xfrm>
            </p:grpSpPr>
            <p:sp>
              <p:nvSpPr>
                <p:cNvPr id="10157" name="Google Shape;10157;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76"/>
              <p:cNvGrpSpPr/>
              <p:nvPr/>
            </p:nvGrpSpPr>
            <p:grpSpPr>
              <a:xfrm flipH="1">
                <a:off x="8029157" y="2093194"/>
                <a:ext cx="291605" cy="623846"/>
                <a:chOff x="9405575" y="2061418"/>
                <a:chExt cx="291605" cy="623846"/>
              </a:xfrm>
            </p:grpSpPr>
            <p:sp>
              <p:nvSpPr>
                <p:cNvPr id="10165" name="Google Shape;10165;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172" name="Google Shape;10172;p76"/>
          <p:cNvGrpSpPr/>
          <p:nvPr/>
        </p:nvGrpSpPr>
        <p:grpSpPr>
          <a:xfrm>
            <a:off x="4013304" y="970936"/>
            <a:ext cx="712557" cy="785901"/>
            <a:chOff x="4206459" y="1191441"/>
            <a:chExt cx="712557" cy="785901"/>
          </a:xfrm>
        </p:grpSpPr>
        <p:sp>
          <p:nvSpPr>
            <p:cNvPr id="10173" name="Google Shape;10173;p7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76"/>
            <p:cNvGrpSpPr/>
            <p:nvPr/>
          </p:nvGrpSpPr>
          <p:grpSpPr>
            <a:xfrm>
              <a:off x="4644280" y="1290523"/>
              <a:ext cx="143716" cy="29463"/>
              <a:chOff x="4644280" y="1290523"/>
              <a:chExt cx="143716" cy="29463"/>
            </a:xfrm>
          </p:grpSpPr>
          <p:sp>
            <p:nvSpPr>
              <p:cNvPr id="10178" name="Google Shape;10178;p7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6"/>
            <p:cNvGrpSpPr/>
            <p:nvPr/>
          </p:nvGrpSpPr>
          <p:grpSpPr>
            <a:xfrm>
              <a:off x="4356567" y="1191441"/>
              <a:ext cx="143690" cy="29488"/>
              <a:chOff x="4356567" y="1191441"/>
              <a:chExt cx="143690" cy="29488"/>
            </a:xfrm>
          </p:grpSpPr>
          <p:sp>
            <p:nvSpPr>
              <p:cNvPr id="10183" name="Google Shape;10183;p7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6"/>
            <p:cNvGrpSpPr/>
            <p:nvPr/>
          </p:nvGrpSpPr>
          <p:grpSpPr>
            <a:xfrm>
              <a:off x="4339009" y="1863727"/>
              <a:ext cx="143703" cy="29476"/>
              <a:chOff x="4339009" y="1863727"/>
              <a:chExt cx="143703" cy="29476"/>
            </a:xfrm>
          </p:grpSpPr>
          <p:sp>
            <p:nvSpPr>
              <p:cNvPr id="10188" name="Google Shape;10188;p7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76"/>
            <p:cNvGrpSpPr/>
            <p:nvPr/>
          </p:nvGrpSpPr>
          <p:grpSpPr>
            <a:xfrm>
              <a:off x="4206459" y="1607315"/>
              <a:ext cx="29539" cy="142899"/>
              <a:chOff x="4206459" y="1607315"/>
              <a:chExt cx="29539" cy="142899"/>
            </a:xfrm>
          </p:grpSpPr>
          <p:sp>
            <p:nvSpPr>
              <p:cNvPr id="10193" name="Google Shape;10193;p7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7" name="Google Shape;10197;p7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1" name="Google Shape;10201;p76"/>
            <p:cNvGrpSpPr/>
            <p:nvPr/>
          </p:nvGrpSpPr>
          <p:grpSpPr>
            <a:xfrm>
              <a:off x="4889463" y="1423737"/>
              <a:ext cx="29552" cy="142899"/>
              <a:chOff x="4889463" y="1423737"/>
              <a:chExt cx="29552" cy="142899"/>
            </a:xfrm>
          </p:grpSpPr>
          <p:sp>
            <p:nvSpPr>
              <p:cNvPr id="10202" name="Google Shape;10202;p7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76"/>
            <p:cNvGrpSpPr/>
            <p:nvPr/>
          </p:nvGrpSpPr>
          <p:grpSpPr>
            <a:xfrm>
              <a:off x="4771663" y="1876896"/>
              <a:ext cx="108651" cy="100447"/>
              <a:chOff x="4771663" y="1876896"/>
              <a:chExt cx="108651" cy="100447"/>
            </a:xfrm>
          </p:grpSpPr>
          <p:sp>
            <p:nvSpPr>
              <p:cNvPr id="10207" name="Google Shape;10207;p7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1" name="Google Shape;10211;p76"/>
          <p:cNvGrpSpPr/>
          <p:nvPr/>
        </p:nvGrpSpPr>
        <p:grpSpPr>
          <a:xfrm>
            <a:off x="4008780" y="1854159"/>
            <a:ext cx="791287" cy="720350"/>
            <a:chOff x="267375" y="1071875"/>
            <a:chExt cx="470500" cy="428550"/>
          </a:xfrm>
        </p:grpSpPr>
        <p:sp>
          <p:nvSpPr>
            <p:cNvPr id="10212" name="Google Shape;10212;p7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76"/>
          <p:cNvGrpSpPr/>
          <p:nvPr/>
        </p:nvGrpSpPr>
        <p:grpSpPr>
          <a:xfrm>
            <a:off x="709275" y="3498789"/>
            <a:ext cx="1408444" cy="673166"/>
            <a:chOff x="712664" y="3693287"/>
            <a:chExt cx="1460738" cy="698160"/>
          </a:xfrm>
        </p:grpSpPr>
        <p:grpSp>
          <p:nvGrpSpPr>
            <p:cNvPr id="10221" name="Google Shape;10221;p76"/>
            <p:cNvGrpSpPr/>
            <p:nvPr/>
          </p:nvGrpSpPr>
          <p:grpSpPr>
            <a:xfrm>
              <a:off x="1380079" y="4133090"/>
              <a:ext cx="234048" cy="258099"/>
              <a:chOff x="1380079" y="4133090"/>
              <a:chExt cx="234048" cy="258099"/>
            </a:xfrm>
          </p:grpSpPr>
          <p:sp>
            <p:nvSpPr>
              <p:cNvPr id="10222" name="Google Shape;10222;p7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76"/>
            <p:cNvGrpSpPr/>
            <p:nvPr/>
          </p:nvGrpSpPr>
          <p:grpSpPr>
            <a:xfrm>
              <a:off x="884610" y="3864082"/>
              <a:ext cx="1118566" cy="527275"/>
              <a:chOff x="890961" y="3865463"/>
              <a:chExt cx="1115221" cy="525698"/>
            </a:xfrm>
          </p:grpSpPr>
          <p:sp>
            <p:nvSpPr>
              <p:cNvPr id="10226" name="Google Shape;10226;p7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6"/>
            <p:cNvGrpSpPr/>
            <p:nvPr/>
          </p:nvGrpSpPr>
          <p:grpSpPr>
            <a:xfrm>
              <a:off x="712664" y="3693287"/>
              <a:ext cx="1460738" cy="698160"/>
              <a:chOff x="712664" y="3693025"/>
              <a:chExt cx="1460738" cy="698160"/>
            </a:xfrm>
          </p:grpSpPr>
          <p:sp>
            <p:nvSpPr>
              <p:cNvPr id="10230" name="Google Shape;10230;p7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6" name="Google Shape;10236;p76"/>
          <p:cNvGrpSpPr/>
          <p:nvPr/>
        </p:nvGrpSpPr>
        <p:grpSpPr>
          <a:xfrm>
            <a:off x="3146990" y="970936"/>
            <a:ext cx="795485" cy="738831"/>
            <a:chOff x="3348603" y="1236445"/>
            <a:chExt cx="749256" cy="695894"/>
          </a:xfrm>
        </p:grpSpPr>
        <p:grpSp>
          <p:nvGrpSpPr>
            <p:cNvPr id="10237" name="Google Shape;10237;p76"/>
            <p:cNvGrpSpPr/>
            <p:nvPr/>
          </p:nvGrpSpPr>
          <p:grpSpPr>
            <a:xfrm>
              <a:off x="3583779" y="1236445"/>
              <a:ext cx="293795" cy="285811"/>
              <a:chOff x="3750225" y="1774000"/>
              <a:chExt cx="149575" cy="145525"/>
            </a:xfrm>
          </p:grpSpPr>
          <p:sp>
            <p:nvSpPr>
              <p:cNvPr id="10238" name="Google Shape;10238;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76"/>
            <p:cNvGrpSpPr/>
            <p:nvPr/>
          </p:nvGrpSpPr>
          <p:grpSpPr>
            <a:xfrm>
              <a:off x="3775534" y="1462599"/>
              <a:ext cx="322325" cy="285958"/>
              <a:chOff x="3847850" y="1889150"/>
              <a:chExt cx="164100" cy="145600"/>
            </a:xfrm>
          </p:grpSpPr>
          <p:sp>
            <p:nvSpPr>
              <p:cNvPr id="10241" name="Google Shape;10241;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6"/>
            <p:cNvGrpSpPr/>
            <p:nvPr/>
          </p:nvGrpSpPr>
          <p:grpSpPr>
            <a:xfrm>
              <a:off x="3545329" y="1646528"/>
              <a:ext cx="293746" cy="285811"/>
              <a:chOff x="3730650" y="1982800"/>
              <a:chExt cx="149550" cy="145525"/>
            </a:xfrm>
          </p:grpSpPr>
          <p:sp>
            <p:nvSpPr>
              <p:cNvPr id="10244" name="Google Shape;10244;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76"/>
            <p:cNvGrpSpPr/>
            <p:nvPr/>
          </p:nvGrpSpPr>
          <p:grpSpPr>
            <a:xfrm>
              <a:off x="3348603" y="1415046"/>
              <a:ext cx="294384" cy="284387"/>
              <a:chOff x="3630494" y="1864938"/>
              <a:chExt cx="149875" cy="144800"/>
            </a:xfrm>
          </p:grpSpPr>
          <p:sp>
            <p:nvSpPr>
              <p:cNvPr id="10247" name="Google Shape;10247;p7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9" name="Google Shape;10249;p76"/>
          <p:cNvGrpSpPr/>
          <p:nvPr/>
        </p:nvGrpSpPr>
        <p:grpSpPr>
          <a:xfrm>
            <a:off x="2268517" y="3493832"/>
            <a:ext cx="1324924" cy="678083"/>
            <a:chOff x="2413923" y="3711366"/>
            <a:chExt cx="1374117" cy="703260"/>
          </a:xfrm>
        </p:grpSpPr>
        <p:grpSp>
          <p:nvGrpSpPr>
            <p:cNvPr id="10250" name="Google Shape;10250;p76"/>
            <p:cNvGrpSpPr/>
            <p:nvPr/>
          </p:nvGrpSpPr>
          <p:grpSpPr>
            <a:xfrm>
              <a:off x="2413923" y="3711366"/>
              <a:ext cx="1374117" cy="703260"/>
              <a:chOff x="2413923" y="3711366"/>
              <a:chExt cx="1374117" cy="703260"/>
            </a:xfrm>
          </p:grpSpPr>
          <p:sp>
            <p:nvSpPr>
              <p:cNvPr id="10251" name="Google Shape;10251;p7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2" name="Google Shape;10252;p76"/>
              <p:cNvGrpSpPr/>
              <p:nvPr/>
            </p:nvGrpSpPr>
            <p:grpSpPr>
              <a:xfrm>
                <a:off x="2600284" y="3808654"/>
                <a:ext cx="234506" cy="138009"/>
                <a:chOff x="2600284" y="3808654"/>
                <a:chExt cx="234506" cy="138009"/>
              </a:xfrm>
            </p:grpSpPr>
            <p:sp>
              <p:nvSpPr>
                <p:cNvPr id="10253" name="Google Shape;10253;p7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4" name="Google Shape;10254;p7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55" name="Google Shape;10255;p76"/>
              <p:cNvGrpSpPr/>
              <p:nvPr/>
            </p:nvGrpSpPr>
            <p:grpSpPr>
              <a:xfrm>
                <a:off x="3359659" y="3805664"/>
                <a:ext cx="232294" cy="141000"/>
                <a:chOff x="3359659" y="3805664"/>
                <a:chExt cx="232294" cy="141000"/>
              </a:xfrm>
            </p:grpSpPr>
            <p:sp>
              <p:nvSpPr>
                <p:cNvPr id="10256" name="Google Shape;10256;p7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7" name="Google Shape;10257;p7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58" name="Google Shape;10258;p76"/>
              <p:cNvGrpSpPr/>
              <p:nvPr/>
            </p:nvGrpSpPr>
            <p:grpSpPr>
              <a:xfrm>
                <a:off x="3067316" y="3711366"/>
                <a:ext cx="66900" cy="166809"/>
                <a:chOff x="3067316" y="3711366"/>
                <a:chExt cx="66900" cy="166809"/>
              </a:xfrm>
            </p:grpSpPr>
            <p:sp>
              <p:nvSpPr>
                <p:cNvPr id="10259" name="Google Shape;10259;p7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0" name="Google Shape;10260;p7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61" name="Google Shape;10261;p76"/>
              <p:cNvGrpSpPr/>
              <p:nvPr/>
            </p:nvGrpSpPr>
            <p:grpSpPr>
              <a:xfrm>
                <a:off x="2413923" y="4058666"/>
                <a:ext cx="224119" cy="66900"/>
                <a:chOff x="2413923" y="4058666"/>
                <a:chExt cx="224119" cy="66900"/>
              </a:xfrm>
            </p:grpSpPr>
            <p:sp>
              <p:nvSpPr>
                <p:cNvPr id="10262" name="Google Shape;10262;p7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3" name="Google Shape;10263;p7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64" name="Google Shape;10264;p76"/>
              <p:cNvGrpSpPr/>
              <p:nvPr/>
            </p:nvGrpSpPr>
            <p:grpSpPr>
              <a:xfrm>
                <a:off x="3564643" y="4058666"/>
                <a:ext cx="223397" cy="66900"/>
                <a:chOff x="3564643" y="4058666"/>
                <a:chExt cx="223397" cy="66900"/>
              </a:xfrm>
            </p:grpSpPr>
            <p:sp>
              <p:nvSpPr>
                <p:cNvPr id="10265" name="Google Shape;10265;p7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6" name="Google Shape;10266;p7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267" name="Google Shape;10267;p76"/>
            <p:cNvGrpSpPr/>
            <p:nvPr/>
          </p:nvGrpSpPr>
          <p:grpSpPr>
            <a:xfrm>
              <a:off x="2633353" y="3965763"/>
              <a:ext cx="933975" cy="445687"/>
              <a:chOff x="2633353" y="3965763"/>
              <a:chExt cx="933975" cy="445687"/>
            </a:xfrm>
          </p:grpSpPr>
          <p:sp>
            <p:nvSpPr>
              <p:cNvPr id="10268" name="Google Shape;10268;p7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0" name="Google Shape;10270;p76"/>
          <p:cNvGrpSpPr/>
          <p:nvPr/>
        </p:nvGrpSpPr>
        <p:grpSpPr>
          <a:xfrm>
            <a:off x="6392789" y="1044380"/>
            <a:ext cx="1131087" cy="587383"/>
            <a:chOff x="238125" y="999450"/>
            <a:chExt cx="7140700" cy="3708225"/>
          </a:xfrm>
        </p:grpSpPr>
        <p:sp>
          <p:nvSpPr>
            <p:cNvPr id="10271" name="Google Shape;10271;p7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76"/>
          <p:cNvGrpSpPr/>
          <p:nvPr/>
        </p:nvGrpSpPr>
        <p:grpSpPr>
          <a:xfrm>
            <a:off x="3744240" y="3493874"/>
            <a:ext cx="1375854" cy="678131"/>
            <a:chOff x="3913765" y="3641905"/>
            <a:chExt cx="1522805" cy="750560"/>
          </a:xfrm>
        </p:grpSpPr>
        <p:grpSp>
          <p:nvGrpSpPr>
            <p:cNvPr id="10281" name="Google Shape;10281;p76"/>
            <p:cNvGrpSpPr/>
            <p:nvPr/>
          </p:nvGrpSpPr>
          <p:grpSpPr>
            <a:xfrm>
              <a:off x="3913765" y="3997002"/>
              <a:ext cx="1522805" cy="395463"/>
              <a:chOff x="3913765" y="3997002"/>
              <a:chExt cx="1522805" cy="395463"/>
            </a:xfrm>
          </p:grpSpPr>
          <p:grpSp>
            <p:nvGrpSpPr>
              <p:cNvPr id="10282" name="Google Shape;10282;p76"/>
              <p:cNvGrpSpPr/>
              <p:nvPr/>
            </p:nvGrpSpPr>
            <p:grpSpPr>
              <a:xfrm>
                <a:off x="3913765" y="4138659"/>
                <a:ext cx="507602" cy="253806"/>
                <a:chOff x="3913765" y="4138659"/>
                <a:chExt cx="507602" cy="253806"/>
              </a:xfrm>
            </p:grpSpPr>
            <p:sp>
              <p:nvSpPr>
                <p:cNvPr id="10283" name="Google Shape;10283;p7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285" name="Google Shape;10285;p76"/>
              <p:cNvGrpSpPr/>
              <p:nvPr/>
            </p:nvGrpSpPr>
            <p:grpSpPr>
              <a:xfrm>
                <a:off x="4421361" y="3997002"/>
                <a:ext cx="507618" cy="395463"/>
                <a:chOff x="4421361" y="3997002"/>
                <a:chExt cx="507618" cy="395463"/>
              </a:xfrm>
            </p:grpSpPr>
            <p:sp>
              <p:nvSpPr>
                <p:cNvPr id="10286" name="Google Shape;10286;p7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76"/>
              <p:cNvGrpSpPr/>
              <p:nvPr/>
            </p:nvGrpSpPr>
            <p:grpSpPr>
              <a:xfrm>
                <a:off x="4928973" y="4189418"/>
                <a:ext cx="507596" cy="203047"/>
                <a:chOff x="4928973" y="4189418"/>
                <a:chExt cx="507596" cy="203047"/>
              </a:xfrm>
            </p:grpSpPr>
            <p:sp>
              <p:nvSpPr>
                <p:cNvPr id="10289" name="Google Shape;10289;p7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1" name="Google Shape;10291;p76"/>
            <p:cNvGrpSpPr/>
            <p:nvPr/>
          </p:nvGrpSpPr>
          <p:grpSpPr>
            <a:xfrm>
              <a:off x="4482186" y="3641905"/>
              <a:ext cx="397605" cy="349784"/>
              <a:chOff x="2906375" y="1159725"/>
              <a:chExt cx="1860575" cy="1636800"/>
            </a:xfrm>
          </p:grpSpPr>
          <p:sp>
            <p:nvSpPr>
              <p:cNvPr id="10292" name="Google Shape;10292;p7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6" name="Google Shape;10296;p76"/>
          <p:cNvGrpSpPr/>
          <p:nvPr/>
        </p:nvGrpSpPr>
        <p:grpSpPr>
          <a:xfrm>
            <a:off x="6528949" y="1853801"/>
            <a:ext cx="940737" cy="721067"/>
            <a:chOff x="6599718" y="2068734"/>
            <a:chExt cx="940737" cy="721067"/>
          </a:xfrm>
        </p:grpSpPr>
        <p:sp>
          <p:nvSpPr>
            <p:cNvPr id="10297" name="Google Shape;10297;p7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76"/>
            <p:cNvGrpSpPr/>
            <p:nvPr/>
          </p:nvGrpSpPr>
          <p:grpSpPr>
            <a:xfrm>
              <a:off x="6836957" y="2068734"/>
              <a:ext cx="461892" cy="721067"/>
              <a:chOff x="6836957" y="2068734"/>
              <a:chExt cx="461892" cy="721067"/>
            </a:xfrm>
          </p:grpSpPr>
          <p:sp>
            <p:nvSpPr>
              <p:cNvPr id="10304" name="Google Shape;10304;p7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0" name="Google Shape;10310;p76"/>
              <p:cNvGrpSpPr/>
              <p:nvPr/>
            </p:nvGrpSpPr>
            <p:grpSpPr>
              <a:xfrm>
                <a:off x="6836957" y="2068734"/>
                <a:ext cx="461892" cy="721067"/>
                <a:chOff x="6836957" y="2068734"/>
                <a:chExt cx="461892" cy="721067"/>
              </a:xfrm>
            </p:grpSpPr>
            <p:sp>
              <p:nvSpPr>
                <p:cNvPr id="10311" name="Google Shape;10311;p7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18" name="Google Shape;10318;p76"/>
          <p:cNvGrpSpPr/>
          <p:nvPr/>
        </p:nvGrpSpPr>
        <p:grpSpPr>
          <a:xfrm>
            <a:off x="2412267" y="1858147"/>
            <a:ext cx="712577" cy="712374"/>
            <a:chOff x="2559249" y="2069323"/>
            <a:chExt cx="685566" cy="685634"/>
          </a:xfrm>
        </p:grpSpPr>
        <p:sp>
          <p:nvSpPr>
            <p:cNvPr id="10319" name="Google Shape;10319;p7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76"/>
          <p:cNvGrpSpPr/>
          <p:nvPr/>
        </p:nvGrpSpPr>
        <p:grpSpPr>
          <a:xfrm>
            <a:off x="7594705" y="970936"/>
            <a:ext cx="845645" cy="711911"/>
            <a:chOff x="951975" y="315800"/>
            <a:chExt cx="5860325" cy="4933550"/>
          </a:xfrm>
        </p:grpSpPr>
        <p:sp>
          <p:nvSpPr>
            <p:cNvPr id="10333" name="Google Shape;10333;p7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6"/>
          <p:cNvGrpSpPr/>
          <p:nvPr/>
        </p:nvGrpSpPr>
        <p:grpSpPr>
          <a:xfrm>
            <a:off x="3691834" y="2707045"/>
            <a:ext cx="1617932" cy="621724"/>
            <a:chOff x="3862800" y="3038525"/>
            <a:chExt cx="1329006" cy="510698"/>
          </a:xfrm>
        </p:grpSpPr>
        <p:sp>
          <p:nvSpPr>
            <p:cNvPr id="10342" name="Google Shape;10342;p7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4" name="Google Shape;10344;p76"/>
            <p:cNvGrpSpPr/>
            <p:nvPr/>
          </p:nvGrpSpPr>
          <p:grpSpPr>
            <a:xfrm>
              <a:off x="3967075" y="3040337"/>
              <a:ext cx="1019927" cy="402126"/>
              <a:chOff x="3967075" y="3040337"/>
              <a:chExt cx="1019927" cy="402126"/>
            </a:xfrm>
          </p:grpSpPr>
          <p:sp>
            <p:nvSpPr>
              <p:cNvPr id="10345" name="Google Shape;10345;p7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6"/>
            <p:cNvGrpSpPr/>
            <p:nvPr/>
          </p:nvGrpSpPr>
          <p:grpSpPr>
            <a:xfrm>
              <a:off x="4186700" y="3040337"/>
              <a:ext cx="390475" cy="183289"/>
              <a:chOff x="4186700" y="3040337"/>
              <a:chExt cx="390475" cy="183289"/>
            </a:xfrm>
          </p:grpSpPr>
          <p:sp>
            <p:nvSpPr>
              <p:cNvPr id="10348" name="Google Shape;10348;p7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76"/>
            <p:cNvGrpSpPr/>
            <p:nvPr/>
          </p:nvGrpSpPr>
          <p:grpSpPr>
            <a:xfrm>
              <a:off x="4073727" y="3040337"/>
              <a:ext cx="697794" cy="296263"/>
              <a:chOff x="4073727" y="3040337"/>
              <a:chExt cx="697794" cy="296263"/>
            </a:xfrm>
          </p:grpSpPr>
          <p:sp>
            <p:nvSpPr>
              <p:cNvPr id="10351" name="Google Shape;10351;p7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76"/>
            <p:cNvGrpSpPr/>
            <p:nvPr/>
          </p:nvGrpSpPr>
          <p:grpSpPr>
            <a:xfrm>
              <a:off x="3862800" y="3038525"/>
              <a:ext cx="1329006" cy="510698"/>
              <a:chOff x="3862800" y="3038525"/>
              <a:chExt cx="1329006" cy="510698"/>
            </a:xfrm>
          </p:grpSpPr>
          <p:sp>
            <p:nvSpPr>
              <p:cNvPr id="10354" name="Google Shape;10354;p7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56" name="Google Shape;10356;p76"/>
          <p:cNvGrpSpPr/>
          <p:nvPr/>
        </p:nvGrpSpPr>
        <p:grpSpPr>
          <a:xfrm>
            <a:off x="700156" y="970936"/>
            <a:ext cx="883205" cy="775176"/>
            <a:chOff x="649648" y="271400"/>
            <a:chExt cx="6215377" cy="5455143"/>
          </a:xfrm>
        </p:grpSpPr>
        <p:sp>
          <p:nvSpPr>
            <p:cNvPr id="10357" name="Google Shape;10357;p7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76"/>
          <p:cNvGrpSpPr/>
          <p:nvPr/>
        </p:nvGrpSpPr>
        <p:grpSpPr>
          <a:xfrm>
            <a:off x="2308457" y="970936"/>
            <a:ext cx="767704" cy="815489"/>
            <a:chOff x="2499700" y="1135950"/>
            <a:chExt cx="732402" cy="777990"/>
          </a:xfrm>
        </p:grpSpPr>
        <p:grpSp>
          <p:nvGrpSpPr>
            <p:cNvPr id="10370" name="Google Shape;10370;p76"/>
            <p:cNvGrpSpPr/>
            <p:nvPr/>
          </p:nvGrpSpPr>
          <p:grpSpPr>
            <a:xfrm>
              <a:off x="2499700" y="1135950"/>
              <a:ext cx="732402" cy="694705"/>
              <a:chOff x="2499700" y="1135950"/>
              <a:chExt cx="732402" cy="694705"/>
            </a:xfrm>
          </p:grpSpPr>
          <p:sp>
            <p:nvSpPr>
              <p:cNvPr id="10371" name="Google Shape;10371;p7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76"/>
            <p:cNvGrpSpPr/>
            <p:nvPr/>
          </p:nvGrpSpPr>
          <p:grpSpPr>
            <a:xfrm>
              <a:off x="2517909" y="1188726"/>
              <a:ext cx="702702" cy="725214"/>
              <a:chOff x="2517909" y="1188726"/>
              <a:chExt cx="702702" cy="725214"/>
            </a:xfrm>
          </p:grpSpPr>
          <p:sp>
            <p:nvSpPr>
              <p:cNvPr id="10399" name="Google Shape;10399;p7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04" name="Google Shape;10404;p76"/>
          <p:cNvGrpSpPr/>
          <p:nvPr/>
        </p:nvGrpSpPr>
        <p:grpSpPr>
          <a:xfrm>
            <a:off x="1654189" y="970936"/>
            <a:ext cx="583439" cy="870229"/>
            <a:chOff x="1716825" y="1121550"/>
            <a:chExt cx="622800" cy="928938"/>
          </a:xfrm>
        </p:grpSpPr>
        <p:grpSp>
          <p:nvGrpSpPr>
            <p:cNvPr id="10405" name="Google Shape;10405;p76"/>
            <p:cNvGrpSpPr/>
            <p:nvPr/>
          </p:nvGrpSpPr>
          <p:grpSpPr>
            <a:xfrm>
              <a:off x="1716825" y="1121550"/>
              <a:ext cx="622800" cy="928938"/>
              <a:chOff x="1716825" y="1121550"/>
              <a:chExt cx="622800" cy="928938"/>
            </a:xfrm>
          </p:grpSpPr>
          <p:cxnSp>
            <p:nvCxnSpPr>
              <p:cNvPr id="10406" name="Google Shape;10406;p7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407" name="Google Shape;10407;p7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76"/>
            <p:cNvGrpSpPr/>
            <p:nvPr/>
          </p:nvGrpSpPr>
          <p:grpSpPr>
            <a:xfrm>
              <a:off x="1768050" y="1172775"/>
              <a:ext cx="520200" cy="832000"/>
              <a:chOff x="1768050" y="1172775"/>
              <a:chExt cx="520200" cy="832000"/>
            </a:xfrm>
          </p:grpSpPr>
          <p:cxnSp>
            <p:nvCxnSpPr>
              <p:cNvPr id="10409" name="Google Shape;10409;p7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410" name="Google Shape;10410;p7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76"/>
            <p:cNvGrpSpPr/>
            <p:nvPr/>
          </p:nvGrpSpPr>
          <p:grpSpPr>
            <a:xfrm>
              <a:off x="1820100" y="1225475"/>
              <a:ext cx="416400" cy="729575"/>
              <a:chOff x="1820100" y="1225475"/>
              <a:chExt cx="416400" cy="729575"/>
            </a:xfrm>
          </p:grpSpPr>
          <p:cxnSp>
            <p:nvCxnSpPr>
              <p:cNvPr id="10412" name="Google Shape;10412;p7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413" name="Google Shape;10413;p7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76"/>
            <p:cNvGrpSpPr/>
            <p:nvPr/>
          </p:nvGrpSpPr>
          <p:grpSpPr>
            <a:xfrm>
              <a:off x="1874250" y="1278825"/>
              <a:ext cx="308100" cy="605275"/>
              <a:chOff x="1874250" y="1278825"/>
              <a:chExt cx="308100" cy="605275"/>
            </a:xfrm>
          </p:grpSpPr>
          <p:cxnSp>
            <p:nvCxnSpPr>
              <p:cNvPr id="10415" name="Google Shape;10415;p7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416" name="Google Shape;10416;p7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7" name="Google Shape;10417;p7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76"/>
          <p:cNvGrpSpPr/>
          <p:nvPr/>
        </p:nvGrpSpPr>
        <p:grpSpPr>
          <a:xfrm>
            <a:off x="1574012" y="1857258"/>
            <a:ext cx="739072" cy="714152"/>
            <a:chOff x="4334725" y="1355875"/>
            <a:chExt cx="3106650" cy="3001900"/>
          </a:xfrm>
        </p:grpSpPr>
        <p:grpSp>
          <p:nvGrpSpPr>
            <p:cNvPr id="10419" name="Google Shape;10419;p76"/>
            <p:cNvGrpSpPr/>
            <p:nvPr/>
          </p:nvGrpSpPr>
          <p:grpSpPr>
            <a:xfrm>
              <a:off x="4516050" y="1724875"/>
              <a:ext cx="2693725" cy="2632900"/>
              <a:chOff x="4516050" y="1724875"/>
              <a:chExt cx="2693725" cy="2632900"/>
            </a:xfrm>
          </p:grpSpPr>
          <p:sp>
            <p:nvSpPr>
              <p:cNvPr id="10420" name="Google Shape;10420;p7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6"/>
            <p:cNvGrpSpPr/>
            <p:nvPr/>
          </p:nvGrpSpPr>
          <p:grpSpPr>
            <a:xfrm>
              <a:off x="4334725" y="1355875"/>
              <a:ext cx="3106650" cy="2709650"/>
              <a:chOff x="4334725" y="1355875"/>
              <a:chExt cx="3106650" cy="2709650"/>
            </a:xfrm>
          </p:grpSpPr>
          <p:sp>
            <p:nvSpPr>
              <p:cNvPr id="10424" name="Google Shape;10424;p7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27" name="Google Shape;10427;p76"/>
          <p:cNvGrpSpPr/>
          <p:nvPr/>
        </p:nvGrpSpPr>
        <p:grpSpPr>
          <a:xfrm>
            <a:off x="7690961" y="3488029"/>
            <a:ext cx="312074" cy="684173"/>
            <a:chOff x="7645573" y="3754300"/>
            <a:chExt cx="293855" cy="644170"/>
          </a:xfrm>
        </p:grpSpPr>
        <p:sp>
          <p:nvSpPr>
            <p:cNvPr id="10428" name="Google Shape;10428;p7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76"/>
          <p:cNvGrpSpPr/>
          <p:nvPr/>
        </p:nvGrpSpPr>
        <p:grpSpPr>
          <a:xfrm>
            <a:off x="5612949" y="970936"/>
            <a:ext cx="709011" cy="739359"/>
            <a:chOff x="5830645" y="1256617"/>
            <a:chExt cx="530340" cy="553040"/>
          </a:xfrm>
        </p:grpSpPr>
        <p:grpSp>
          <p:nvGrpSpPr>
            <p:cNvPr id="10431" name="Google Shape;10431;p76"/>
            <p:cNvGrpSpPr/>
            <p:nvPr/>
          </p:nvGrpSpPr>
          <p:grpSpPr>
            <a:xfrm>
              <a:off x="5830645" y="1256617"/>
              <a:ext cx="259743" cy="269909"/>
              <a:chOff x="5830645" y="1256617"/>
              <a:chExt cx="259743" cy="269909"/>
            </a:xfrm>
          </p:grpSpPr>
          <p:sp>
            <p:nvSpPr>
              <p:cNvPr id="10432" name="Google Shape;10432;p7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6"/>
            <p:cNvGrpSpPr/>
            <p:nvPr/>
          </p:nvGrpSpPr>
          <p:grpSpPr>
            <a:xfrm>
              <a:off x="6101293" y="1256617"/>
              <a:ext cx="259692" cy="269909"/>
              <a:chOff x="6101293" y="1256617"/>
              <a:chExt cx="259692" cy="269909"/>
            </a:xfrm>
          </p:grpSpPr>
          <p:sp>
            <p:nvSpPr>
              <p:cNvPr id="10435" name="Google Shape;10435;p7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76"/>
            <p:cNvGrpSpPr/>
            <p:nvPr/>
          </p:nvGrpSpPr>
          <p:grpSpPr>
            <a:xfrm>
              <a:off x="5830645" y="1539749"/>
              <a:ext cx="259692" cy="269909"/>
              <a:chOff x="5830645" y="1539749"/>
              <a:chExt cx="259692" cy="269909"/>
            </a:xfrm>
          </p:grpSpPr>
          <p:sp>
            <p:nvSpPr>
              <p:cNvPr id="10438" name="Google Shape;10438;p7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76"/>
            <p:cNvGrpSpPr/>
            <p:nvPr/>
          </p:nvGrpSpPr>
          <p:grpSpPr>
            <a:xfrm>
              <a:off x="6101293" y="1539749"/>
              <a:ext cx="259692" cy="269909"/>
              <a:chOff x="6101293" y="1539749"/>
              <a:chExt cx="259692" cy="269909"/>
            </a:xfrm>
          </p:grpSpPr>
          <p:sp>
            <p:nvSpPr>
              <p:cNvPr id="10441" name="Google Shape;10441;p7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7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76"/>
          <p:cNvGrpSpPr/>
          <p:nvPr/>
        </p:nvGrpSpPr>
        <p:grpSpPr>
          <a:xfrm>
            <a:off x="714444" y="2707052"/>
            <a:ext cx="1452955" cy="621360"/>
            <a:chOff x="732422" y="2990152"/>
            <a:chExt cx="1337773" cy="572102"/>
          </a:xfrm>
        </p:grpSpPr>
        <p:sp>
          <p:nvSpPr>
            <p:cNvPr id="10445" name="Google Shape;10445;p7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4" name="Shape 10454"/>
        <p:cNvGrpSpPr/>
        <p:nvPr/>
      </p:nvGrpSpPr>
      <p:grpSpPr>
        <a:xfrm>
          <a:off x="0" y="0"/>
          <a:ext cx="0" cy="0"/>
          <a:chOff x="0" y="0"/>
          <a:chExt cx="0" cy="0"/>
        </a:xfrm>
      </p:grpSpPr>
      <p:grpSp>
        <p:nvGrpSpPr>
          <p:cNvPr id="10455" name="Google Shape;10455;p77"/>
          <p:cNvGrpSpPr/>
          <p:nvPr/>
        </p:nvGrpSpPr>
        <p:grpSpPr>
          <a:xfrm>
            <a:off x="708579" y="965872"/>
            <a:ext cx="1636117" cy="1526144"/>
            <a:chOff x="729238" y="1179665"/>
            <a:chExt cx="1636117" cy="1526144"/>
          </a:xfrm>
        </p:grpSpPr>
        <p:grpSp>
          <p:nvGrpSpPr>
            <p:cNvPr id="10456" name="Google Shape;10456;p77"/>
            <p:cNvGrpSpPr/>
            <p:nvPr/>
          </p:nvGrpSpPr>
          <p:grpSpPr>
            <a:xfrm>
              <a:off x="729238" y="1179665"/>
              <a:ext cx="80700" cy="1526144"/>
              <a:chOff x="729238" y="1179665"/>
              <a:chExt cx="80700" cy="1526144"/>
            </a:xfrm>
          </p:grpSpPr>
          <p:sp>
            <p:nvSpPr>
              <p:cNvPr id="10457" name="Google Shape;10457;p7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77"/>
            <p:cNvGrpSpPr/>
            <p:nvPr/>
          </p:nvGrpSpPr>
          <p:grpSpPr>
            <a:xfrm>
              <a:off x="903098" y="1179665"/>
              <a:ext cx="80700" cy="1526144"/>
              <a:chOff x="903098" y="1179665"/>
              <a:chExt cx="80700" cy="1526144"/>
            </a:xfrm>
          </p:grpSpPr>
          <p:sp>
            <p:nvSpPr>
              <p:cNvPr id="10468" name="Google Shape;10468;p7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77"/>
            <p:cNvGrpSpPr/>
            <p:nvPr/>
          </p:nvGrpSpPr>
          <p:grpSpPr>
            <a:xfrm>
              <a:off x="1076958" y="1179665"/>
              <a:ext cx="80700" cy="1526144"/>
              <a:chOff x="1076958" y="1179665"/>
              <a:chExt cx="80700" cy="1526144"/>
            </a:xfrm>
          </p:grpSpPr>
          <p:sp>
            <p:nvSpPr>
              <p:cNvPr id="10479" name="Google Shape;10479;p7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77"/>
            <p:cNvGrpSpPr/>
            <p:nvPr/>
          </p:nvGrpSpPr>
          <p:grpSpPr>
            <a:xfrm>
              <a:off x="1247707" y="1179665"/>
              <a:ext cx="80700" cy="1526144"/>
              <a:chOff x="1247707" y="1179665"/>
              <a:chExt cx="80700" cy="1526144"/>
            </a:xfrm>
          </p:grpSpPr>
          <p:sp>
            <p:nvSpPr>
              <p:cNvPr id="10490" name="Google Shape;10490;p7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7"/>
            <p:cNvGrpSpPr/>
            <p:nvPr/>
          </p:nvGrpSpPr>
          <p:grpSpPr>
            <a:xfrm>
              <a:off x="1421567" y="1179665"/>
              <a:ext cx="80700" cy="1526144"/>
              <a:chOff x="1421567" y="1179665"/>
              <a:chExt cx="80700" cy="1526144"/>
            </a:xfrm>
          </p:grpSpPr>
          <p:sp>
            <p:nvSpPr>
              <p:cNvPr id="10501" name="Google Shape;10501;p7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77"/>
            <p:cNvGrpSpPr/>
            <p:nvPr/>
          </p:nvGrpSpPr>
          <p:grpSpPr>
            <a:xfrm>
              <a:off x="1592327" y="1179665"/>
              <a:ext cx="80700" cy="1526144"/>
              <a:chOff x="1592327" y="1179665"/>
              <a:chExt cx="80700" cy="1526144"/>
            </a:xfrm>
          </p:grpSpPr>
          <p:sp>
            <p:nvSpPr>
              <p:cNvPr id="10512" name="Google Shape;10512;p7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77"/>
            <p:cNvGrpSpPr/>
            <p:nvPr/>
          </p:nvGrpSpPr>
          <p:grpSpPr>
            <a:xfrm>
              <a:off x="1766187" y="1179665"/>
              <a:ext cx="80700" cy="1526144"/>
              <a:chOff x="1766187" y="1179665"/>
              <a:chExt cx="80700" cy="1526144"/>
            </a:xfrm>
          </p:grpSpPr>
          <p:sp>
            <p:nvSpPr>
              <p:cNvPr id="10523" name="Google Shape;10523;p7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77"/>
            <p:cNvGrpSpPr/>
            <p:nvPr/>
          </p:nvGrpSpPr>
          <p:grpSpPr>
            <a:xfrm>
              <a:off x="1936935" y="1179665"/>
              <a:ext cx="80700" cy="1526144"/>
              <a:chOff x="1936935" y="1179665"/>
              <a:chExt cx="80700" cy="1526144"/>
            </a:xfrm>
          </p:grpSpPr>
          <p:sp>
            <p:nvSpPr>
              <p:cNvPr id="10534" name="Google Shape;10534;p7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77"/>
            <p:cNvGrpSpPr/>
            <p:nvPr/>
          </p:nvGrpSpPr>
          <p:grpSpPr>
            <a:xfrm>
              <a:off x="2110795" y="1179665"/>
              <a:ext cx="80700" cy="1526144"/>
              <a:chOff x="2110795" y="1179665"/>
              <a:chExt cx="80700" cy="1526144"/>
            </a:xfrm>
          </p:grpSpPr>
          <p:sp>
            <p:nvSpPr>
              <p:cNvPr id="10545" name="Google Shape;10545;p7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77"/>
            <p:cNvGrpSpPr/>
            <p:nvPr/>
          </p:nvGrpSpPr>
          <p:grpSpPr>
            <a:xfrm>
              <a:off x="2284655" y="1179665"/>
              <a:ext cx="80700" cy="1526144"/>
              <a:chOff x="2284655" y="1179665"/>
              <a:chExt cx="80700" cy="1526144"/>
            </a:xfrm>
          </p:grpSpPr>
          <p:sp>
            <p:nvSpPr>
              <p:cNvPr id="10556" name="Google Shape;10556;p7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6" name="Google Shape;10566;p77"/>
          <p:cNvGrpSpPr/>
          <p:nvPr/>
        </p:nvGrpSpPr>
        <p:grpSpPr>
          <a:xfrm>
            <a:off x="2603245" y="985011"/>
            <a:ext cx="1364248" cy="1102133"/>
            <a:chOff x="2623904" y="1198803"/>
            <a:chExt cx="1364248" cy="1102133"/>
          </a:xfrm>
        </p:grpSpPr>
        <p:grpSp>
          <p:nvGrpSpPr>
            <p:cNvPr id="10567" name="Google Shape;10567;p77"/>
            <p:cNvGrpSpPr/>
            <p:nvPr/>
          </p:nvGrpSpPr>
          <p:grpSpPr>
            <a:xfrm>
              <a:off x="2623907" y="1198803"/>
              <a:ext cx="1364245" cy="273000"/>
              <a:chOff x="2623907" y="1198803"/>
              <a:chExt cx="1364245" cy="273000"/>
            </a:xfrm>
          </p:grpSpPr>
          <p:sp>
            <p:nvSpPr>
              <p:cNvPr id="10568" name="Google Shape;10568;p7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77"/>
            <p:cNvGrpSpPr/>
            <p:nvPr/>
          </p:nvGrpSpPr>
          <p:grpSpPr>
            <a:xfrm>
              <a:off x="2623904" y="1476964"/>
              <a:ext cx="1364245" cy="273000"/>
              <a:chOff x="2623904" y="1476964"/>
              <a:chExt cx="1364245" cy="273000"/>
            </a:xfrm>
          </p:grpSpPr>
          <p:sp>
            <p:nvSpPr>
              <p:cNvPr id="10574" name="Google Shape;10574;p7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7"/>
            <p:cNvGrpSpPr/>
            <p:nvPr/>
          </p:nvGrpSpPr>
          <p:grpSpPr>
            <a:xfrm>
              <a:off x="2623907" y="1749775"/>
              <a:ext cx="1364245" cy="273000"/>
              <a:chOff x="2623907" y="1749775"/>
              <a:chExt cx="1364245" cy="273000"/>
            </a:xfrm>
          </p:grpSpPr>
          <p:sp>
            <p:nvSpPr>
              <p:cNvPr id="10580" name="Google Shape;10580;p7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77"/>
            <p:cNvGrpSpPr/>
            <p:nvPr/>
          </p:nvGrpSpPr>
          <p:grpSpPr>
            <a:xfrm>
              <a:off x="2623904" y="2027936"/>
              <a:ext cx="1364245" cy="273000"/>
              <a:chOff x="2623904" y="2027936"/>
              <a:chExt cx="1364245" cy="273000"/>
            </a:xfrm>
          </p:grpSpPr>
          <p:sp>
            <p:nvSpPr>
              <p:cNvPr id="10586" name="Google Shape;10586;p7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1" name="Google Shape;10591;p77"/>
          <p:cNvGrpSpPr/>
          <p:nvPr/>
        </p:nvGrpSpPr>
        <p:grpSpPr>
          <a:xfrm>
            <a:off x="2592706" y="2444193"/>
            <a:ext cx="1387541" cy="159124"/>
            <a:chOff x="3200660" y="2180272"/>
            <a:chExt cx="2563824" cy="378237"/>
          </a:xfrm>
        </p:grpSpPr>
        <p:sp>
          <p:nvSpPr>
            <p:cNvPr id="10592" name="Google Shape;10592;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7"/>
          <p:cNvGrpSpPr/>
          <p:nvPr/>
        </p:nvGrpSpPr>
        <p:grpSpPr>
          <a:xfrm>
            <a:off x="2589231" y="2722018"/>
            <a:ext cx="1390502" cy="159625"/>
            <a:chOff x="3530150" y="2790075"/>
            <a:chExt cx="1962600" cy="225300"/>
          </a:xfrm>
        </p:grpSpPr>
        <p:sp>
          <p:nvSpPr>
            <p:cNvPr id="10611" name="Google Shape;10611;p7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77"/>
          <p:cNvGrpSpPr/>
          <p:nvPr/>
        </p:nvGrpSpPr>
        <p:grpSpPr>
          <a:xfrm>
            <a:off x="2589884" y="3000344"/>
            <a:ext cx="1411629" cy="153761"/>
            <a:chOff x="3558802" y="4011427"/>
            <a:chExt cx="1866000" cy="111300"/>
          </a:xfrm>
        </p:grpSpPr>
        <p:sp>
          <p:nvSpPr>
            <p:cNvPr id="10614" name="Google Shape;10614;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77"/>
          <p:cNvGrpSpPr/>
          <p:nvPr/>
        </p:nvGrpSpPr>
        <p:grpSpPr>
          <a:xfrm>
            <a:off x="2589576" y="2205744"/>
            <a:ext cx="1383503" cy="119749"/>
            <a:chOff x="3465975" y="2270276"/>
            <a:chExt cx="1986364" cy="171929"/>
          </a:xfrm>
        </p:grpSpPr>
        <p:sp>
          <p:nvSpPr>
            <p:cNvPr id="10617" name="Google Shape;10617;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7"/>
          <p:cNvGrpSpPr/>
          <p:nvPr/>
        </p:nvGrpSpPr>
        <p:grpSpPr>
          <a:xfrm>
            <a:off x="2600584" y="3569394"/>
            <a:ext cx="1369531" cy="195460"/>
            <a:chOff x="723300" y="4253549"/>
            <a:chExt cx="2276482" cy="324900"/>
          </a:xfrm>
        </p:grpSpPr>
        <p:sp>
          <p:nvSpPr>
            <p:cNvPr id="10626" name="Google Shape;10626;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7"/>
          <p:cNvGrpSpPr/>
          <p:nvPr/>
        </p:nvGrpSpPr>
        <p:grpSpPr>
          <a:xfrm>
            <a:off x="2590145" y="3270574"/>
            <a:ext cx="1389066" cy="180119"/>
            <a:chOff x="705948" y="3788465"/>
            <a:chExt cx="2308953" cy="299400"/>
          </a:xfrm>
        </p:grpSpPr>
        <p:sp>
          <p:nvSpPr>
            <p:cNvPr id="10632" name="Google Shape;10632;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7"/>
          <p:cNvGrpSpPr/>
          <p:nvPr/>
        </p:nvGrpSpPr>
        <p:grpSpPr>
          <a:xfrm>
            <a:off x="2638082" y="3883554"/>
            <a:ext cx="1304609" cy="294074"/>
            <a:chOff x="2658741" y="4097347"/>
            <a:chExt cx="1304609" cy="294074"/>
          </a:xfrm>
        </p:grpSpPr>
        <p:grpSp>
          <p:nvGrpSpPr>
            <p:cNvPr id="10638" name="Google Shape;10638;p77"/>
            <p:cNvGrpSpPr/>
            <p:nvPr/>
          </p:nvGrpSpPr>
          <p:grpSpPr>
            <a:xfrm>
              <a:off x="2658741" y="4097347"/>
              <a:ext cx="118572" cy="294074"/>
              <a:chOff x="3343310" y="4475555"/>
              <a:chExt cx="127717" cy="316753"/>
            </a:xfrm>
          </p:grpSpPr>
          <p:sp>
            <p:nvSpPr>
              <p:cNvPr id="10639" name="Google Shape;10639;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77"/>
            <p:cNvGrpSpPr/>
            <p:nvPr/>
          </p:nvGrpSpPr>
          <p:grpSpPr>
            <a:xfrm>
              <a:off x="3815519" y="4098388"/>
              <a:ext cx="147831" cy="291991"/>
              <a:chOff x="3527539" y="4476677"/>
              <a:chExt cx="159232" cy="314510"/>
            </a:xfrm>
          </p:grpSpPr>
          <p:sp>
            <p:nvSpPr>
              <p:cNvPr id="10642" name="Google Shape;10642;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77"/>
            <p:cNvGrpSpPr/>
            <p:nvPr/>
          </p:nvGrpSpPr>
          <p:grpSpPr>
            <a:xfrm>
              <a:off x="3511696" y="4098388"/>
              <a:ext cx="147831" cy="291991"/>
              <a:chOff x="3527539" y="4476677"/>
              <a:chExt cx="159232" cy="314510"/>
            </a:xfrm>
          </p:grpSpPr>
          <p:sp>
            <p:nvSpPr>
              <p:cNvPr id="10645" name="Google Shape;10645;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77"/>
            <p:cNvGrpSpPr/>
            <p:nvPr/>
          </p:nvGrpSpPr>
          <p:grpSpPr>
            <a:xfrm>
              <a:off x="3207874" y="4098388"/>
              <a:ext cx="147831" cy="291991"/>
              <a:chOff x="3527539" y="4476677"/>
              <a:chExt cx="159232" cy="314510"/>
            </a:xfrm>
          </p:grpSpPr>
          <p:sp>
            <p:nvSpPr>
              <p:cNvPr id="10648" name="Google Shape;10648;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77"/>
            <p:cNvGrpSpPr/>
            <p:nvPr/>
          </p:nvGrpSpPr>
          <p:grpSpPr>
            <a:xfrm>
              <a:off x="2933305" y="4097347"/>
              <a:ext cx="118572" cy="294074"/>
              <a:chOff x="3343310" y="4475555"/>
              <a:chExt cx="127717" cy="316753"/>
            </a:xfrm>
          </p:grpSpPr>
          <p:sp>
            <p:nvSpPr>
              <p:cNvPr id="10651" name="Google Shape;10651;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53" name="Google Shape;10653;p77"/>
          <p:cNvGrpSpPr/>
          <p:nvPr/>
        </p:nvGrpSpPr>
        <p:grpSpPr>
          <a:xfrm>
            <a:off x="4256912" y="1866676"/>
            <a:ext cx="1433821" cy="191501"/>
            <a:chOff x="4273350" y="2080469"/>
            <a:chExt cx="1433821" cy="191501"/>
          </a:xfrm>
        </p:grpSpPr>
        <p:grpSp>
          <p:nvGrpSpPr>
            <p:cNvPr id="10654" name="Google Shape;10654;p77"/>
            <p:cNvGrpSpPr/>
            <p:nvPr/>
          </p:nvGrpSpPr>
          <p:grpSpPr>
            <a:xfrm>
              <a:off x="4273350" y="2080469"/>
              <a:ext cx="1433821" cy="0"/>
              <a:chOff x="5224975" y="2962250"/>
              <a:chExt cx="1544400" cy="0"/>
            </a:xfrm>
          </p:grpSpPr>
          <p:cxnSp>
            <p:nvCxnSpPr>
              <p:cNvPr id="10655" name="Google Shape;10655;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656" name="Google Shape;10656;p7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657" name="Google Shape;10657;p77"/>
            <p:cNvGrpSpPr/>
            <p:nvPr/>
          </p:nvGrpSpPr>
          <p:grpSpPr>
            <a:xfrm>
              <a:off x="4273350" y="2271969"/>
              <a:ext cx="1433821" cy="0"/>
              <a:chOff x="5224975" y="2962250"/>
              <a:chExt cx="1544400" cy="0"/>
            </a:xfrm>
          </p:grpSpPr>
          <p:cxnSp>
            <p:nvCxnSpPr>
              <p:cNvPr id="10658" name="Google Shape;10658;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659" name="Google Shape;10659;p7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660" name="Google Shape;10660;p77"/>
          <p:cNvGrpSpPr/>
          <p:nvPr/>
        </p:nvGrpSpPr>
        <p:grpSpPr>
          <a:xfrm>
            <a:off x="4258467" y="969244"/>
            <a:ext cx="1430711" cy="743389"/>
            <a:chOff x="5159450" y="1919950"/>
            <a:chExt cx="1541050" cy="862500"/>
          </a:xfrm>
        </p:grpSpPr>
        <p:sp>
          <p:nvSpPr>
            <p:cNvPr id="10661" name="Google Shape;10661;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662" name="Google Shape;10662;p77"/>
            <p:cNvGrpSpPr/>
            <p:nvPr/>
          </p:nvGrpSpPr>
          <p:grpSpPr>
            <a:xfrm>
              <a:off x="5159450" y="1919950"/>
              <a:ext cx="1541050" cy="862500"/>
              <a:chOff x="5159450" y="1919950"/>
              <a:chExt cx="1541050" cy="862500"/>
            </a:xfrm>
          </p:grpSpPr>
          <p:cxnSp>
            <p:nvCxnSpPr>
              <p:cNvPr id="10663" name="Google Shape;10663;p7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664" name="Google Shape;10664;p7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665" name="Google Shape;10665;p77"/>
          <p:cNvGrpSpPr/>
          <p:nvPr/>
        </p:nvGrpSpPr>
        <p:grpSpPr>
          <a:xfrm>
            <a:off x="4248581" y="2192571"/>
            <a:ext cx="1450484" cy="1052087"/>
            <a:chOff x="5230575" y="1554475"/>
            <a:chExt cx="2137150" cy="1550150"/>
          </a:xfrm>
        </p:grpSpPr>
        <p:sp>
          <p:nvSpPr>
            <p:cNvPr id="10666" name="Google Shape;10666;p7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77"/>
          <p:cNvGrpSpPr/>
          <p:nvPr/>
        </p:nvGrpSpPr>
        <p:grpSpPr>
          <a:xfrm rot="10800000">
            <a:off x="4265131" y="3284761"/>
            <a:ext cx="1417383" cy="887946"/>
            <a:chOff x="5645403" y="2920021"/>
            <a:chExt cx="2650800" cy="2180614"/>
          </a:xfrm>
        </p:grpSpPr>
        <p:sp>
          <p:nvSpPr>
            <p:cNvPr id="10680" name="Google Shape;10680;p7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1" name="Google Shape;10681;p77"/>
            <p:cNvCxnSpPr>
              <a:stCxn id="1068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682" name="Google Shape;10682;p7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3" name="Google Shape;10683;p77"/>
            <p:cNvCxnSpPr>
              <a:endCxn id="1068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684" name="Google Shape;10684;p7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5" name="Google Shape;10685;p77"/>
            <p:cNvCxnSpPr>
              <a:stCxn id="1068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686" name="Google Shape;10686;p7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7" name="Google Shape;10687;p77"/>
            <p:cNvCxnSpPr>
              <a:endCxn id="1068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688" name="Google Shape;10688;p77"/>
          <p:cNvGrpSpPr/>
          <p:nvPr/>
        </p:nvGrpSpPr>
        <p:grpSpPr>
          <a:xfrm>
            <a:off x="7365491" y="2188116"/>
            <a:ext cx="1071743" cy="1021579"/>
            <a:chOff x="7189833" y="2022667"/>
            <a:chExt cx="1251159" cy="1192597"/>
          </a:xfrm>
        </p:grpSpPr>
        <p:sp>
          <p:nvSpPr>
            <p:cNvPr id="10689" name="Google Shape;10689;p7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77"/>
          <p:cNvGrpSpPr/>
          <p:nvPr/>
        </p:nvGrpSpPr>
        <p:grpSpPr>
          <a:xfrm>
            <a:off x="706762" y="2614523"/>
            <a:ext cx="1695374" cy="1560837"/>
            <a:chOff x="727421" y="2828315"/>
            <a:chExt cx="1695374" cy="1560837"/>
          </a:xfrm>
        </p:grpSpPr>
        <p:grpSp>
          <p:nvGrpSpPr>
            <p:cNvPr id="10694" name="Google Shape;10694;p77"/>
            <p:cNvGrpSpPr/>
            <p:nvPr/>
          </p:nvGrpSpPr>
          <p:grpSpPr>
            <a:xfrm>
              <a:off x="819108" y="2882501"/>
              <a:ext cx="103104" cy="1426186"/>
              <a:chOff x="4674013" y="3100904"/>
              <a:chExt cx="122758" cy="1698043"/>
            </a:xfrm>
          </p:grpSpPr>
          <p:sp>
            <p:nvSpPr>
              <p:cNvPr id="10695" name="Google Shape;10695;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7"/>
            <p:cNvGrpSpPr/>
            <p:nvPr/>
          </p:nvGrpSpPr>
          <p:grpSpPr>
            <a:xfrm>
              <a:off x="1062475" y="2882501"/>
              <a:ext cx="103104" cy="1426186"/>
              <a:chOff x="4940438" y="3100904"/>
              <a:chExt cx="122758" cy="1698043"/>
            </a:xfrm>
          </p:grpSpPr>
          <p:sp>
            <p:nvSpPr>
              <p:cNvPr id="10703" name="Google Shape;10703;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7"/>
            <p:cNvGrpSpPr/>
            <p:nvPr/>
          </p:nvGrpSpPr>
          <p:grpSpPr>
            <a:xfrm>
              <a:off x="1299324" y="2882501"/>
              <a:ext cx="103104" cy="1426186"/>
              <a:chOff x="5206863" y="3100904"/>
              <a:chExt cx="122758" cy="1698043"/>
            </a:xfrm>
          </p:grpSpPr>
          <p:sp>
            <p:nvSpPr>
              <p:cNvPr id="10711" name="Google Shape;10711;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77"/>
            <p:cNvGrpSpPr/>
            <p:nvPr/>
          </p:nvGrpSpPr>
          <p:grpSpPr>
            <a:xfrm>
              <a:off x="1786057" y="2882501"/>
              <a:ext cx="103104" cy="1426186"/>
              <a:chOff x="6006138" y="3143629"/>
              <a:chExt cx="122758" cy="1698043"/>
            </a:xfrm>
          </p:grpSpPr>
          <p:sp>
            <p:nvSpPr>
              <p:cNvPr id="10719" name="Google Shape;10719;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77"/>
            <p:cNvGrpSpPr/>
            <p:nvPr/>
          </p:nvGrpSpPr>
          <p:grpSpPr>
            <a:xfrm>
              <a:off x="2029422" y="2882501"/>
              <a:ext cx="103104" cy="1426186"/>
              <a:chOff x="6805413" y="3100904"/>
              <a:chExt cx="122758" cy="1698043"/>
            </a:xfrm>
          </p:grpSpPr>
          <p:sp>
            <p:nvSpPr>
              <p:cNvPr id="10727" name="Google Shape;10727;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77"/>
            <p:cNvGrpSpPr/>
            <p:nvPr/>
          </p:nvGrpSpPr>
          <p:grpSpPr>
            <a:xfrm>
              <a:off x="727421" y="2828315"/>
              <a:ext cx="1695374" cy="1560837"/>
              <a:chOff x="734799" y="2782450"/>
              <a:chExt cx="1571100" cy="1577400"/>
            </a:xfrm>
          </p:grpSpPr>
          <p:cxnSp>
            <p:nvCxnSpPr>
              <p:cNvPr id="10735" name="Google Shape;10735;p7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736" name="Google Shape;10736;p7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737" name="Google Shape;10737;p77"/>
            <p:cNvGrpSpPr/>
            <p:nvPr/>
          </p:nvGrpSpPr>
          <p:grpSpPr>
            <a:xfrm>
              <a:off x="2272795" y="2882501"/>
              <a:ext cx="103104" cy="1426186"/>
              <a:chOff x="5206863" y="3100904"/>
              <a:chExt cx="122758" cy="1698043"/>
            </a:xfrm>
          </p:grpSpPr>
          <p:sp>
            <p:nvSpPr>
              <p:cNvPr id="10738" name="Google Shape;10738;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77"/>
            <p:cNvGrpSpPr/>
            <p:nvPr/>
          </p:nvGrpSpPr>
          <p:grpSpPr>
            <a:xfrm>
              <a:off x="1542694" y="2882501"/>
              <a:ext cx="103104" cy="1426186"/>
              <a:chOff x="6006138" y="3143629"/>
              <a:chExt cx="122758" cy="1698043"/>
            </a:xfrm>
          </p:grpSpPr>
          <p:sp>
            <p:nvSpPr>
              <p:cNvPr id="10746" name="Google Shape;10746;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3" name="Google Shape;10753;p77"/>
          <p:cNvGrpSpPr/>
          <p:nvPr/>
        </p:nvGrpSpPr>
        <p:grpSpPr>
          <a:xfrm>
            <a:off x="5915341" y="2192094"/>
            <a:ext cx="1248543" cy="1025319"/>
            <a:chOff x="5183758" y="1210600"/>
            <a:chExt cx="3605380" cy="2960783"/>
          </a:xfrm>
        </p:grpSpPr>
        <p:sp>
          <p:nvSpPr>
            <p:cNvPr id="10754" name="Google Shape;10754;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8" name="Google Shape;10758;p7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759" name="Google Shape;10759;p7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760" name="Google Shape;10760;p7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761" name="Google Shape;10761;p7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762" name="Google Shape;10762;p7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77"/>
          <p:cNvGrpSpPr/>
          <p:nvPr/>
        </p:nvGrpSpPr>
        <p:grpSpPr>
          <a:xfrm>
            <a:off x="5772403" y="3330411"/>
            <a:ext cx="2664831" cy="843440"/>
            <a:chOff x="5916567" y="1099697"/>
            <a:chExt cx="2556683" cy="809211"/>
          </a:xfrm>
        </p:grpSpPr>
        <p:sp>
          <p:nvSpPr>
            <p:cNvPr id="10764" name="Google Shape;10764;p7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77"/>
          <p:cNvGrpSpPr/>
          <p:nvPr/>
        </p:nvGrpSpPr>
        <p:grpSpPr>
          <a:xfrm>
            <a:off x="5879943" y="979270"/>
            <a:ext cx="1299851" cy="1023338"/>
            <a:chOff x="5900602" y="1193063"/>
            <a:chExt cx="1299851" cy="1023338"/>
          </a:xfrm>
        </p:grpSpPr>
        <p:grpSp>
          <p:nvGrpSpPr>
            <p:cNvPr id="10773" name="Google Shape;10773;p77"/>
            <p:cNvGrpSpPr/>
            <p:nvPr/>
          </p:nvGrpSpPr>
          <p:grpSpPr>
            <a:xfrm>
              <a:off x="6743564" y="1193063"/>
              <a:ext cx="456889" cy="700379"/>
              <a:chOff x="6743564" y="1193063"/>
              <a:chExt cx="456889" cy="700379"/>
            </a:xfrm>
          </p:grpSpPr>
          <p:grpSp>
            <p:nvGrpSpPr>
              <p:cNvPr id="10774" name="Google Shape;10774;p77"/>
              <p:cNvGrpSpPr/>
              <p:nvPr/>
            </p:nvGrpSpPr>
            <p:grpSpPr>
              <a:xfrm>
                <a:off x="6743564" y="1690731"/>
                <a:ext cx="214402" cy="202710"/>
                <a:chOff x="6743564" y="1690731"/>
                <a:chExt cx="214402" cy="202710"/>
              </a:xfrm>
            </p:grpSpPr>
            <p:sp>
              <p:nvSpPr>
                <p:cNvPr id="10775" name="Google Shape;10775;p7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77"/>
              <p:cNvGrpSpPr/>
              <p:nvPr/>
            </p:nvGrpSpPr>
            <p:grpSpPr>
              <a:xfrm>
                <a:off x="6915505" y="1193063"/>
                <a:ext cx="284947" cy="589637"/>
                <a:chOff x="6915505" y="1193063"/>
                <a:chExt cx="284947" cy="589637"/>
              </a:xfrm>
            </p:grpSpPr>
            <p:sp>
              <p:nvSpPr>
                <p:cNvPr id="10778" name="Google Shape;10778;p7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79" name="Google Shape;10779;p7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780" name="Google Shape;10780;p77"/>
            <p:cNvGrpSpPr/>
            <p:nvPr/>
          </p:nvGrpSpPr>
          <p:grpSpPr>
            <a:xfrm>
              <a:off x="6520337" y="1193063"/>
              <a:ext cx="341815" cy="801589"/>
              <a:chOff x="6520337" y="1193063"/>
              <a:chExt cx="341815" cy="801589"/>
            </a:xfrm>
          </p:grpSpPr>
          <p:grpSp>
            <p:nvGrpSpPr>
              <p:cNvPr id="10781" name="Google Shape;10781;p77"/>
              <p:cNvGrpSpPr/>
              <p:nvPr/>
            </p:nvGrpSpPr>
            <p:grpSpPr>
              <a:xfrm>
                <a:off x="6520337" y="1589527"/>
                <a:ext cx="213950" cy="405125"/>
                <a:chOff x="6520337" y="1589527"/>
                <a:chExt cx="213950" cy="405125"/>
              </a:xfrm>
            </p:grpSpPr>
            <p:sp>
              <p:nvSpPr>
                <p:cNvPr id="10782" name="Google Shape;10782;p7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77"/>
              <p:cNvGrpSpPr/>
              <p:nvPr/>
            </p:nvGrpSpPr>
            <p:grpSpPr>
              <a:xfrm>
                <a:off x="6577204" y="1193063"/>
                <a:ext cx="284947" cy="453562"/>
                <a:chOff x="6577204" y="1193063"/>
                <a:chExt cx="284947" cy="453562"/>
              </a:xfrm>
            </p:grpSpPr>
            <p:sp>
              <p:nvSpPr>
                <p:cNvPr id="10785" name="Google Shape;10785;p7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86" name="Google Shape;10786;p7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787" name="Google Shape;10787;p77"/>
            <p:cNvGrpSpPr/>
            <p:nvPr/>
          </p:nvGrpSpPr>
          <p:grpSpPr>
            <a:xfrm>
              <a:off x="6238903" y="1193063"/>
              <a:ext cx="300475" cy="901782"/>
              <a:chOff x="6238903" y="1193063"/>
              <a:chExt cx="300475" cy="901782"/>
            </a:xfrm>
          </p:grpSpPr>
          <p:grpSp>
            <p:nvGrpSpPr>
              <p:cNvPr id="10788" name="Google Shape;10788;p77"/>
              <p:cNvGrpSpPr/>
              <p:nvPr/>
            </p:nvGrpSpPr>
            <p:grpSpPr>
              <a:xfrm>
                <a:off x="6290865" y="1489315"/>
                <a:ext cx="248514" cy="605530"/>
                <a:chOff x="6290865" y="1489315"/>
                <a:chExt cx="248514" cy="605530"/>
              </a:xfrm>
            </p:grpSpPr>
            <p:sp>
              <p:nvSpPr>
                <p:cNvPr id="10789" name="Google Shape;10789;p7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77"/>
              <p:cNvGrpSpPr/>
              <p:nvPr/>
            </p:nvGrpSpPr>
            <p:grpSpPr>
              <a:xfrm>
                <a:off x="6238903" y="1193063"/>
                <a:ext cx="284947" cy="327512"/>
                <a:chOff x="6238903" y="1193063"/>
                <a:chExt cx="284947" cy="327512"/>
              </a:xfrm>
            </p:grpSpPr>
            <p:sp>
              <p:nvSpPr>
                <p:cNvPr id="10792" name="Google Shape;10792;p7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93" name="Google Shape;10793;p7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794" name="Google Shape;10794;p77"/>
            <p:cNvGrpSpPr/>
            <p:nvPr/>
          </p:nvGrpSpPr>
          <p:grpSpPr>
            <a:xfrm>
              <a:off x="5900602" y="1193063"/>
              <a:ext cx="444345" cy="1023338"/>
              <a:chOff x="5900602" y="1193063"/>
              <a:chExt cx="444345" cy="1023338"/>
            </a:xfrm>
          </p:grpSpPr>
          <p:grpSp>
            <p:nvGrpSpPr>
              <p:cNvPr id="10795" name="Google Shape;10795;p77"/>
              <p:cNvGrpSpPr/>
              <p:nvPr/>
            </p:nvGrpSpPr>
            <p:grpSpPr>
              <a:xfrm>
                <a:off x="6046501" y="1367785"/>
                <a:ext cx="298446" cy="848616"/>
                <a:chOff x="6046501" y="1367785"/>
                <a:chExt cx="298446" cy="848616"/>
              </a:xfrm>
            </p:grpSpPr>
            <p:sp>
              <p:nvSpPr>
                <p:cNvPr id="10796" name="Google Shape;10796;p7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77"/>
              <p:cNvGrpSpPr/>
              <p:nvPr/>
            </p:nvGrpSpPr>
            <p:grpSpPr>
              <a:xfrm>
                <a:off x="5900602" y="1193063"/>
                <a:ext cx="284947" cy="182312"/>
                <a:chOff x="5900602" y="1193063"/>
                <a:chExt cx="284947" cy="182312"/>
              </a:xfrm>
            </p:grpSpPr>
            <p:sp>
              <p:nvSpPr>
                <p:cNvPr id="10799" name="Google Shape;10799;p7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00" name="Google Shape;10800;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801" name="Google Shape;10801;p77"/>
          <p:cNvGrpSpPr/>
          <p:nvPr/>
        </p:nvGrpSpPr>
        <p:grpSpPr>
          <a:xfrm>
            <a:off x="7217825" y="979415"/>
            <a:ext cx="1219413" cy="1051365"/>
            <a:chOff x="7287122" y="1165658"/>
            <a:chExt cx="1219413" cy="1051365"/>
          </a:xfrm>
        </p:grpSpPr>
        <p:grpSp>
          <p:nvGrpSpPr>
            <p:cNvPr id="10802" name="Google Shape;10802;p77"/>
            <p:cNvGrpSpPr/>
            <p:nvPr/>
          </p:nvGrpSpPr>
          <p:grpSpPr>
            <a:xfrm>
              <a:off x="7287122" y="1969723"/>
              <a:ext cx="1219413" cy="247300"/>
              <a:chOff x="7287122" y="1969723"/>
              <a:chExt cx="1219413" cy="247300"/>
            </a:xfrm>
          </p:grpSpPr>
          <p:sp>
            <p:nvSpPr>
              <p:cNvPr id="10803" name="Google Shape;10803;p7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4" name="Google Shape;10804;p77"/>
              <p:cNvGrpSpPr/>
              <p:nvPr/>
            </p:nvGrpSpPr>
            <p:grpSpPr>
              <a:xfrm>
                <a:off x="7287122" y="2063892"/>
                <a:ext cx="1151753" cy="73428"/>
                <a:chOff x="7287122" y="2063892"/>
                <a:chExt cx="1151753" cy="73428"/>
              </a:xfrm>
            </p:grpSpPr>
            <p:sp>
              <p:nvSpPr>
                <p:cNvPr id="10805" name="Google Shape;10805;p7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06" name="Google Shape;10806;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807" name="Google Shape;10807;p77"/>
            <p:cNvGrpSpPr/>
            <p:nvPr/>
          </p:nvGrpSpPr>
          <p:grpSpPr>
            <a:xfrm>
              <a:off x="7287122" y="1712201"/>
              <a:ext cx="1219403" cy="246767"/>
              <a:chOff x="7287122" y="1712201"/>
              <a:chExt cx="1219403" cy="246767"/>
            </a:xfrm>
          </p:grpSpPr>
          <p:sp>
            <p:nvSpPr>
              <p:cNvPr id="10808" name="Google Shape;10808;p7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9" name="Google Shape;10809;p77"/>
              <p:cNvGrpSpPr/>
              <p:nvPr/>
            </p:nvGrpSpPr>
            <p:grpSpPr>
              <a:xfrm>
                <a:off x="7287122" y="1842861"/>
                <a:ext cx="1005303" cy="73419"/>
                <a:chOff x="7287122" y="1842861"/>
                <a:chExt cx="1005303" cy="73419"/>
              </a:xfrm>
            </p:grpSpPr>
            <p:sp>
              <p:nvSpPr>
                <p:cNvPr id="10810" name="Google Shape;10810;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1" name="Google Shape;10811;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812" name="Google Shape;10812;p77"/>
            <p:cNvGrpSpPr/>
            <p:nvPr/>
          </p:nvGrpSpPr>
          <p:grpSpPr>
            <a:xfrm>
              <a:off x="7287122" y="1447520"/>
              <a:ext cx="1219403" cy="286667"/>
              <a:chOff x="7287122" y="1447520"/>
              <a:chExt cx="1219403" cy="286667"/>
            </a:xfrm>
          </p:grpSpPr>
          <p:sp>
            <p:nvSpPr>
              <p:cNvPr id="10813" name="Google Shape;10813;p7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4" name="Google Shape;10814;p77"/>
              <p:cNvGrpSpPr/>
              <p:nvPr/>
            </p:nvGrpSpPr>
            <p:grpSpPr>
              <a:xfrm>
                <a:off x="7287122" y="1581977"/>
                <a:ext cx="852803" cy="73428"/>
                <a:chOff x="7287122" y="1581977"/>
                <a:chExt cx="852803" cy="73428"/>
              </a:xfrm>
            </p:grpSpPr>
            <p:sp>
              <p:nvSpPr>
                <p:cNvPr id="10815" name="Google Shape;10815;p7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6" name="Google Shape;10816;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817" name="Google Shape;10817;p77"/>
            <p:cNvGrpSpPr/>
            <p:nvPr/>
          </p:nvGrpSpPr>
          <p:grpSpPr>
            <a:xfrm>
              <a:off x="7287122" y="1165658"/>
              <a:ext cx="1219403" cy="344253"/>
              <a:chOff x="7287122" y="1165658"/>
              <a:chExt cx="1219403" cy="344253"/>
            </a:xfrm>
          </p:grpSpPr>
          <p:sp>
            <p:nvSpPr>
              <p:cNvPr id="10818" name="Google Shape;10818;p7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9" name="Google Shape;10819;p77"/>
              <p:cNvGrpSpPr/>
              <p:nvPr/>
            </p:nvGrpSpPr>
            <p:grpSpPr>
              <a:xfrm>
                <a:off x="7287122" y="1341025"/>
                <a:ext cx="695703" cy="73419"/>
                <a:chOff x="7287122" y="1341025"/>
                <a:chExt cx="695703" cy="73419"/>
              </a:xfrm>
            </p:grpSpPr>
            <p:sp>
              <p:nvSpPr>
                <p:cNvPr id="10820" name="Google Shape;10820;p7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21" name="Google Shape;10821;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25" name="Shape 10825"/>
        <p:cNvGrpSpPr/>
        <p:nvPr/>
      </p:nvGrpSpPr>
      <p:grpSpPr>
        <a:xfrm>
          <a:off x="0" y="0"/>
          <a:ext cx="0" cy="0"/>
          <a:chOff x="0" y="0"/>
          <a:chExt cx="0" cy="0"/>
        </a:xfrm>
      </p:grpSpPr>
      <p:grpSp>
        <p:nvGrpSpPr>
          <p:cNvPr id="10826" name="Google Shape;10826;p78"/>
          <p:cNvGrpSpPr/>
          <p:nvPr/>
        </p:nvGrpSpPr>
        <p:grpSpPr>
          <a:xfrm>
            <a:off x="846551" y="2273217"/>
            <a:ext cx="415546" cy="355053"/>
            <a:chOff x="866243" y="2291587"/>
            <a:chExt cx="415546" cy="355053"/>
          </a:xfrm>
        </p:grpSpPr>
        <p:sp>
          <p:nvSpPr>
            <p:cNvPr id="10827" name="Google Shape;10827;p7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2" name="Google Shape;10832;p78"/>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3" name="Google Shape;10833;p78"/>
          <p:cNvGrpSpPr/>
          <p:nvPr/>
        </p:nvGrpSpPr>
        <p:grpSpPr>
          <a:xfrm>
            <a:off x="1938828" y="2284205"/>
            <a:ext cx="359213" cy="327807"/>
            <a:chOff x="1958520" y="2302574"/>
            <a:chExt cx="359213" cy="327807"/>
          </a:xfrm>
        </p:grpSpPr>
        <p:sp>
          <p:nvSpPr>
            <p:cNvPr id="10834" name="Google Shape;10834;p7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78"/>
          <p:cNvGrpSpPr/>
          <p:nvPr/>
        </p:nvGrpSpPr>
        <p:grpSpPr>
          <a:xfrm>
            <a:off x="2560190" y="2269057"/>
            <a:ext cx="207582" cy="359594"/>
            <a:chOff x="2656082" y="2287427"/>
            <a:chExt cx="207582" cy="359594"/>
          </a:xfrm>
        </p:grpSpPr>
        <p:sp>
          <p:nvSpPr>
            <p:cNvPr id="10838" name="Google Shape;10838;p7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78"/>
          <p:cNvGrpSpPr/>
          <p:nvPr/>
        </p:nvGrpSpPr>
        <p:grpSpPr>
          <a:xfrm>
            <a:off x="3029961" y="2303099"/>
            <a:ext cx="362991" cy="290018"/>
            <a:chOff x="3049653" y="2321468"/>
            <a:chExt cx="362991" cy="290018"/>
          </a:xfrm>
        </p:grpSpPr>
        <p:sp>
          <p:nvSpPr>
            <p:cNvPr id="10843" name="Google Shape;10843;p7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8"/>
          <p:cNvGrpSpPr/>
          <p:nvPr/>
        </p:nvGrpSpPr>
        <p:grpSpPr>
          <a:xfrm>
            <a:off x="3544551" y="2271534"/>
            <a:ext cx="422342" cy="355243"/>
            <a:chOff x="3564243" y="2289904"/>
            <a:chExt cx="422342" cy="355243"/>
          </a:xfrm>
        </p:grpSpPr>
        <p:sp>
          <p:nvSpPr>
            <p:cNvPr id="10848" name="Google Shape;10848;p7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3" name="Google Shape;10853;p78"/>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4" name="Google Shape;10854;p78"/>
          <p:cNvGrpSpPr/>
          <p:nvPr/>
        </p:nvGrpSpPr>
        <p:grpSpPr>
          <a:xfrm>
            <a:off x="4668202" y="2271344"/>
            <a:ext cx="359594" cy="353909"/>
            <a:chOff x="4687894" y="2289713"/>
            <a:chExt cx="359594" cy="353909"/>
          </a:xfrm>
        </p:grpSpPr>
        <p:sp>
          <p:nvSpPr>
            <p:cNvPr id="10855" name="Google Shape;10855;p7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8" name="Google Shape;10858;p78"/>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9" name="Google Shape;10859;p78"/>
          <p:cNvGrpSpPr/>
          <p:nvPr/>
        </p:nvGrpSpPr>
        <p:grpSpPr>
          <a:xfrm>
            <a:off x="6352932" y="2289857"/>
            <a:ext cx="263567" cy="317614"/>
            <a:chOff x="6421399" y="2308227"/>
            <a:chExt cx="263567" cy="317614"/>
          </a:xfrm>
        </p:grpSpPr>
        <p:sp>
          <p:nvSpPr>
            <p:cNvPr id="10860" name="Google Shape;10860;p7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78"/>
          <p:cNvGrpSpPr/>
          <p:nvPr/>
        </p:nvGrpSpPr>
        <p:grpSpPr>
          <a:xfrm>
            <a:off x="6850501" y="2277250"/>
            <a:ext cx="360356" cy="343462"/>
            <a:chOff x="6870193" y="2295620"/>
            <a:chExt cx="360356" cy="343462"/>
          </a:xfrm>
        </p:grpSpPr>
        <p:sp>
          <p:nvSpPr>
            <p:cNvPr id="10865" name="Google Shape;10865;p7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78"/>
          <p:cNvGrpSpPr/>
          <p:nvPr/>
        </p:nvGrpSpPr>
        <p:grpSpPr>
          <a:xfrm>
            <a:off x="7421773" y="2284490"/>
            <a:ext cx="342192" cy="327140"/>
            <a:chOff x="7441465" y="2302860"/>
            <a:chExt cx="342192" cy="327140"/>
          </a:xfrm>
        </p:grpSpPr>
        <p:sp>
          <p:nvSpPr>
            <p:cNvPr id="10868" name="Google Shape;10868;p7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78"/>
          <p:cNvGrpSpPr/>
          <p:nvPr/>
        </p:nvGrpSpPr>
        <p:grpSpPr>
          <a:xfrm>
            <a:off x="7969991" y="2331837"/>
            <a:ext cx="332761" cy="234066"/>
            <a:chOff x="7989683" y="2350207"/>
            <a:chExt cx="332761" cy="234066"/>
          </a:xfrm>
        </p:grpSpPr>
        <p:sp>
          <p:nvSpPr>
            <p:cNvPr id="10871" name="Google Shape;10871;p7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78"/>
          <p:cNvGrpSpPr/>
          <p:nvPr/>
        </p:nvGrpSpPr>
        <p:grpSpPr>
          <a:xfrm>
            <a:off x="5803602" y="2291381"/>
            <a:ext cx="315327" cy="314978"/>
            <a:chOff x="5823294" y="2309751"/>
            <a:chExt cx="315327" cy="314978"/>
          </a:xfrm>
        </p:grpSpPr>
        <p:sp>
          <p:nvSpPr>
            <p:cNvPr id="10878" name="Google Shape;10878;p7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78"/>
          <p:cNvGrpSpPr/>
          <p:nvPr/>
        </p:nvGrpSpPr>
        <p:grpSpPr>
          <a:xfrm>
            <a:off x="2477583" y="2725790"/>
            <a:ext cx="370930" cy="370549"/>
            <a:chOff x="2497275" y="2744159"/>
            <a:chExt cx="370930" cy="370549"/>
          </a:xfrm>
        </p:grpSpPr>
        <p:sp>
          <p:nvSpPr>
            <p:cNvPr id="10896" name="Google Shape;10896;p7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78"/>
          <p:cNvGrpSpPr/>
          <p:nvPr/>
        </p:nvGrpSpPr>
        <p:grpSpPr>
          <a:xfrm>
            <a:off x="841248" y="2728108"/>
            <a:ext cx="371883" cy="365691"/>
            <a:chOff x="860940" y="2746477"/>
            <a:chExt cx="371883" cy="365691"/>
          </a:xfrm>
        </p:grpSpPr>
        <p:sp>
          <p:nvSpPr>
            <p:cNvPr id="10903" name="Google Shape;10903;p7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8"/>
          <p:cNvGrpSpPr/>
          <p:nvPr/>
        </p:nvGrpSpPr>
        <p:grpSpPr>
          <a:xfrm>
            <a:off x="1431144" y="2747889"/>
            <a:ext cx="283985" cy="341080"/>
            <a:chOff x="1493849" y="2775533"/>
            <a:chExt cx="283985" cy="341080"/>
          </a:xfrm>
        </p:grpSpPr>
        <p:sp>
          <p:nvSpPr>
            <p:cNvPr id="10909" name="Google Shape;10909;p7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78"/>
          <p:cNvGrpSpPr/>
          <p:nvPr/>
        </p:nvGrpSpPr>
        <p:grpSpPr>
          <a:xfrm>
            <a:off x="1933144" y="2756052"/>
            <a:ext cx="372835" cy="342573"/>
            <a:chOff x="1952836" y="2774422"/>
            <a:chExt cx="372835" cy="342573"/>
          </a:xfrm>
        </p:grpSpPr>
        <p:sp>
          <p:nvSpPr>
            <p:cNvPr id="10912" name="Google Shape;10912;p7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78"/>
          <p:cNvGrpSpPr/>
          <p:nvPr/>
        </p:nvGrpSpPr>
        <p:grpSpPr>
          <a:xfrm>
            <a:off x="3060224" y="2726107"/>
            <a:ext cx="332729" cy="372518"/>
            <a:chOff x="3079916" y="2744477"/>
            <a:chExt cx="332729" cy="372518"/>
          </a:xfrm>
        </p:grpSpPr>
        <p:sp>
          <p:nvSpPr>
            <p:cNvPr id="10916" name="Google Shape;10916;p7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78"/>
          <p:cNvGrpSpPr/>
          <p:nvPr/>
        </p:nvGrpSpPr>
        <p:grpSpPr>
          <a:xfrm>
            <a:off x="3600884" y="2727155"/>
            <a:ext cx="336889" cy="355592"/>
            <a:chOff x="3620576" y="2745525"/>
            <a:chExt cx="336889" cy="355592"/>
          </a:xfrm>
        </p:grpSpPr>
        <p:sp>
          <p:nvSpPr>
            <p:cNvPr id="10920" name="Google Shape;10920;p7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78"/>
          <p:cNvGrpSpPr/>
          <p:nvPr/>
        </p:nvGrpSpPr>
        <p:grpSpPr>
          <a:xfrm>
            <a:off x="4107123" y="2742334"/>
            <a:ext cx="380393" cy="363118"/>
            <a:chOff x="4126815" y="2760704"/>
            <a:chExt cx="380393" cy="363118"/>
          </a:xfrm>
        </p:grpSpPr>
        <p:sp>
          <p:nvSpPr>
            <p:cNvPr id="10923" name="Google Shape;10923;p7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78"/>
          <p:cNvGrpSpPr/>
          <p:nvPr/>
        </p:nvGrpSpPr>
        <p:grpSpPr>
          <a:xfrm>
            <a:off x="4656294" y="2727314"/>
            <a:ext cx="381346" cy="368644"/>
            <a:chOff x="4675986" y="2745684"/>
            <a:chExt cx="381346" cy="368644"/>
          </a:xfrm>
        </p:grpSpPr>
        <p:sp>
          <p:nvSpPr>
            <p:cNvPr id="10928" name="Google Shape;10928;p7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78"/>
          <p:cNvGrpSpPr/>
          <p:nvPr/>
        </p:nvGrpSpPr>
        <p:grpSpPr>
          <a:xfrm>
            <a:off x="5200924" y="2772692"/>
            <a:ext cx="373185" cy="302466"/>
            <a:chOff x="5220616" y="2791061"/>
            <a:chExt cx="373185" cy="302466"/>
          </a:xfrm>
        </p:grpSpPr>
        <p:sp>
          <p:nvSpPr>
            <p:cNvPr id="10931" name="Google Shape;10931;p7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78"/>
          <p:cNvGrpSpPr/>
          <p:nvPr/>
        </p:nvGrpSpPr>
        <p:grpSpPr>
          <a:xfrm>
            <a:off x="5768969" y="2754147"/>
            <a:ext cx="284366" cy="344097"/>
            <a:chOff x="5864861" y="2772517"/>
            <a:chExt cx="284366" cy="344097"/>
          </a:xfrm>
        </p:grpSpPr>
        <p:sp>
          <p:nvSpPr>
            <p:cNvPr id="10950" name="Google Shape;10950;p7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6" name="Google Shape;10956;p78"/>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7" name="Google Shape;10957;p78"/>
          <p:cNvGrpSpPr/>
          <p:nvPr/>
        </p:nvGrpSpPr>
        <p:grpSpPr>
          <a:xfrm>
            <a:off x="6954467" y="2771168"/>
            <a:ext cx="255247" cy="327458"/>
            <a:chOff x="6974158" y="2789537"/>
            <a:chExt cx="255247" cy="327458"/>
          </a:xfrm>
        </p:grpSpPr>
        <p:sp>
          <p:nvSpPr>
            <p:cNvPr id="10958" name="Google Shape;10958;p7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78"/>
          <p:cNvGrpSpPr/>
          <p:nvPr/>
        </p:nvGrpSpPr>
        <p:grpSpPr>
          <a:xfrm>
            <a:off x="7511005" y="2771930"/>
            <a:ext cx="244291" cy="326314"/>
            <a:chOff x="7530697" y="2790299"/>
            <a:chExt cx="244291" cy="326314"/>
          </a:xfrm>
        </p:grpSpPr>
        <p:sp>
          <p:nvSpPr>
            <p:cNvPr id="10965" name="Google Shape;10965;p7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78"/>
          <p:cNvGrpSpPr/>
          <p:nvPr/>
        </p:nvGrpSpPr>
        <p:grpSpPr>
          <a:xfrm>
            <a:off x="7968499" y="2813878"/>
            <a:ext cx="332348" cy="283985"/>
            <a:chOff x="7988191" y="2832248"/>
            <a:chExt cx="332348" cy="283985"/>
          </a:xfrm>
        </p:grpSpPr>
        <p:sp>
          <p:nvSpPr>
            <p:cNvPr id="10972" name="Google Shape;10972;p7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5" name="Google Shape;10975;p78"/>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6" name="Google Shape;10976;p78"/>
          <p:cNvGrpSpPr/>
          <p:nvPr/>
        </p:nvGrpSpPr>
        <p:grpSpPr>
          <a:xfrm>
            <a:off x="3568748" y="3239998"/>
            <a:ext cx="364484" cy="262423"/>
            <a:chOff x="3588440" y="3258368"/>
            <a:chExt cx="364484" cy="262423"/>
          </a:xfrm>
        </p:grpSpPr>
        <p:sp>
          <p:nvSpPr>
            <p:cNvPr id="10977" name="Google Shape;10977;p7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3" name="Google Shape;10983;p78"/>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4" name="Google Shape;10984;p78"/>
          <p:cNvGrpSpPr/>
          <p:nvPr/>
        </p:nvGrpSpPr>
        <p:grpSpPr>
          <a:xfrm>
            <a:off x="5746125" y="3209355"/>
            <a:ext cx="364865" cy="324822"/>
            <a:chOff x="5765817" y="3227724"/>
            <a:chExt cx="364865" cy="324822"/>
          </a:xfrm>
        </p:grpSpPr>
        <p:sp>
          <p:nvSpPr>
            <p:cNvPr id="10985" name="Google Shape;10985;p7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78"/>
          <p:cNvGrpSpPr/>
          <p:nvPr/>
        </p:nvGrpSpPr>
        <p:grpSpPr>
          <a:xfrm>
            <a:off x="6208891" y="3219294"/>
            <a:ext cx="446539" cy="303895"/>
            <a:chOff x="6228583" y="3237664"/>
            <a:chExt cx="446539" cy="303895"/>
          </a:xfrm>
        </p:grpSpPr>
        <p:sp>
          <p:nvSpPr>
            <p:cNvPr id="10989" name="Google Shape;10989;p7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78"/>
          <p:cNvGrpSpPr/>
          <p:nvPr/>
        </p:nvGrpSpPr>
        <p:grpSpPr>
          <a:xfrm>
            <a:off x="846170" y="3188936"/>
            <a:ext cx="364484" cy="364897"/>
            <a:chOff x="865862" y="3207306"/>
            <a:chExt cx="364484" cy="364897"/>
          </a:xfrm>
        </p:grpSpPr>
        <p:sp>
          <p:nvSpPr>
            <p:cNvPr id="11007" name="Google Shape;11007;p7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78"/>
          <p:cNvGrpSpPr/>
          <p:nvPr/>
        </p:nvGrpSpPr>
        <p:grpSpPr>
          <a:xfrm>
            <a:off x="1384925" y="3208593"/>
            <a:ext cx="370168" cy="325965"/>
            <a:chOff x="1404617" y="3226962"/>
            <a:chExt cx="370168" cy="325965"/>
          </a:xfrm>
        </p:grpSpPr>
        <p:sp>
          <p:nvSpPr>
            <p:cNvPr id="11022" name="Google Shape;11022;p7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78"/>
          <p:cNvGrpSpPr/>
          <p:nvPr/>
        </p:nvGrpSpPr>
        <p:grpSpPr>
          <a:xfrm>
            <a:off x="1933711" y="3197724"/>
            <a:ext cx="366389" cy="354481"/>
            <a:chOff x="1954741" y="3212419"/>
            <a:chExt cx="366389" cy="354481"/>
          </a:xfrm>
        </p:grpSpPr>
        <p:sp>
          <p:nvSpPr>
            <p:cNvPr id="11032" name="Google Shape;11032;p7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78"/>
          <p:cNvGrpSpPr/>
          <p:nvPr/>
        </p:nvGrpSpPr>
        <p:grpSpPr>
          <a:xfrm>
            <a:off x="3023547" y="3197256"/>
            <a:ext cx="366008" cy="348670"/>
            <a:chOff x="3043239" y="3215626"/>
            <a:chExt cx="366008" cy="348670"/>
          </a:xfrm>
        </p:grpSpPr>
        <p:sp>
          <p:nvSpPr>
            <p:cNvPr id="11040" name="Google Shape;11040;p7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8"/>
          <p:cNvGrpSpPr/>
          <p:nvPr/>
        </p:nvGrpSpPr>
        <p:grpSpPr>
          <a:xfrm>
            <a:off x="4198641" y="3166613"/>
            <a:ext cx="209107" cy="383442"/>
            <a:chOff x="4218333" y="3184982"/>
            <a:chExt cx="209107" cy="383442"/>
          </a:xfrm>
        </p:grpSpPr>
        <p:sp>
          <p:nvSpPr>
            <p:cNvPr id="11043" name="Google Shape;11043;p7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5" name="Google Shape;11045;p78"/>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6" name="Google Shape;11046;p78"/>
          <p:cNvGrpSpPr/>
          <p:nvPr/>
        </p:nvGrpSpPr>
        <p:grpSpPr>
          <a:xfrm>
            <a:off x="6876953" y="3197637"/>
            <a:ext cx="322917" cy="347876"/>
            <a:chOff x="6896644" y="3216007"/>
            <a:chExt cx="322917" cy="347876"/>
          </a:xfrm>
        </p:grpSpPr>
        <p:sp>
          <p:nvSpPr>
            <p:cNvPr id="11047" name="Google Shape;11047;p7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78"/>
          <p:cNvGrpSpPr/>
          <p:nvPr/>
        </p:nvGrpSpPr>
        <p:grpSpPr>
          <a:xfrm>
            <a:off x="7409674" y="3204814"/>
            <a:ext cx="334634" cy="333904"/>
            <a:chOff x="7429366" y="3223183"/>
            <a:chExt cx="334634" cy="333904"/>
          </a:xfrm>
        </p:grpSpPr>
        <p:sp>
          <p:nvSpPr>
            <p:cNvPr id="11055" name="Google Shape;11055;p7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7" name="Google Shape;11057;p78"/>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8" name="Google Shape;11058;p78"/>
          <p:cNvGrpSpPr/>
          <p:nvPr/>
        </p:nvGrpSpPr>
        <p:grpSpPr>
          <a:xfrm>
            <a:off x="5196764" y="3707114"/>
            <a:ext cx="356196" cy="265631"/>
            <a:chOff x="5216456" y="3725484"/>
            <a:chExt cx="356196" cy="265631"/>
          </a:xfrm>
        </p:grpSpPr>
        <p:sp>
          <p:nvSpPr>
            <p:cNvPr id="11059" name="Google Shape;11059;p7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78"/>
          <p:cNvGrpSpPr/>
          <p:nvPr/>
        </p:nvGrpSpPr>
        <p:grpSpPr>
          <a:xfrm>
            <a:off x="6829701" y="3715625"/>
            <a:ext cx="355053" cy="248038"/>
            <a:chOff x="6849393" y="3733994"/>
            <a:chExt cx="355053" cy="248038"/>
          </a:xfrm>
        </p:grpSpPr>
        <p:sp>
          <p:nvSpPr>
            <p:cNvPr id="11062" name="Google Shape;11062;p7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78"/>
          <p:cNvGrpSpPr/>
          <p:nvPr/>
        </p:nvGrpSpPr>
        <p:grpSpPr>
          <a:xfrm>
            <a:off x="7899305" y="3696318"/>
            <a:ext cx="392111" cy="280206"/>
            <a:chOff x="7918997" y="3714687"/>
            <a:chExt cx="392111" cy="280206"/>
          </a:xfrm>
        </p:grpSpPr>
        <p:sp>
          <p:nvSpPr>
            <p:cNvPr id="11068" name="Google Shape;11068;p7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3" name="Google Shape;11073;p78"/>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4" name="Google Shape;11074;p78"/>
          <p:cNvGrpSpPr/>
          <p:nvPr/>
        </p:nvGrpSpPr>
        <p:grpSpPr>
          <a:xfrm>
            <a:off x="1389085" y="3662594"/>
            <a:ext cx="357720" cy="355148"/>
            <a:chOff x="1408777" y="3680964"/>
            <a:chExt cx="357720" cy="355148"/>
          </a:xfrm>
        </p:grpSpPr>
        <p:sp>
          <p:nvSpPr>
            <p:cNvPr id="11075" name="Google Shape;11075;p7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78"/>
          <p:cNvGrpSpPr/>
          <p:nvPr/>
        </p:nvGrpSpPr>
        <p:grpSpPr>
          <a:xfrm>
            <a:off x="1933144" y="3662594"/>
            <a:ext cx="357720" cy="355148"/>
            <a:chOff x="1952836" y="3680964"/>
            <a:chExt cx="357720" cy="355148"/>
          </a:xfrm>
        </p:grpSpPr>
        <p:sp>
          <p:nvSpPr>
            <p:cNvPr id="11081" name="Google Shape;11081;p7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8"/>
          <p:cNvGrpSpPr/>
          <p:nvPr/>
        </p:nvGrpSpPr>
        <p:grpSpPr>
          <a:xfrm>
            <a:off x="2477202" y="3662594"/>
            <a:ext cx="357720" cy="355148"/>
            <a:chOff x="2496894" y="3680964"/>
            <a:chExt cx="357720" cy="355148"/>
          </a:xfrm>
        </p:grpSpPr>
        <p:sp>
          <p:nvSpPr>
            <p:cNvPr id="11087" name="Google Shape;11087;p7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78"/>
          <p:cNvGrpSpPr/>
          <p:nvPr/>
        </p:nvGrpSpPr>
        <p:grpSpPr>
          <a:xfrm>
            <a:off x="3021292" y="3662689"/>
            <a:ext cx="356164" cy="355815"/>
            <a:chOff x="3040984" y="3681059"/>
            <a:chExt cx="356164" cy="355815"/>
          </a:xfrm>
        </p:grpSpPr>
        <p:sp>
          <p:nvSpPr>
            <p:cNvPr id="11093" name="Google Shape;11093;p7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78"/>
          <p:cNvGrpSpPr/>
          <p:nvPr/>
        </p:nvGrpSpPr>
        <p:grpSpPr>
          <a:xfrm>
            <a:off x="3564589" y="3680821"/>
            <a:ext cx="358069" cy="317995"/>
            <a:chOff x="3584280" y="3699191"/>
            <a:chExt cx="358069" cy="317995"/>
          </a:xfrm>
        </p:grpSpPr>
        <p:sp>
          <p:nvSpPr>
            <p:cNvPr id="11097" name="Google Shape;11097;p7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78"/>
          <p:cNvGrpSpPr/>
          <p:nvPr/>
        </p:nvGrpSpPr>
        <p:grpSpPr>
          <a:xfrm>
            <a:off x="4109790" y="3662689"/>
            <a:ext cx="355402" cy="354291"/>
            <a:chOff x="4129482" y="3681059"/>
            <a:chExt cx="355402" cy="354291"/>
          </a:xfrm>
        </p:grpSpPr>
        <p:sp>
          <p:nvSpPr>
            <p:cNvPr id="11102" name="Google Shape;11102;p7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78"/>
          <p:cNvGrpSpPr/>
          <p:nvPr/>
        </p:nvGrpSpPr>
        <p:grpSpPr>
          <a:xfrm>
            <a:off x="4653849" y="3661927"/>
            <a:ext cx="355434" cy="355815"/>
            <a:chOff x="4673540" y="3680297"/>
            <a:chExt cx="355434" cy="355815"/>
          </a:xfrm>
        </p:grpSpPr>
        <p:sp>
          <p:nvSpPr>
            <p:cNvPr id="11107" name="Google Shape;11107;p7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8"/>
          <p:cNvGrpSpPr/>
          <p:nvPr/>
        </p:nvGrpSpPr>
        <p:grpSpPr>
          <a:xfrm>
            <a:off x="5759716" y="3680821"/>
            <a:ext cx="317645" cy="318757"/>
            <a:chOff x="5779408" y="3699191"/>
            <a:chExt cx="317645" cy="318757"/>
          </a:xfrm>
        </p:grpSpPr>
        <p:sp>
          <p:nvSpPr>
            <p:cNvPr id="11111" name="Google Shape;11111;p7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3" name="Google Shape;11113;p78"/>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4" name="Google Shape;11114;p78"/>
          <p:cNvGrpSpPr/>
          <p:nvPr/>
        </p:nvGrpSpPr>
        <p:grpSpPr>
          <a:xfrm>
            <a:off x="7370743" y="3662499"/>
            <a:ext cx="372073" cy="355243"/>
            <a:chOff x="7390435" y="3680868"/>
            <a:chExt cx="372073" cy="355243"/>
          </a:xfrm>
        </p:grpSpPr>
        <p:sp>
          <p:nvSpPr>
            <p:cNvPr id="11115" name="Google Shape;11115;p7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8"/>
          <p:cNvGrpSpPr/>
          <p:nvPr/>
        </p:nvGrpSpPr>
        <p:grpSpPr>
          <a:xfrm>
            <a:off x="1392301" y="4119346"/>
            <a:ext cx="374709" cy="374010"/>
            <a:chOff x="1421638" y="4125629"/>
            <a:chExt cx="374709" cy="374010"/>
          </a:xfrm>
        </p:grpSpPr>
        <p:sp>
          <p:nvSpPr>
            <p:cNvPr id="11122" name="Google Shape;11122;p7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78"/>
          <p:cNvGrpSpPr/>
          <p:nvPr/>
        </p:nvGrpSpPr>
        <p:grpSpPr>
          <a:xfrm>
            <a:off x="1943917" y="4135255"/>
            <a:ext cx="357720" cy="342192"/>
            <a:chOff x="1973254" y="4156304"/>
            <a:chExt cx="357720" cy="342192"/>
          </a:xfrm>
        </p:grpSpPr>
        <p:sp>
          <p:nvSpPr>
            <p:cNvPr id="11125" name="Google Shape;11125;p7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8"/>
          <p:cNvGrpSpPr/>
          <p:nvPr/>
        </p:nvGrpSpPr>
        <p:grpSpPr>
          <a:xfrm>
            <a:off x="2494422" y="4136192"/>
            <a:ext cx="341049" cy="340318"/>
            <a:chOff x="2523759" y="4135505"/>
            <a:chExt cx="341049" cy="340318"/>
          </a:xfrm>
        </p:grpSpPr>
        <p:sp>
          <p:nvSpPr>
            <p:cNvPr id="11132" name="Google Shape;11132;p7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78"/>
          <p:cNvGrpSpPr/>
          <p:nvPr/>
        </p:nvGrpSpPr>
        <p:grpSpPr>
          <a:xfrm>
            <a:off x="3011266" y="4131175"/>
            <a:ext cx="392079" cy="350353"/>
            <a:chOff x="3040603" y="4130360"/>
            <a:chExt cx="392079" cy="350353"/>
          </a:xfrm>
        </p:grpSpPr>
        <p:sp>
          <p:nvSpPr>
            <p:cNvPr id="11135" name="Google Shape;11135;p7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78"/>
          <p:cNvGrpSpPr/>
          <p:nvPr/>
        </p:nvGrpSpPr>
        <p:grpSpPr>
          <a:xfrm>
            <a:off x="3632807" y="4136192"/>
            <a:ext cx="232955" cy="340318"/>
            <a:chOff x="3662144" y="4135505"/>
            <a:chExt cx="232955" cy="340318"/>
          </a:xfrm>
        </p:grpSpPr>
        <p:sp>
          <p:nvSpPr>
            <p:cNvPr id="11146" name="Google Shape;11146;p7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8"/>
          <p:cNvGrpSpPr/>
          <p:nvPr/>
        </p:nvGrpSpPr>
        <p:grpSpPr>
          <a:xfrm>
            <a:off x="4119801" y="4122029"/>
            <a:ext cx="344065" cy="368644"/>
            <a:chOff x="4149138" y="4121151"/>
            <a:chExt cx="344065" cy="368644"/>
          </a:xfrm>
        </p:grpSpPr>
        <p:sp>
          <p:nvSpPr>
            <p:cNvPr id="11151" name="Google Shape;11151;p7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3" name="Google Shape;11163;p78"/>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4" name="Google Shape;11164;p78"/>
          <p:cNvGrpSpPr/>
          <p:nvPr/>
        </p:nvGrpSpPr>
        <p:grpSpPr>
          <a:xfrm>
            <a:off x="5176925" y="4174949"/>
            <a:ext cx="397763" cy="262804"/>
            <a:chOff x="5206262" y="4174817"/>
            <a:chExt cx="397763" cy="262804"/>
          </a:xfrm>
        </p:grpSpPr>
        <p:sp>
          <p:nvSpPr>
            <p:cNvPr id="11165" name="Google Shape;11165;p7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8"/>
          <p:cNvGrpSpPr/>
          <p:nvPr/>
        </p:nvGrpSpPr>
        <p:grpSpPr>
          <a:xfrm>
            <a:off x="5698279" y="4161342"/>
            <a:ext cx="440505" cy="290018"/>
            <a:chOff x="5727616" y="4204699"/>
            <a:chExt cx="440505" cy="290018"/>
          </a:xfrm>
        </p:grpSpPr>
        <p:sp>
          <p:nvSpPr>
            <p:cNvPr id="11173" name="Google Shape;11173;p7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8"/>
          <p:cNvGrpSpPr/>
          <p:nvPr/>
        </p:nvGrpSpPr>
        <p:grpSpPr>
          <a:xfrm>
            <a:off x="6380726" y="4124093"/>
            <a:ext cx="159950" cy="364516"/>
            <a:chOff x="6410063" y="4135124"/>
            <a:chExt cx="159950" cy="364516"/>
          </a:xfrm>
        </p:grpSpPr>
        <p:sp>
          <p:nvSpPr>
            <p:cNvPr id="11182" name="Google Shape;11182;p7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78"/>
          <p:cNvGrpSpPr/>
          <p:nvPr/>
        </p:nvGrpSpPr>
        <p:grpSpPr>
          <a:xfrm>
            <a:off x="6641065" y="4124284"/>
            <a:ext cx="214378" cy="364135"/>
            <a:chOff x="6924652" y="4135505"/>
            <a:chExt cx="214378" cy="364135"/>
          </a:xfrm>
        </p:grpSpPr>
        <p:sp>
          <p:nvSpPr>
            <p:cNvPr id="11187" name="Google Shape;11187;p7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1" name="Google Shape;11191;p78"/>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192" name="Google Shape;11192;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1193" name="Google Shape;11193;p78"/>
          <p:cNvGrpSpPr/>
          <p:nvPr/>
        </p:nvGrpSpPr>
        <p:grpSpPr>
          <a:xfrm>
            <a:off x="841240" y="4119220"/>
            <a:ext cx="374177" cy="374263"/>
            <a:chOff x="775325" y="4143525"/>
            <a:chExt cx="468776" cy="468884"/>
          </a:xfrm>
        </p:grpSpPr>
        <p:sp>
          <p:nvSpPr>
            <p:cNvPr id="11194" name="Google Shape;11194;p78"/>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8"/>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8"/>
          <p:cNvGrpSpPr/>
          <p:nvPr/>
        </p:nvGrpSpPr>
        <p:grpSpPr>
          <a:xfrm>
            <a:off x="7015917" y="4114633"/>
            <a:ext cx="219464" cy="383437"/>
            <a:chOff x="1426400" y="1814750"/>
            <a:chExt cx="407850" cy="712575"/>
          </a:xfrm>
        </p:grpSpPr>
        <p:sp>
          <p:nvSpPr>
            <p:cNvPr id="11199" name="Google Shape;11199;p78"/>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78"/>
          <p:cNvGrpSpPr/>
          <p:nvPr/>
        </p:nvGrpSpPr>
        <p:grpSpPr>
          <a:xfrm>
            <a:off x="7391519" y="4149408"/>
            <a:ext cx="313833" cy="313887"/>
            <a:chOff x="1910075" y="2021700"/>
            <a:chExt cx="583225" cy="583325"/>
          </a:xfrm>
        </p:grpSpPr>
        <p:sp>
          <p:nvSpPr>
            <p:cNvPr id="11203" name="Google Shape;11203;p78"/>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8"/>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78"/>
          <p:cNvGrpSpPr/>
          <p:nvPr/>
        </p:nvGrpSpPr>
        <p:grpSpPr>
          <a:xfrm>
            <a:off x="7861486" y="4189187"/>
            <a:ext cx="441255" cy="234329"/>
            <a:chOff x="2749275" y="2099575"/>
            <a:chExt cx="820025" cy="435475"/>
          </a:xfrm>
        </p:grpSpPr>
        <p:sp>
          <p:nvSpPr>
            <p:cNvPr id="11207" name="Google Shape;11207;p78"/>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4" name="Shape 11214"/>
        <p:cNvGrpSpPr/>
        <p:nvPr/>
      </p:nvGrpSpPr>
      <p:grpSpPr>
        <a:xfrm>
          <a:off x="0" y="0"/>
          <a:ext cx="0" cy="0"/>
          <a:chOff x="0" y="0"/>
          <a:chExt cx="0" cy="0"/>
        </a:xfrm>
      </p:grpSpPr>
      <p:grpSp>
        <p:nvGrpSpPr>
          <p:cNvPr id="11215" name="Google Shape;11215;p79"/>
          <p:cNvGrpSpPr/>
          <p:nvPr/>
        </p:nvGrpSpPr>
        <p:grpSpPr>
          <a:xfrm>
            <a:off x="1989449" y="4101269"/>
            <a:ext cx="374774" cy="346073"/>
            <a:chOff x="1989449" y="4282269"/>
            <a:chExt cx="374774" cy="346073"/>
          </a:xfrm>
        </p:grpSpPr>
        <p:sp>
          <p:nvSpPr>
            <p:cNvPr id="11216" name="Google Shape;11216;p7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79"/>
          <p:cNvGrpSpPr/>
          <p:nvPr/>
        </p:nvGrpSpPr>
        <p:grpSpPr>
          <a:xfrm>
            <a:off x="2487439" y="4099740"/>
            <a:ext cx="198775" cy="348972"/>
            <a:chOff x="2487439" y="4280740"/>
            <a:chExt cx="198775" cy="348972"/>
          </a:xfrm>
        </p:grpSpPr>
        <p:sp>
          <p:nvSpPr>
            <p:cNvPr id="11222" name="Google Shape;11222;p7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79"/>
          <p:cNvGrpSpPr/>
          <p:nvPr/>
        </p:nvGrpSpPr>
        <p:grpSpPr>
          <a:xfrm>
            <a:off x="2810958" y="4092923"/>
            <a:ext cx="353145" cy="361873"/>
            <a:chOff x="2810958" y="4273923"/>
            <a:chExt cx="353145" cy="361873"/>
          </a:xfrm>
        </p:grpSpPr>
        <p:sp>
          <p:nvSpPr>
            <p:cNvPr id="11227" name="Google Shape;11227;p7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79"/>
          <p:cNvGrpSpPr/>
          <p:nvPr/>
        </p:nvGrpSpPr>
        <p:grpSpPr>
          <a:xfrm>
            <a:off x="6275635" y="4101651"/>
            <a:ext cx="209383" cy="366778"/>
            <a:chOff x="6275635" y="4282651"/>
            <a:chExt cx="209383" cy="366778"/>
          </a:xfrm>
        </p:grpSpPr>
        <p:sp>
          <p:nvSpPr>
            <p:cNvPr id="11235" name="Google Shape;11235;p7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9"/>
          <p:cNvGrpSpPr/>
          <p:nvPr/>
        </p:nvGrpSpPr>
        <p:grpSpPr>
          <a:xfrm>
            <a:off x="6701186" y="4102033"/>
            <a:ext cx="280292" cy="366396"/>
            <a:chOff x="6701186" y="4283033"/>
            <a:chExt cx="280292" cy="366396"/>
          </a:xfrm>
        </p:grpSpPr>
        <p:sp>
          <p:nvSpPr>
            <p:cNvPr id="11238" name="Google Shape;11238;p7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9"/>
          <p:cNvGrpSpPr/>
          <p:nvPr/>
        </p:nvGrpSpPr>
        <p:grpSpPr>
          <a:xfrm>
            <a:off x="2609571" y="3643958"/>
            <a:ext cx="373627" cy="347347"/>
            <a:chOff x="2609571" y="3824958"/>
            <a:chExt cx="373627" cy="347347"/>
          </a:xfrm>
        </p:grpSpPr>
        <p:sp>
          <p:nvSpPr>
            <p:cNvPr id="11241" name="Google Shape;11241;p7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3" name="Google Shape;11243;p79"/>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4" name="Google Shape;11244;p79"/>
          <p:cNvGrpSpPr/>
          <p:nvPr/>
        </p:nvGrpSpPr>
        <p:grpSpPr>
          <a:xfrm>
            <a:off x="916127" y="3626056"/>
            <a:ext cx="221902" cy="380795"/>
            <a:chOff x="916127" y="3807056"/>
            <a:chExt cx="221902" cy="380795"/>
          </a:xfrm>
        </p:grpSpPr>
        <p:sp>
          <p:nvSpPr>
            <p:cNvPr id="11245" name="Google Shape;11245;p7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79"/>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9"/>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1" name="Google Shape;11251;p79"/>
          <p:cNvGrpSpPr/>
          <p:nvPr/>
        </p:nvGrpSpPr>
        <p:grpSpPr>
          <a:xfrm>
            <a:off x="3513010" y="3635134"/>
            <a:ext cx="362223" cy="361108"/>
            <a:chOff x="3513010" y="3816134"/>
            <a:chExt cx="362223" cy="361108"/>
          </a:xfrm>
        </p:grpSpPr>
        <p:sp>
          <p:nvSpPr>
            <p:cNvPr id="11252" name="Google Shape;11252;p7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9"/>
          <p:cNvGrpSpPr/>
          <p:nvPr/>
        </p:nvGrpSpPr>
        <p:grpSpPr>
          <a:xfrm>
            <a:off x="3950316" y="3639307"/>
            <a:ext cx="369805" cy="353782"/>
            <a:chOff x="3950316" y="3820307"/>
            <a:chExt cx="369805" cy="353782"/>
          </a:xfrm>
        </p:grpSpPr>
        <p:sp>
          <p:nvSpPr>
            <p:cNvPr id="11257" name="Google Shape;11257;p7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79"/>
          <p:cNvGrpSpPr/>
          <p:nvPr/>
        </p:nvGrpSpPr>
        <p:grpSpPr>
          <a:xfrm>
            <a:off x="1761909" y="3630961"/>
            <a:ext cx="307974" cy="371716"/>
            <a:chOff x="1761909" y="3811961"/>
            <a:chExt cx="307974" cy="371716"/>
          </a:xfrm>
        </p:grpSpPr>
        <p:sp>
          <p:nvSpPr>
            <p:cNvPr id="11262" name="Google Shape;11262;p7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79"/>
          <p:cNvGrpSpPr/>
          <p:nvPr/>
        </p:nvGrpSpPr>
        <p:grpSpPr>
          <a:xfrm>
            <a:off x="5373342" y="3627935"/>
            <a:ext cx="231395" cy="353145"/>
            <a:chOff x="5373342" y="3808935"/>
            <a:chExt cx="231395" cy="353145"/>
          </a:xfrm>
        </p:grpSpPr>
        <p:sp>
          <p:nvSpPr>
            <p:cNvPr id="11273" name="Google Shape;11273;p7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2" name="Google Shape;11282;p79"/>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79"/>
          <p:cNvGrpSpPr/>
          <p:nvPr/>
        </p:nvGrpSpPr>
        <p:grpSpPr>
          <a:xfrm>
            <a:off x="5833775" y="3628445"/>
            <a:ext cx="235185" cy="352253"/>
            <a:chOff x="5833775" y="3809445"/>
            <a:chExt cx="235185" cy="352253"/>
          </a:xfrm>
        </p:grpSpPr>
        <p:sp>
          <p:nvSpPr>
            <p:cNvPr id="11284" name="Google Shape;11284;p7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9"/>
          <p:cNvGrpSpPr/>
          <p:nvPr/>
        </p:nvGrpSpPr>
        <p:grpSpPr>
          <a:xfrm>
            <a:off x="4942472" y="3628318"/>
            <a:ext cx="238976" cy="352762"/>
            <a:chOff x="4942472" y="3809318"/>
            <a:chExt cx="238976" cy="352762"/>
          </a:xfrm>
        </p:grpSpPr>
        <p:sp>
          <p:nvSpPr>
            <p:cNvPr id="11288" name="Google Shape;11288;p7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79"/>
          <p:cNvGrpSpPr/>
          <p:nvPr/>
        </p:nvGrpSpPr>
        <p:grpSpPr>
          <a:xfrm>
            <a:off x="6266525" y="3626788"/>
            <a:ext cx="260223" cy="353527"/>
            <a:chOff x="6266525" y="3807788"/>
            <a:chExt cx="260223" cy="353527"/>
          </a:xfrm>
        </p:grpSpPr>
        <p:sp>
          <p:nvSpPr>
            <p:cNvPr id="11296" name="Google Shape;11296;p7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0" name="Google Shape;11300;p79"/>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1" name="Google Shape;11301;p79"/>
          <p:cNvGrpSpPr/>
          <p:nvPr/>
        </p:nvGrpSpPr>
        <p:grpSpPr>
          <a:xfrm>
            <a:off x="7184363" y="3628604"/>
            <a:ext cx="202184" cy="352762"/>
            <a:chOff x="7184363" y="3809604"/>
            <a:chExt cx="202184" cy="352762"/>
          </a:xfrm>
        </p:grpSpPr>
        <p:sp>
          <p:nvSpPr>
            <p:cNvPr id="11302" name="Google Shape;11302;p7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79"/>
          <p:cNvGrpSpPr/>
          <p:nvPr/>
        </p:nvGrpSpPr>
        <p:grpSpPr>
          <a:xfrm>
            <a:off x="7571624" y="3627935"/>
            <a:ext cx="292047" cy="352762"/>
            <a:chOff x="7571624" y="3808935"/>
            <a:chExt cx="292047" cy="352762"/>
          </a:xfrm>
        </p:grpSpPr>
        <p:sp>
          <p:nvSpPr>
            <p:cNvPr id="11305" name="Google Shape;11305;p7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79"/>
          <p:cNvGrpSpPr/>
          <p:nvPr/>
        </p:nvGrpSpPr>
        <p:grpSpPr>
          <a:xfrm>
            <a:off x="2174559" y="3175116"/>
            <a:ext cx="364135" cy="359930"/>
            <a:chOff x="2174559" y="3356116"/>
            <a:chExt cx="364135" cy="359930"/>
          </a:xfrm>
        </p:grpSpPr>
        <p:sp>
          <p:nvSpPr>
            <p:cNvPr id="11312" name="Google Shape;11312;p7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79"/>
          <p:cNvGrpSpPr/>
          <p:nvPr/>
        </p:nvGrpSpPr>
        <p:grpSpPr>
          <a:xfrm>
            <a:off x="1731934" y="3174639"/>
            <a:ext cx="368371" cy="361554"/>
            <a:chOff x="1731934" y="3355639"/>
            <a:chExt cx="368371" cy="361554"/>
          </a:xfrm>
        </p:grpSpPr>
        <p:sp>
          <p:nvSpPr>
            <p:cNvPr id="11315" name="Google Shape;11315;p7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79"/>
          <p:cNvGrpSpPr/>
          <p:nvPr/>
        </p:nvGrpSpPr>
        <p:grpSpPr>
          <a:xfrm>
            <a:off x="3990517" y="3173173"/>
            <a:ext cx="279559" cy="363402"/>
            <a:chOff x="3990517" y="3354173"/>
            <a:chExt cx="279559" cy="363402"/>
          </a:xfrm>
        </p:grpSpPr>
        <p:sp>
          <p:nvSpPr>
            <p:cNvPr id="11318" name="Google Shape;11318;p7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9"/>
          <p:cNvGrpSpPr/>
          <p:nvPr/>
        </p:nvGrpSpPr>
        <p:grpSpPr>
          <a:xfrm>
            <a:off x="3497847" y="3236374"/>
            <a:ext cx="379680" cy="237606"/>
            <a:chOff x="3497847" y="3417374"/>
            <a:chExt cx="379680" cy="237606"/>
          </a:xfrm>
        </p:grpSpPr>
        <p:sp>
          <p:nvSpPr>
            <p:cNvPr id="11322" name="Google Shape;11322;p7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79"/>
          <p:cNvGrpSpPr/>
          <p:nvPr/>
        </p:nvGrpSpPr>
        <p:grpSpPr>
          <a:xfrm>
            <a:off x="2612597" y="3186075"/>
            <a:ext cx="376271" cy="337982"/>
            <a:chOff x="2612597" y="3367075"/>
            <a:chExt cx="376271" cy="337982"/>
          </a:xfrm>
        </p:grpSpPr>
        <p:sp>
          <p:nvSpPr>
            <p:cNvPr id="11327" name="Google Shape;11327;p7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79"/>
          <p:cNvGrpSpPr/>
          <p:nvPr/>
        </p:nvGrpSpPr>
        <p:grpSpPr>
          <a:xfrm>
            <a:off x="3071914" y="3183431"/>
            <a:ext cx="343652" cy="342505"/>
            <a:chOff x="3071914" y="3364431"/>
            <a:chExt cx="343652" cy="342505"/>
          </a:xfrm>
        </p:grpSpPr>
        <p:sp>
          <p:nvSpPr>
            <p:cNvPr id="11330" name="Google Shape;11330;p7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79"/>
          <p:cNvGrpSpPr/>
          <p:nvPr/>
        </p:nvGrpSpPr>
        <p:grpSpPr>
          <a:xfrm>
            <a:off x="897141" y="3178875"/>
            <a:ext cx="257962" cy="352762"/>
            <a:chOff x="897141" y="3359875"/>
            <a:chExt cx="257962" cy="352762"/>
          </a:xfrm>
        </p:grpSpPr>
        <p:sp>
          <p:nvSpPr>
            <p:cNvPr id="11336" name="Google Shape;11336;p7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79"/>
          <p:cNvGrpSpPr/>
          <p:nvPr/>
        </p:nvGrpSpPr>
        <p:grpSpPr>
          <a:xfrm>
            <a:off x="1333682" y="3163330"/>
            <a:ext cx="271213" cy="383088"/>
            <a:chOff x="1333682" y="3344330"/>
            <a:chExt cx="271213" cy="383088"/>
          </a:xfrm>
        </p:grpSpPr>
        <p:sp>
          <p:nvSpPr>
            <p:cNvPr id="11345" name="Google Shape;11345;p7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79"/>
          <p:cNvGrpSpPr/>
          <p:nvPr/>
        </p:nvGrpSpPr>
        <p:grpSpPr>
          <a:xfrm>
            <a:off x="6664394" y="3165974"/>
            <a:ext cx="353113" cy="351998"/>
            <a:chOff x="6664394" y="3346974"/>
            <a:chExt cx="353113" cy="351998"/>
          </a:xfrm>
        </p:grpSpPr>
        <p:sp>
          <p:nvSpPr>
            <p:cNvPr id="11357" name="Google Shape;11357;p7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79"/>
          <p:cNvGrpSpPr/>
          <p:nvPr/>
        </p:nvGrpSpPr>
        <p:grpSpPr>
          <a:xfrm>
            <a:off x="849741" y="1778307"/>
            <a:ext cx="399398" cy="375443"/>
            <a:chOff x="849741" y="1959307"/>
            <a:chExt cx="399398" cy="375443"/>
          </a:xfrm>
        </p:grpSpPr>
        <p:sp>
          <p:nvSpPr>
            <p:cNvPr id="11363" name="Google Shape;11363;p7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79"/>
          <p:cNvGrpSpPr/>
          <p:nvPr/>
        </p:nvGrpSpPr>
        <p:grpSpPr>
          <a:xfrm>
            <a:off x="1284212" y="1782766"/>
            <a:ext cx="379489" cy="366046"/>
            <a:chOff x="1284212" y="1963766"/>
            <a:chExt cx="379489" cy="366046"/>
          </a:xfrm>
        </p:grpSpPr>
        <p:sp>
          <p:nvSpPr>
            <p:cNvPr id="11366" name="Google Shape;11366;p7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79"/>
          <p:cNvGrpSpPr/>
          <p:nvPr/>
        </p:nvGrpSpPr>
        <p:grpSpPr>
          <a:xfrm>
            <a:off x="3037766" y="1788564"/>
            <a:ext cx="370219" cy="354928"/>
            <a:chOff x="3037766" y="1969564"/>
            <a:chExt cx="370219" cy="354928"/>
          </a:xfrm>
        </p:grpSpPr>
        <p:sp>
          <p:nvSpPr>
            <p:cNvPr id="11369" name="Google Shape;11369;p7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79"/>
          <p:cNvGrpSpPr/>
          <p:nvPr/>
        </p:nvGrpSpPr>
        <p:grpSpPr>
          <a:xfrm>
            <a:off x="3982553" y="1790730"/>
            <a:ext cx="304566" cy="350501"/>
            <a:chOff x="3982553" y="1971730"/>
            <a:chExt cx="304566" cy="350501"/>
          </a:xfrm>
        </p:grpSpPr>
        <p:sp>
          <p:nvSpPr>
            <p:cNvPr id="11374" name="Google Shape;11374;p7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79"/>
          <p:cNvGrpSpPr/>
          <p:nvPr/>
        </p:nvGrpSpPr>
        <p:grpSpPr>
          <a:xfrm>
            <a:off x="2567841" y="1813124"/>
            <a:ext cx="399812" cy="306477"/>
            <a:chOff x="2567841" y="1994124"/>
            <a:chExt cx="399812" cy="306477"/>
          </a:xfrm>
        </p:grpSpPr>
        <p:sp>
          <p:nvSpPr>
            <p:cNvPr id="11377" name="Google Shape;11377;p7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79"/>
          <p:cNvGrpSpPr/>
          <p:nvPr/>
        </p:nvGrpSpPr>
        <p:grpSpPr>
          <a:xfrm>
            <a:off x="2212084" y="1779358"/>
            <a:ext cx="324698" cy="372863"/>
            <a:chOff x="2212084" y="1960358"/>
            <a:chExt cx="324698" cy="372863"/>
          </a:xfrm>
        </p:grpSpPr>
        <p:sp>
          <p:nvSpPr>
            <p:cNvPr id="11381" name="Google Shape;11381;p7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79"/>
          <p:cNvGrpSpPr/>
          <p:nvPr/>
        </p:nvGrpSpPr>
        <p:grpSpPr>
          <a:xfrm>
            <a:off x="1805901" y="1779358"/>
            <a:ext cx="284847" cy="373627"/>
            <a:chOff x="1805901" y="1960358"/>
            <a:chExt cx="284847" cy="373627"/>
          </a:xfrm>
        </p:grpSpPr>
        <p:sp>
          <p:nvSpPr>
            <p:cNvPr id="11385" name="Google Shape;11385;p7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7" name="Google Shape;11387;p79"/>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9"/>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9"/>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0" name="Google Shape;11390;p79"/>
          <p:cNvGrpSpPr/>
          <p:nvPr/>
        </p:nvGrpSpPr>
        <p:grpSpPr>
          <a:xfrm>
            <a:off x="6656812" y="1848388"/>
            <a:ext cx="368690" cy="245793"/>
            <a:chOff x="6656812" y="2029388"/>
            <a:chExt cx="368690" cy="245793"/>
          </a:xfrm>
        </p:grpSpPr>
        <p:sp>
          <p:nvSpPr>
            <p:cNvPr id="11391" name="Google Shape;11391;p7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79"/>
          <p:cNvGrpSpPr/>
          <p:nvPr/>
        </p:nvGrpSpPr>
        <p:grpSpPr>
          <a:xfrm>
            <a:off x="4869651" y="1831218"/>
            <a:ext cx="376654" cy="281566"/>
            <a:chOff x="4869651" y="2012218"/>
            <a:chExt cx="376654" cy="281566"/>
          </a:xfrm>
        </p:grpSpPr>
        <p:sp>
          <p:nvSpPr>
            <p:cNvPr id="11402" name="Google Shape;11402;p7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79"/>
          <p:cNvGrpSpPr/>
          <p:nvPr/>
        </p:nvGrpSpPr>
        <p:grpSpPr>
          <a:xfrm>
            <a:off x="5306224" y="1831313"/>
            <a:ext cx="367925" cy="281694"/>
            <a:chOff x="5306224" y="2012313"/>
            <a:chExt cx="367925" cy="281694"/>
          </a:xfrm>
        </p:grpSpPr>
        <p:sp>
          <p:nvSpPr>
            <p:cNvPr id="11407" name="Google Shape;11407;p7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9" name="Google Shape;11409;p79"/>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0" name="Google Shape;11410;p79"/>
          <p:cNvGrpSpPr/>
          <p:nvPr/>
        </p:nvGrpSpPr>
        <p:grpSpPr>
          <a:xfrm>
            <a:off x="6195998" y="1802102"/>
            <a:ext cx="368308" cy="338746"/>
            <a:chOff x="6195998" y="1983102"/>
            <a:chExt cx="368308" cy="338746"/>
          </a:xfrm>
        </p:grpSpPr>
        <p:sp>
          <p:nvSpPr>
            <p:cNvPr id="11411" name="Google Shape;11411;p7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79"/>
          <p:cNvGrpSpPr/>
          <p:nvPr/>
        </p:nvGrpSpPr>
        <p:grpSpPr>
          <a:xfrm>
            <a:off x="7542031" y="1830835"/>
            <a:ext cx="369072" cy="280037"/>
            <a:chOff x="7542031" y="2011835"/>
            <a:chExt cx="369072" cy="280037"/>
          </a:xfrm>
        </p:grpSpPr>
        <p:sp>
          <p:nvSpPr>
            <p:cNvPr id="11415" name="Google Shape;11415;p7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9"/>
          <p:cNvGrpSpPr/>
          <p:nvPr/>
        </p:nvGrpSpPr>
        <p:grpSpPr>
          <a:xfrm>
            <a:off x="8010427" y="3167503"/>
            <a:ext cx="278795" cy="351615"/>
            <a:chOff x="8010427" y="3348503"/>
            <a:chExt cx="278795" cy="351615"/>
          </a:xfrm>
        </p:grpSpPr>
        <p:sp>
          <p:nvSpPr>
            <p:cNvPr id="11425" name="Google Shape;11425;p7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79"/>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0" name="Google Shape;11430;p79"/>
          <p:cNvGrpSpPr/>
          <p:nvPr/>
        </p:nvGrpSpPr>
        <p:grpSpPr>
          <a:xfrm>
            <a:off x="7141900" y="3168204"/>
            <a:ext cx="281057" cy="351010"/>
            <a:chOff x="7141900" y="3349204"/>
            <a:chExt cx="281057" cy="351010"/>
          </a:xfrm>
        </p:grpSpPr>
        <p:sp>
          <p:nvSpPr>
            <p:cNvPr id="11431" name="Google Shape;11431;p7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79"/>
          <p:cNvGrpSpPr/>
          <p:nvPr/>
        </p:nvGrpSpPr>
        <p:grpSpPr>
          <a:xfrm>
            <a:off x="5314188" y="3169032"/>
            <a:ext cx="363752" cy="353113"/>
            <a:chOff x="5314188" y="3350032"/>
            <a:chExt cx="363752" cy="353113"/>
          </a:xfrm>
        </p:grpSpPr>
        <p:sp>
          <p:nvSpPr>
            <p:cNvPr id="11435" name="Google Shape;11435;p7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79"/>
          <p:cNvGrpSpPr/>
          <p:nvPr/>
        </p:nvGrpSpPr>
        <p:grpSpPr>
          <a:xfrm>
            <a:off x="5829984" y="3169032"/>
            <a:ext cx="220755" cy="352348"/>
            <a:chOff x="5829984" y="3350032"/>
            <a:chExt cx="220755" cy="352348"/>
          </a:xfrm>
        </p:grpSpPr>
        <p:sp>
          <p:nvSpPr>
            <p:cNvPr id="11438" name="Google Shape;11438;p7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79"/>
          <p:cNvGrpSpPr/>
          <p:nvPr/>
        </p:nvGrpSpPr>
        <p:grpSpPr>
          <a:xfrm>
            <a:off x="4882170" y="3168841"/>
            <a:ext cx="358464" cy="352316"/>
            <a:chOff x="4882170" y="3349841"/>
            <a:chExt cx="358464" cy="352316"/>
          </a:xfrm>
        </p:grpSpPr>
        <p:sp>
          <p:nvSpPr>
            <p:cNvPr id="11443" name="Google Shape;11443;p7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5" name="Google Shape;11445;p79"/>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9"/>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7" name="Google Shape;11447;p79"/>
          <p:cNvGrpSpPr/>
          <p:nvPr/>
        </p:nvGrpSpPr>
        <p:grpSpPr>
          <a:xfrm>
            <a:off x="3044965" y="2254220"/>
            <a:ext cx="400194" cy="324316"/>
            <a:chOff x="3044965" y="2435220"/>
            <a:chExt cx="400194" cy="324316"/>
          </a:xfrm>
        </p:grpSpPr>
        <p:sp>
          <p:nvSpPr>
            <p:cNvPr id="11448" name="Google Shape;11448;p7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79"/>
          <p:cNvGrpSpPr/>
          <p:nvPr/>
        </p:nvGrpSpPr>
        <p:grpSpPr>
          <a:xfrm>
            <a:off x="6203579" y="3167981"/>
            <a:ext cx="351615" cy="350373"/>
            <a:chOff x="6203579" y="3348981"/>
            <a:chExt cx="351615" cy="350373"/>
          </a:xfrm>
        </p:grpSpPr>
        <p:sp>
          <p:nvSpPr>
            <p:cNvPr id="11452" name="Google Shape;11452;p7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79"/>
          <p:cNvGrpSpPr/>
          <p:nvPr/>
        </p:nvGrpSpPr>
        <p:grpSpPr>
          <a:xfrm>
            <a:off x="4878379" y="2292892"/>
            <a:ext cx="367161" cy="287523"/>
            <a:chOff x="4878379" y="2473892"/>
            <a:chExt cx="367161" cy="287523"/>
          </a:xfrm>
        </p:grpSpPr>
        <p:sp>
          <p:nvSpPr>
            <p:cNvPr id="11458" name="Google Shape;11458;p7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79"/>
          <p:cNvGrpSpPr/>
          <p:nvPr/>
        </p:nvGrpSpPr>
        <p:grpSpPr>
          <a:xfrm>
            <a:off x="1325719" y="2706689"/>
            <a:ext cx="290581" cy="372481"/>
            <a:chOff x="1325719" y="2887689"/>
            <a:chExt cx="290581" cy="372481"/>
          </a:xfrm>
        </p:grpSpPr>
        <p:sp>
          <p:nvSpPr>
            <p:cNvPr id="11464" name="Google Shape;11464;p7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6" name="Google Shape;11466;p79"/>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7" name="Google Shape;11467;p79"/>
          <p:cNvGrpSpPr/>
          <p:nvPr/>
        </p:nvGrpSpPr>
        <p:grpSpPr>
          <a:xfrm>
            <a:off x="3510335" y="2711499"/>
            <a:ext cx="360726" cy="361204"/>
            <a:chOff x="3510335" y="2892499"/>
            <a:chExt cx="360726" cy="361204"/>
          </a:xfrm>
        </p:grpSpPr>
        <p:sp>
          <p:nvSpPr>
            <p:cNvPr id="11468" name="Google Shape;11468;p7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79"/>
          <p:cNvGrpSpPr/>
          <p:nvPr/>
        </p:nvGrpSpPr>
        <p:grpSpPr>
          <a:xfrm>
            <a:off x="3086313" y="2696049"/>
            <a:ext cx="320143" cy="392581"/>
            <a:chOff x="3086313" y="2877049"/>
            <a:chExt cx="320143" cy="392581"/>
          </a:xfrm>
        </p:grpSpPr>
        <p:sp>
          <p:nvSpPr>
            <p:cNvPr id="11474" name="Google Shape;11474;p7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6" name="Google Shape;11486;p79"/>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7" name="Google Shape;11487;p79"/>
          <p:cNvGrpSpPr/>
          <p:nvPr/>
        </p:nvGrpSpPr>
        <p:grpSpPr>
          <a:xfrm>
            <a:off x="861113" y="2704746"/>
            <a:ext cx="333809" cy="373277"/>
            <a:chOff x="861113" y="2885746"/>
            <a:chExt cx="333809" cy="373277"/>
          </a:xfrm>
        </p:grpSpPr>
        <p:sp>
          <p:nvSpPr>
            <p:cNvPr id="11488" name="Google Shape;11488;p7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1" name="Google Shape;11491;p79"/>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9"/>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3" name="Google Shape;11493;p79"/>
          <p:cNvGrpSpPr/>
          <p:nvPr/>
        </p:nvGrpSpPr>
        <p:grpSpPr>
          <a:xfrm>
            <a:off x="1297654" y="1323481"/>
            <a:ext cx="349354" cy="362223"/>
            <a:chOff x="1297654" y="1504481"/>
            <a:chExt cx="349354" cy="362223"/>
          </a:xfrm>
        </p:grpSpPr>
        <p:sp>
          <p:nvSpPr>
            <p:cNvPr id="11494" name="Google Shape;11494;p7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79"/>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8" name="Google Shape;11498;p79"/>
          <p:cNvGrpSpPr/>
          <p:nvPr/>
        </p:nvGrpSpPr>
        <p:grpSpPr>
          <a:xfrm>
            <a:off x="852385" y="1329916"/>
            <a:ext cx="353145" cy="351998"/>
            <a:chOff x="852385" y="1510916"/>
            <a:chExt cx="353145" cy="351998"/>
          </a:xfrm>
        </p:grpSpPr>
        <p:sp>
          <p:nvSpPr>
            <p:cNvPr id="11499" name="Google Shape;11499;p7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79"/>
          <p:cNvGrpSpPr/>
          <p:nvPr/>
        </p:nvGrpSpPr>
        <p:grpSpPr>
          <a:xfrm>
            <a:off x="1745217" y="1334471"/>
            <a:ext cx="343269" cy="342505"/>
            <a:chOff x="1745217" y="1515471"/>
            <a:chExt cx="343269" cy="342505"/>
          </a:xfrm>
        </p:grpSpPr>
        <p:sp>
          <p:nvSpPr>
            <p:cNvPr id="11503" name="Google Shape;11503;p7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7" name="Google Shape;11507;p79"/>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8" name="Google Shape;11508;p79"/>
          <p:cNvGrpSpPr/>
          <p:nvPr/>
        </p:nvGrpSpPr>
        <p:grpSpPr>
          <a:xfrm>
            <a:off x="3042703" y="1348137"/>
            <a:ext cx="411535" cy="315587"/>
            <a:chOff x="3042703" y="1529137"/>
            <a:chExt cx="411535" cy="315587"/>
          </a:xfrm>
        </p:grpSpPr>
        <p:sp>
          <p:nvSpPr>
            <p:cNvPr id="11509" name="Google Shape;11509;p7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79"/>
          <p:cNvGrpSpPr/>
          <p:nvPr/>
        </p:nvGrpSpPr>
        <p:grpSpPr>
          <a:xfrm>
            <a:off x="2629289" y="1363682"/>
            <a:ext cx="350501" cy="284497"/>
            <a:chOff x="2629289" y="1544682"/>
            <a:chExt cx="350501" cy="284497"/>
          </a:xfrm>
        </p:grpSpPr>
        <p:sp>
          <p:nvSpPr>
            <p:cNvPr id="11520" name="Google Shape;11520;p7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79"/>
          <p:cNvGrpSpPr/>
          <p:nvPr/>
        </p:nvGrpSpPr>
        <p:grpSpPr>
          <a:xfrm>
            <a:off x="5305077" y="1321633"/>
            <a:ext cx="367893" cy="365218"/>
            <a:chOff x="5305077" y="1502633"/>
            <a:chExt cx="367893" cy="365218"/>
          </a:xfrm>
        </p:grpSpPr>
        <p:sp>
          <p:nvSpPr>
            <p:cNvPr id="11526" name="Google Shape;11526;p7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9"/>
          <p:cNvGrpSpPr/>
          <p:nvPr/>
        </p:nvGrpSpPr>
        <p:grpSpPr>
          <a:xfrm>
            <a:off x="7100170" y="1319117"/>
            <a:ext cx="368308" cy="367033"/>
            <a:chOff x="7100170" y="1500117"/>
            <a:chExt cx="368308" cy="367033"/>
          </a:xfrm>
        </p:grpSpPr>
        <p:sp>
          <p:nvSpPr>
            <p:cNvPr id="11529" name="Google Shape;11529;p7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2" name="Google Shape;11542;p79"/>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3" name="Google Shape;11543;p79"/>
          <p:cNvGrpSpPr/>
          <p:nvPr/>
        </p:nvGrpSpPr>
        <p:grpSpPr>
          <a:xfrm>
            <a:off x="6649231" y="1319021"/>
            <a:ext cx="390287" cy="367065"/>
            <a:chOff x="6649231" y="1500021"/>
            <a:chExt cx="390287" cy="367065"/>
          </a:xfrm>
        </p:grpSpPr>
        <p:sp>
          <p:nvSpPr>
            <p:cNvPr id="11544" name="Google Shape;11544;p7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79"/>
          <p:cNvGrpSpPr/>
          <p:nvPr/>
        </p:nvGrpSpPr>
        <p:grpSpPr>
          <a:xfrm>
            <a:off x="5746938" y="1362503"/>
            <a:ext cx="387261" cy="280356"/>
            <a:chOff x="5746938" y="1543503"/>
            <a:chExt cx="387261" cy="280356"/>
          </a:xfrm>
        </p:grpSpPr>
        <p:sp>
          <p:nvSpPr>
            <p:cNvPr id="11557" name="Google Shape;11557;p7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79"/>
          <p:cNvGrpSpPr/>
          <p:nvPr/>
        </p:nvGrpSpPr>
        <p:grpSpPr>
          <a:xfrm>
            <a:off x="6196730" y="1344346"/>
            <a:ext cx="369072" cy="317467"/>
            <a:chOff x="6196730" y="1525346"/>
            <a:chExt cx="369072" cy="317467"/>
          </a:xfrm>
        </p:grpSpPr>
        <p:sp>
          <p:nvSpPr>
            <p:cNvPr id="11560" name="Google Shape;11560;p7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79"/>
          <p:cNvGrpSpPr/>
          <p:nvPr/>
        </p:nvGrpSpPr>
        <p:grpSpPr>
          <a:xfrm>
            <a:off x="4940592" y="1319690"/>
            <a:ext cx="246558" cy="367161"/>
            <a:chOff x="4940592" y="1500690"/>
            <a:chExt cx="246558" cy="367161"/>
          </a:xfrm>
        </p:grpSpPr>
        <p:sp>
          <p:nvSpPr>
            <p:cNvPr id="11564" name="Google Shape;11564;p7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79"/>
          <p:cNvGrpSpPr/>
          <p:nvPr/>
        </p:nvGrpSpPr>
        <p:grpSpPr>
          <a:xfrm>
            <a:off x="7964906" y="1318894"/>
            <a:ext cx="380858" cy="367575"/>
            <a:chOff x="7964906" y="1499894"/>
            <a:chExt cx="380858" cy="367575"/>
          </a:xfrm>
        </p:grpSpPr>
        <p:sp>
          <p:nvSpPr>
            <p:cNvPr id="11569" name="Google Shape;11569;p7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2" name="Google Shape;11572;p79"/>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79"/>
          <p:cNvGrpSpPr/>
          <p:nvPr/>
        </p:nvGrpSpPr>
        <p:grpSpPr>
          <a:xfrm>
            <a:off x="8007400" y="2721278"/>
            <a:ext cx="285230" cy="355597"/>
            <a:chOff x="8007400" y="2902278"/>
            <a:chExt cx="285230" cy="355597"/>
          </a:xfrm>
        </p:grpSpPr>
        <p:sp>
          <p:nvSpPr>
            <p:cNvPr id="11574" name="Google Shape;11574;p7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79"/>
          <p:cNvGrpSpPr/>
          <p:nvPr/>
        </p:nvGrpSpPr>
        <p:grpSpPr>
          <a:xfrm>
            <a:off x="6219124" y="2721788"/>
            <a:ext cx="318231" cy="355470"/>
            <a:chOff x="6219124" y="2902788"/>
            <a:chExt cx="318231" cy="355470"/>
          </a:xfrm>
        </p:grpSpPr>
        <p:sp>
          <p:nvSpPr>
            <p:cNvPr id="11577" name="Google Shape;11577;p7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79"/>
          <p:cNvGrpSpPr/>
          <p:nvPr/>
        </p:nvGrpSpPr>
        <p:grpSpPr>
          <a:xfrm>
            <a:off x="4969421" y="2721852"/>
            <a:ext cx="185109" cy="355406"/>
            <a:chOff x="4969421" y="2902852"/>
            <a:chExt cx="185109" cy="355406"/>
          </a:xfrm>
        </p:grpSpPr>
        <p:sp>
          <p:nvSpPr>
            <p:cNvPr id="11581" name="Google Shape;11581;p7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7" name="Google Shape;11587;p79"/>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9"/>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9" name="Google Shape;11589;p79"/>
          <p:cNvGrpSpPr/>
          <p:nvPr/>
        </p:nvGrpSpPr>
        <p:grpSpPr>
          <a:xfrm>
            <a:off x="6685259" y="2721852"/>
            <a:ext cx="311414" cy="355406"/>
            <a:chOff x="6685259" y="2902852"/>
            <a:chExt cx="311414" cy="355406"/>
          </a:xfrm>
        </p:grpSpPr>
        <p:sp>
          <p:nvSpPr>
            <p:cNvPr id="11590" name="Google Shape;11590;p7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9"/>
          <p:cNvGrpSpPr/>
          <p:nvPr/>
        </p:nvGrpSpPr>
        <p:grpSpPr>
          <a:xfrm>
            <a:off x="5309250" y="2722170"/>
            <a:ext cx="359579" cy="355852"/>
            <a:chOff x="5309250" y="2903170"/>
            <a:chExt cx="359579" cy="355852"/>
          </a:xfrm>
        </p:grpSpPr>
        <p:sp>
          <p:nvSpPr>
            <p:cNvPr id="11594" name="Google Shape;11594;p7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79"/>
          <p:cNvGrpSpPr/>
          <p:nvPr/>
        </p:nvGrpSpPr>
        <p:grpSpPr>
          <a:xfrm>
            <a:off x="2199565" y="2240172"/>
            <a:ext cx="312179" cy="353431"/>
            <a:chOff x="2199565" y="2421172"/>
            <a:chExt cx="312179" cy="353431"/>
          </a:xfrm>
        </p:grpSpPr>
        <p:sp>
          <p:nvSpPr>
            <p:cNvPr id="11598" name="Google Shape;11598;p7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9"/>
          <p:cNvGrpSpPr/>
          <p:nvPr/>
        </p:nvGrpSpPr>
        <p:grpSpPr>
          <a:xfrm>
            <a:off x="1750887" y="2244727"/>
            <a:ext cx="320143" cy="343269"/>
            <a:chOff x="1750887" y="2425727"/>
            <a:chExt cx="320143" cy="343269"/>
          </a:xfrm>
        </p:grpSpPr>
        <p:sp>
          <p:nvSpPr>
            <p:cNvPr id="11601" name="Google Shape;11601;p7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79"/>
          <p:cNvGrpSpPr/>
          <p:nvPr/>
        </p:nvGrpSpPr>
        <p:grpSpPr>
          <a:xfrm>
            <a:off x="1298037" y="2244727"/>
            <a:ext cx="338364" cy="342887"/>
            <a:chOff x="1298037" y="2425727"/>
            <a:chExt cx="338364" cy="342887"/>
          </a:xfrm>
        </p:grpSpPr>
        <p:sp>
          <p:nvSpPr>
            <p:cNvPr id="11604" name="Google Shape;11604;p7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8" name="Google Shape;11608;p79"/>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9" name="Google Shape;11609;p79"/>
          <p:cNvGrpSpPr/>
          <p:nvPr/>
        </p:nvGrpSpPr>
        <p:grpSpPr>
          <a:xfrm>
            <a:off x="3974207" y="2248009"/>
            <a:ext cx="320143" cy="338491"/>
            <a:chOff x="3974207" y="2429009"/>
            <a:chExt cx="320143" cy="338491"/>
          </a:xfrm>
        </p:grpSpPr>
        <p:sp>
          <p:nvSpPr>
            <p:cNvPr id="11610" name="Google Shape;11610;p7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79"/>
          <p:cNvGrpSpPr/>
          <p:nvPr/>
        </p:nvGrpSpPr>
        <p:grpSpPr>
          <a:xfrm>
            <a:off x="2623237" y="2250047"/>
            <a:ext cx="355024" cy="332630"/>
            <a:chOff x="2623237" y="2431047"/>
            <a:chExt cx="355024" cy="332630"/>
          </a:xfrm>
        </p:grpSpPr>
        <p:sp>
          <p:nvSpPr>
            <p:cNvPr id="11613" name="Google Shape;11613;p7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79"/>
          <p:cNvGrpSpPr/>
          <p:nvPr/>
        </p:nvGrpSpPr>
        <p:grpSpPr>
          <a:xfrm>
            <a:off x="6657194" y="2253073"/>
            <a:ext cx="375507" cy="367925"/>
            <a:chOff x="6657194" y="2434073"/>
            <a:chExt cx="375507" cy="367925"/>
          </a:xfrm>
        </p:grpSpPr>
        <p:sp>
          <p:nvSpPr>
            <p:cNvPr id="11618" name="Google Shape;11618;p7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79"/>
          <p:cNvGrpSpPr/>
          <p:nvPr/>
        </p:nvGrpSpPr>
        <p:grpSpPr>
          <a:xfrm>
            <a:off x="7101317" y="2260655"/>
            <a:ext cx="367925" cy="352380"/>
            <a:chOff x="7101317" y="2441655"/>
            <a:chExt cx="367925" cy="352380"/>
          </a:xfrm>
        </p:grpSpPr>
        <p:sp>
          <p:nvSpPr>
            <p:cNvPr id="11622" name="Google Shape;11622;p7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79"/>
          <p:cNvGrpSpPr/>
          <p:nvPr/>
        </p:nvGrpSpPr>
        <p:grpSpPr>
          <a:xfrm>
            <a:off x="5756399" y="2253456"/>
            <a:ext cx="367925" cy="367161"/>
            <a:chOff x="5756399" y="2434456"/>
            <a:chExt cx="367925" cy="367161"/>
          </a:xfrm>
        </p:grpSpPr>
        <p:sp>
          <p:nvSpPr>
            <p:cNvPr id="11625" name="Google Shape;11625;p7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2" name="Google Shape;11632;p79"/>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9"/>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4" name="Google Shape;11634;p79"/>
          <p:cNvGrpSpPr/>
          <p:nvPr/>
        </p:nvGrpSpPr>
        <p:grpSpPr>
          <a:xfrm>
            <a:off x="7964906" y="2253073"/>
            <a:ext cx="373627" cy="367925"/>
            <a:chOff x="7964906" y="2434073"/>
            <a:chExt cx="373627" cy="367925"/>
          </a:xfrm>
        </p:grpSpPr>
        <p:sp>
          <p:nvSpPr>
            <p:cNvPr id="11635" name="Google Shape;11635;p7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9"/>
          <p:cNvGrpSpPr/>
          <p:nvPr/>
        </p:nvGrpSpPr>
        <p:grpSpPr>
          <a:xfrm>
            <a:off x="6194086" y="2256737"/>
            <a:ext cx="369837" cy="360471"/>
            <a:chOff x="6194086" y="2437737"/>
            <a:chExt cx="369837" cy="360471"/>
          </a:xfrm>
        </p:grpSpPr>
        <p:sp>
          <p:nvSpPr>
            <p:cNvPr id="11638" name="Google Shape;11638;p7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0" name="Google Shape;11640;p79"/>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641" name="Google Shape;11641;p79"/>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45" name="Shape 11645"/>
        <p:cNvGrpSpPr/>
        <p:nvPr/>
      </p:nvGrpSpPr>
      <p:grpSpPr>
        <a:xfrm>
          <a:off x="0" y="0"/>
          <a:ext cx="0" cy="0"/>
          <a:chOff x="0" y="0"/>
          <a:chExt cx="0" cy="0"/>
        </a:xfrm>
      </p:grpSpPr>
      <p:grpSp>
        <p:nvGrpSpPr>
          <p:cNvPr id="11646" name="Google Shape;11646;p80"/>
          <p:cNvGrpSpPr/>
          <p:nvPr/>
        </p:nvGrpSpPr>
        <p:grpSpPr>
          <a:xfrm>
            <a:off x="3122257" y="1334344"/>
            <a:ext cx="294850" cy="349434"/>
            <a:chOff x="3122257" y="1508594"/>
            <a:chExt cx="294850" cy="349434"/>
          </a:xfrm>
        </p:grpSpPr>
        <p:sp>
          <p:nvSpPr>
            <p:cNvPr id="11647" name="Google Shape;11647;p8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80"/>
          <p:cNvGrpSpPr/>
          <p:nvPr/>
        </p:nvGrpSpPr>
        <p:grpSpPr>
          <a:xfrm>
            <a:off x="910723" y="1333962"/>
            <a:ext cx="251660" cy="350166"/>
            <a:chOff x="910723" y="1508212"/>
            <a:chExt cx="251660" cy="350166"/>
          </a:xfrm>
        </p:grpSpPr>
        <p:sp>
          <p:nvSpPr>
            <p:cNvPr id="11653" name="Google Shape;11653;p8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80"/>
          <p:cNvGrpSpPr/>
          <p:nvPr/>
        </p:nvGrpSpPr>
        <p:grpSpPr>
          <a:xfrm>
            <a:off x="1308631" y="1333580"/>
            <a:ext cx="350166" cy="350198"/>
            <a:chOff x="1308631" y="1507830"/>
            <a:chExt cx="350166" cy="350198"/>
          </a:xfrm>
        </p:grpSpPr>
        <p:sp>
          <p:nvSpPr>
            <p:cNvPr id="11671" name="Google Shape;11671;p8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80"/>
          <p:cNvGrpSpPr/>
          <p:nvPr/>
        </p:nvGrpSpPr>
        <p:grpSpPr>
          <a:xfrm>
            <a:off x="1756921" y="1335489"/>
            <a:ext cx="345997" cy="345997"/>
            <a:chOff x="1756921" y="1509739"/>
            <a:chExt cx="345997" cy="345997"/>
          </a:xfrm>
        </p:grpSpPr>
        <p:sp>
          <p:nvSpPr>
            <p:cNvPr id="11676" name="Google Shape;11676;p8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80"/>
          <p:cNvGrpSpPr/>
          <p:nvPr/>
        </p:nvGrpSpPr>
        <p:grpSpPr>
          <a:xfrm>
            <a:off x="2216956" y="1336253"/>
            <a:ext cx="318721" cy="345615"/>
            <a:chOff x="2216956" y="1510503"/>
            <a:chExt cx="318721" cy="345615"/>
          </a:xfrm>
        </p:grpSpPr>
        <p:sp>
          <p:nvSpPr>
            <p:cNvPr id="11694" name="Google Shape;11694;p8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80"/>
          <p:cNvGrpSpPr/>
          <p:nvPr/>
        </p:nvGrpSpPr>
        <p:grpSpPr>
          <a:xfrm>
            <a:off x="3988156" y="1394211"/>
            <a:ext cx="349052" cy="230049"/>
            <a:chOff x="3988156" y="1568461"/>
            <a:chExt cx="349052" cy="230049"/>
          </a:xfrm>
        </p:grpSpPr>
        <p:sp>
          <p:nvSpPr>
            <p:cNvPr id="11700" name="Google Shape;11700;p8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80"/>
          <p:cNvGrpSpPr/>
          <p:nvPr/>
        </p:nvGrpSpPr>
        <p:grpSpPr>
          <a:xfrm>
            <a:off x="2633037" y="1325623"/>
            <a:ext cx="379002" cy="366112"/>
            <a:chOff x="2633037" y="1499873"/>
            <a:chExt cx="379002" cy="366112"/>
          </a:xfrm>
        </p:grpSpPr>
        <p:sp>
          <p:nvSpPr>
            <p:cNvPr id="11708" name="Google Shape;11708;p8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80"/>
          <p:cNvGrpSpPr/>
          <p:nvPr/>
        </p:nvGrpSpPr>
        <p:grpSpPr>
          <a:xfrm>
            <a:off x="6675256" y="1341919"/>
            <a:ext cx="327823" cy="357009"/>
            <a:chOff x="6675256" y="1516169"/>
            <a:chExt cx="327823" cy="357009"/>
          </a:xfrm>
        </p:grpSpPr>
        <p:sp>
          <p:nvSpPr>
            <p:cNvPr id="11715" name="Google Shape;11715;p8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0"/>
          <p:cNvGrpSpPr/>
          <p:nvPr/>
        </p:nvGrpSpPr>
        <p:grpSpPr>
          <a:xfrm>
            <a:off x="8020159" y="1342301"/>
            <a:ext cx="300897" cy="356627"/>
            <a:chOff x="8020159" y="1516551"/>
            <a:chExt cx="300897" cy="356627"/>
          </a:xfrm>
        </p:grpSpPr>
        <p:sp>
          <p:nvSpPr>
            <p:cNvPr id="11725" name="Google Shape;11725;p8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0"/>
          <p:cNvGrpSpPr/>
          <p:nvPr/>
        </p:nvGrpSpPr>
        <p:grpSpPr>
          <a:xfrm>
            <a:off x="5377363" y="1341919"/>
            <a:ext cx="257357" cy="356627"/>
            <a:chOff x="5377363" y="1516169"/>
            <a:chExt cx="257357" cy="356627"/>
          </a:xfrm>
        </p:grpSpPr>
        <p:sp>
          <p:nvSpPr>
            <p:cNvPr id="11731" name="Google Shape;11731;p8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80"/>
          <p:cNvGrpSpPr/>
          <p:nvPr/>
        </p:nvGrpSpPr>
        <p:grpSpPr>
          <a:xfrm>
            <a:off x="4880567" y="1361620"/>
            <a:ext cx="356245" cy="317607"/>
            <a:chOff x="4880567" y="1535870"/>
            <a:chExt cx="356245" cy="317607"/>
          </a:xfrm>
        </p:grpSpPr>
        <p:sp>
          <p:nvSpPr>
            <p:cNvPr id="11749" name="Google Shape;11749;p8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80"/>
          <p:cNvGrpSpPr/>
          <p:nvPr/>
        </p:nvGrpSpPr>
        <p:grpSpPr>
          <a:xfrm>
            <a:off x="5771483" y="1341537"/>
            <a:ext cx="357359" cy="357391"/>
            <a:chOff x="5771483" y="1515787"/>
            <a:chExt cx="357359" cy="357391"/>
          </a:xfrm>
        </p:grpSpPr>
        <p:sp>
          <p:nvSpPr>
            <p:cNvPr id="11755" name="Google Shape;11755;p8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80"/>
          <p:cNvGrpSpPr/>
          <p:nvPr/>
        </p:nvGrpSpPr>
        <p:grpSpPr>
          <a:xfrm>
            <a:off x="7121669" y="1359360"/>
            <a:ext cx="321362" cy="321362"/>
            <a:chOff x="7121669" y="1533610"/>
            <a:chExt cx="321362" cy="321362"/>
          </a:xfrm>
        </p:grpSpPr>
        <p:sp>
          <p:nvSpPr>
            <p:cNvPr id="11760" name="Google Shape;11760;p8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80"/>
          <p:cNvGrpSpPr/>
          <p:nvPr/>
        </p:nvGrpSpPr>
        <p:grpSpPr>
          <a:xfrm>
            <a:off x="7562766" y="1340614"/>
            <a:ext cx="327059" cy="360192"/>
            <a:chOff x="7562766" y="1514864"/>
            <a:chExt cx="327059" cy="360192"/>
          </a:xfrm>
        </p:grpSpPr>
        <p:sp>
          <p:nvSpPr>
            <p:cNvPr id="11765" name="Google Shape;11765;p8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80"/>
          <p:cNvGrpSpPr/>
          <p:nvPr/>
        </p:nvGrpSpPr>
        <p:grpSpPr>
          <a:xfrm>
            <a:off x="6221229" y="1324423"/>
            <a:ext cx="361636" cy="362183"/>
            <a:chOff x="6259175" y="1559008"/>
            <a:chExt cx="271743" cy="272093"/>
          </a:xfrm>
        </p:grpSpPr>
        <p:sp>
          <p:nvSpPr>
            <p:cNvPr id="11770" name="Google Shape;11770;p8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80"/>
          <p:cNvGrpSpPr/>
          <p:nvPr/>
        </p:nvGrpSpPr>
        <p:grpSpPr>
          <a:xfrm>
            <a:off x="6671087" y="1835054"/>
            <a:ext cx="332757" cy="281833"/>
            <a:chOff x="6671087" y="2009304"/>
            <a:chExt cx="332757" cy="281833"/>
          </a:xfrm>
        </p:grpSpPr>
        <p:sp>
          <p:nvSpPr>
            <p:cNvPr id="11788" name="Google Shape;11788;p8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0" name="Google Shape;11790;p80"/>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1" name="Google Shape;11791;p80"/>
          <p:cNvGrpSpPr/>
          <p:nvPr/>
        </p:nvGrpSpPr>
        <p:grpSpPr>
          <a:xfrm>
            <a:off x="2201806" y="1802335"/>
            <a:ext cx="349784" cy="349434"/>
            <a:chOff x="2201806" y="1976585"/>
            <a:chExt cx="349784" cy="349434"/>
          </a:xfrm>
        </p:grpSpPr>
        <p:sp>
          <p:nvSpPr>
            <p:cNvPr id="11792" name="Google Shape;11792;p8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80"/>
          <p:cNvGrpSpPr/>
          <p:nvPr/>
        </p:nvGrpSpPr>
        <p:grpSpPr>
          <a:xfrm>
            <a:off x="3094217" y="1802335"/>
            <a:ext cx="350198" cy="350548"/>
            <a:chOff x="3094217" y="1976585"/>
            <a:chExt cx="350198" cy="350548"/>
          </a:xfrm>
        </p:grpSpPr>
        <p:sp>
          <p:nvSpPr>
            <p:cNvPr id="11797" name="Google Shape;11797;p8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0" name="Google Shape;11810;p80"/>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1" name="Google Shape;11811;p80"/>
          <p:cNvGrpSpPr/>
          <p:nvPr/>
        </p:nvGrpSpPr>
        <p:grpSpPr>
          <a:xfrm>
            <a:off x="3979435" y="1802335"/>
            <a:ext cx="345265" cy="349848"/>
            <a:chOff x="3979435" y="1976585"/>
            <a:chExt cx="345265" cy="349848"/>
          </a:xfrm>
        </p:grpSpPr>
        <p:sp>
          <p:nvSpPr>
            <p:cNvPr id="11812" name="Google Shape;11812;p8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80"/>
          <p:cNvGrpSpPr/>
          <p:nvPr/>
        </p:nvGrpSpPr>
        <p:grpSpPr>
          <a:xfrm>
            <a:off x="3541011" y="1334344"/>
            <a:ext cx="350166" cy="349434"/>
            <a:chOff x="3541011" y="1508594"/>
            <a:chExt cx="350166" cy="349434"/>
          </a:xfrm>
        </p:grpSpPr>
        <p:sp>
          <p:nvSpPr>
            <p:cNvPr id="11830" name="Google Shape;11830;p8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0"/>
          <p:cNvGrpSpPr/>
          <p:nvPr/>
        </p:nvGrpSpPr>
        <p:grpSpPr>
          <a:xfrm>
            <a:off x="3576626" y="1801571"/>
            <a:ext cx="284251" cy="351694"/>
            <a:chOff x="3576626" y="1975821"/>
            <a:chExt cx="284251" cy="351694"/>
          </a:xfrm>
        </p:grpSpPr>
        <p:sp>
          <p:nvSpPr>
            <p:cNvPr id="11844" name="Google Shape;11844;p8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80"/>
          <p:cNvGrpSpPr/>
          <p:nvPr/>
        </p:nvGrpSpPr>
        <p:grpSpPr>
          <a:xfrm>
            <a:off x="2722090" y="2715912"/>
            <a:ext cx="238770" cy="371841"/>
            <a:chOff x="2722090" y="2890162"/>
            <a:chExt cx="238770" cy="371841"/>
          </a:xfrm>
        </p:grpSpPr>
        <p:sp>
          <p:nvSpPr>
            <p:cNvPr id="11848" name="Google Shape;11848;p8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1" name="Google Shape;11851;p80"/>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2" name="Google Shape;11852;p80"/>
          <p:cNvGrpSpPr/>
          <p:nvPr/>
        </p:nvGrpSpPr>
        <p:grpSpPr>
          <a:xfrm>
            <a:off x="6216367" y="1795906"/>
            <a:ext cx="361147" cy="361147"/>
            <a:chOff x="6216367" y="1970156"/>
            <a:chExt cx="361147" cy="361147"/>
          </a:xfrm>
        </p:grpSpPr>
        <p:sp>
          <p:nvSpPr>
            <p:cNvPr id="11853" name="Google Shape;11853;p8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80"/>
          <p:cNvGrpSpPr/>
          <p:nvPr/>
        </p:nvGrpSpPr>
        <p:grpSpPr>
          <a:xfrm>
            <a:off x="1289311" y="2751972"/>
            <a:ext cx="408156" cy="299783"/>
            <a:chOff x="1289311" y="2926222"/>
            <a:chExt cx="408156" cy="299783"/>
          </a:xfrm>
        </p:grpSpPr>
        <p:sp>
          <p:nvSpPr>
            <p:cNvPr id="11858" name="Google Shape;11858;p8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80"/>
          <p:cNvGrpSpPr/>
          <p:nvPr/>
        </p:nvGrpSpPr>
        <p:grpSpPr>
          <a:xfrm>
            <a:off x="7978465" y="1795142"/>
            <a:ext cx="361147" cy="360797"/>
            <a:chOff x="7978465" y="1969392"/>
            <a:chExt cx="361147" cy="360797"/>
          </a:xfrm>
        </p:grpSpPr>
        <p:sp>
          <p:nvSpPr>
            <p:cNvPr id="11861" name="Google Shape;11861;p8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80"/>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1" name="Google Shape;11871;p80"/>
          <p:cNvGrpSpPr/>
          <p:nvPr/>
        </p:nvGrpSpPr>
        <p:grpSpPr>
          <a:xfrm>
            <a:off x="854261" y="2734563"/>
            <a:ext cx="377474" cy="335748"/>
            <a:chOff x="854261" y="2908813"/>
            <a:chExt cx="377474" cy="335748"/>
          </a:xfrm>
        </p:grpSpPr>
        <p:sp>
          <p:nvSpPr>
            <p:cNvPr id="11872" name="Google Shape;11872;p8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80"/>
          <p:cNvGrpSpPr/>
          <p:nvPr/>
        </p:nvGrpSpPr>
        <p:grpSpPr>
          <a:xfrm>
            <a:off x="1749728" y="2720527"/>
            <a:ext cx="386927" cy="363438"/>
            <a:chOff x="1749728" y="2894777"/>
            <a:chExt cx="386927" cy="363438"/>
          </a:xfrm>
        </p:grpSpPr>
        <p:sp>
          <p:nvSpPr>
            <p:cNvPr id="11878" name="Google Shape;11878;p8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80"/>
          <p:cNvGrpSpPr/>
          <p:nvPr/>
        </p:nvGrpSpPr>
        <p:grpSpPr>
          <a:xfrm>
            <a:off x="7098912" y="1795142"/>
            <a:ext cx="359651" cy="361560"/>
            <a:chOff x="7098912" y="1969392"/>
            <a:chExt cx="359651" cy="361560"/>
          </a:xfrm>
        </p:grpSpPr>
        <p:sp>
          <p:nvSpPr>
            <p:cNvPr id="11886" name="Google Shape;11886;p8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9" name="Google Shape;11899;p80"/>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0" name="Google Shape;11900;p80"/>
          <p:cNvGrpSpPr/>
          <p:nvPr/>
        </p:nvGrpSpPr>
        <p:grpSpPr>
          <a:xfrm>
            <a:off x="5352728" y="1815989"/>
            <a:ext cx="327091" cy="322508"/>
            <a:chOff x="5352728" y="1990239"/>
            <a:chExt cx="327091" cy="322508"/>
          </a:xfrm>
        </p:grpSpPr>
        <p:sp>
          <p:nvSpPr>
            <p:cNvPr id="11901" name="Google Shape;11901;p8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80"/>
          <p:cNvGrpSpPr/>
          <p:nvPr/>
        </p:nvGrpSpPr>
        <p:grpSpPr>
          <a:xfrm>
            <a:off x="7538896" y="1795906"/>
            <a:ext cx="361147" cy="361529"/>
            <a:chOff x="7538896" y="1970156"/>
            <a:chExt cx="361147" cy="361529"/>
          </a:xfrm>
        </p:grpSpPr>
        <p:sp>
          <p:nvSpPr>
            <p:cNvPr id="11905" name="Google Shape;11905;p8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80"/>
          <p:cNvGrpSpPr/>
          <p:nvPr/>
        </p:nvGrpSpPr>
        <p:grpSpPr>
          <a:xfrm>
            <a:off x="4896099" y="1796670"/>
            <a:ext cx="358155" cy="358123"/>
            <a:chOff x="4896099" y="1970920"/>
            <a:chExt cx="358155" cy="358123"/>
          </a:xfrm>
        </p:grpSpPr>
        <p:sp>
          <p:nvSpPr>
            <p:cNvPr id="11912" name="Google Shape;11912;p8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80"/>
          <p:cNvGrpSpPr/>
          <p:nvPr/>
        </p:nvGrpSpPr>
        <p:grpSpPr>
          <a:xfrm>
            <a:off x="4048787" y="2802769"/>
            <a:ext cx="283488" cy="198604"/>
            <a:chOff x="4048787" y="2977019"/>
            <a:chExt cx="283488" cy="198604"/>
          </a:xfrm>
        </p:grpSpPr>
        <p:sp>
          <p:nvSpPr>
            <p:cNvPr id="11916" name="Google Shape;11916;p8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80"/>
          <p:cNvGrpSpPr/>
          <p:nvPr/>
        </p:nvGrpSpPr>
        <p:grpSpPr>
          <a:xfrm>
            <a:off x="4054103" y="2255941"/>
            <a:ext cx="218687" cy="349052"/>
            <a:chOff x="4054103" y="2430191"/>
            <a:chExt cx="218687" cy="349052"/>
          </a:xfrm>
        </p:grpSpPr>
        <p:sp>
          <p:nvSpPr>
            <p:cNvPr id="11923" name="Google Shape;11923;p8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80"/>
          <p:cNvGrpSpPr/>
          <p:nvPr/>
        </p:nvGrpSpPr>
        <p:grpSpPr>
          <a:xfrm>
            <a:off x="2185128" y="2253299"/>
            <a:ext cx="382758" cy="356595"/>
            <a:chOff x="2185128" y="2427549"/>
            <a:chExt cx="382758" cy="356595"/>
          </a:xfrm>
        </p:grpSpPr>
        <p:sp>
          <p:nvSpPr>
            <p:cNvPr id="11926" name="Google Shape;11926;p8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80"/>
          <p:cNvGrpSpPr/>
          <p:nvPr/>
        </p:nvGrpSpPr>
        <p:grpSpPr>
          <a:xfrm>
            <a:off x="2656907" y="2265043"/>
            <a:ext cx="332757" cy="332343"/>
            <a:chOff x="2656907" y="2439293"/>
            <a:chExt cx="332757" cy="332343"/>
          </a:xfrm>
        </p:grpSpPr>
        <p:sp>
          <p:nvSpPr>
            <p:cNvPr id="11931" name="Google Shape;11931;p8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80"/>
          <p:cNvGrpSpPr/>
          <p:nvPr/>
        </p:nvGrpSpPr>
        <p:grpSpPr>
          <a:xfrm>
            <a:off x="1731523" y="2248366"/>
            <a:ext cx="399435" cy="365698"/>
            <a:chOff x="1731523" y="2422616"/>
            <a:chExt cx="399435" cy="365698"/>
          </a:xfrm>
        </p:grpSpPr>
        <p:sp>
          <p:nvSpPr>
            <p:cNvPr id="11939" name="Google Shape;11939;p8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80"/>
          <p:cNvGrpSpPr/>
          <p:nvPr/>
        </p:nvGrpSpPr>
        <p:grpSpPr>
          <a:xfrm>
            <a:off x="3097241" y="2259314"/>
            <a:ext cx="344883" cy="343387"/>
            <a:chOff x="3097241" y="2433564"/>
            <a:chExt cx="344883" cy="343387"/>
          </a:xfrm>
        </p:grpSpPr>
        <p:sp>
          <p:nvSpPr>
            <p:cNvPr id="11943" name="Google Shape;11943;p8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80"/>
          <p:cNvGrpSpPr/>
          <p:nvPr/>
        </p:nvGrpSpPr>
        <p:grpSpPr>
          <a:xfrm>
            <a:off x="1278299" y="2265043"/>
            <a:ext cx="410829" cy="332343"/>
            <a:chOff x="1278299" y="2439293"/>
            <a:chExt cx="410829" cy="332343"/>
          </a:xfrm>
        </p:grpSpPr>
        <p:sp>
          <p:nvSpPr>
            <p:cNvPr id="11953" name="Google Shape;11953;p8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80"/>
          <p:cNvGrpSpPr/>
          <p:nvPr/>
        </p:nvGrpSpPr>
        <p:grpSpPr>
          <a:xfrm>
            <a:off x="2661459" y="1840751"/>
            <a:ext cx="322508" cy="273494"/>
            <a:chOff x="2661459" y="2015001"/>
            <a:chExt cx="322508" cy="273494"/>
          </a:xfrm>
        </p:grpSpPr>
        <p:sp>
          <p:nvSpPr>
            <p:cNvPr id="11962" name="Google Shape;11962;p8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80"/>
          <p:cNvGrpSpPr/>
          <p:nvPr/>
        </p:nvGrpSpPr>
        <p:grpSpPr>
          <a:xfrm>
            <a:off x="870939" y="2265043"/>
            <a:ext cx="331993" cy="331993"/>
            <a:chOff x="870939" y="2439293"/>
            <a:chExt cx="331993" cy="331993"/>
          </a:xfrm>
        </p:grpSpPr>
        <p:sp>
          <p:nvSpPr>
            <p:cNvPr id="11965" name="Google Shape;11965;p8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80"/>
          <p:cNvGrpSpPr/>
          <p:nvPr/>
        </p:nvGrpSpPr>
        <p:grpSpPr>
          <a:xfrm>
            <a:off x="6644957" y="2282103"/>
            <a:ext cx="371395" cy="278904"/>
            <a:chOff x="6644957" y="2456353"/>
            <a:chExt cx="371395" cy="278904"/>
          </a:xfrm>
        </p:grpSpPr>
        <p:sp>
          <p:nvSpPr>
            <p:cNvPr id="11982" name="Google Shape;11982;p8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80"/>
          <p:cNvGrpSpPr/>
          <p:nvPr/>
        </p:nvGrpSpPr>
        <p:grpSpPr>
          <a:xfrm>
            <a:off x="5388757" y="2240409"/>
            <a:ext cx="260349" cy="362292"/>
            <a:chOff x="5388757" y="2414659"/>
            <a:chExt cx="260349" cy="362292"/>
          </a:xfrm>
        </p:grpSpPr>
        <p:sp>
          <p:nvSpPr>
            <p:cNvPr id="11988" name="Google Shape;11988;p8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80"/>
          <p:cNvGrpSpPr/>
          <p:nvPr/>
        </p:nvGrpSpPr>
        <p:grpSpPr>
          <a:xfrm>
            <a:off x="3567142" y="2731507"/>
            <a:ext cx="348288" cy="340331"/>
            <a:chOff x="3567142" y="2905757"/>
            <a:chExt cx="348288" cy="340331"/>
          </a:xfrm>
        </p:grpSpPr>
        <p:sp>
          <p:nvSpPr>
            <p:cNvPr id="12009" name="Google Shape;12009;p8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80"/>
          <p:cNvGrpSpPr/>
          <p:nvPr/>
        </p:nvGrpSpPr>
        <p:grpSpPr>
          <a:xfrm>
            <a:off x="870939" y="1801571"/>
            <a:ext cx="332375" cy="350071"/>
            <a:chOff x="870939" y="1975821"/>
            <a:chExt cx="332375" cy="350071"/>
          </a:xfrm>
        </p:grpSpPr>
        <p:sp>
          <p:nvSpPr>
            <p:cNvPr id="12015" name="Google Shape;12015;p8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80"/>
          <p:cNvGrpSpPr/>
          <p:nvPr/>
        </p:nvGrpSpPr>
        <p:grpSpPr>
          <a:xfrm>
            <a:off x="7967103" y="2240791"/>
            <a:ext cx="355863" cy="361911"/>
            <a:chOff x="7967103" y="2415041"/>
            <a:chExt cx="355863" cy="361911"/>
          </a:xfrm>
        </p:grpSpPr>
        <p:sp>
          <p:nvSpPr>
            <p:cNvPr id="12020" name="Google Shape;12020;p8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80"/>
          <p:cNvGrpSpPr/>
          <p:nvPr/>
        </p:nvGrpSpPr>
        <p:grpSpPr>
          <a:xfrm>
            <a:off x="7529411" y="2240409"/>
            <a:ext cx="355863" cy="362292"/>
            <a:chOff x="7529411" y="2414659"/>
            <a:chExt cx="355863" cy="362292"/>
          </a:xfrm>
        </p:grpSpPr>
        <p:sp>
          <p:nvSpPr>
            <p:cNvPr id="12032" name="Google Shape;12032;p8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80"/>
          <p:cNvGrpSpPr/>
          <p:nvPr/>
        </p:nvGrpSpPr>
        <p:grpSpPr>
          <a:xfrm>
            <a:off x="5733194" y="2257468"/>
            <a:ext cx="446826" cy="327059"/>
            <a:chOff x="5733194" y="2431718"/>
            <a:chExt cx="446826" cy="327059"/>
          </a:xfrm>
        </p:grpSpPr>
        <p:sp>
          <p:nvSpPr>
            <p:cNvPr id="12045" name="Google Shape;12045;p8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0"/>
          <p:cNvGrpSpPr/>
          <p:nvPr/>
        </p:nvGrpSpPr>
        <p:grpSpPr>
          <a:xfrm>
            <a:off x="4876780" y="2243814"/>
            <a:ext cx="407774" cy="356627"/>
            <a:chOff x="4876780" y="2418064"/>
            <a:chExt cx="407774" cy="356627"/>
          </a:xfrm>
        </p:grpSpPr>
        <p:sp>
          <p:nvSpPr>
            <p:cNvPr id="12049" name="Google Shape;12049;p8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80"/>
          <p:cNvGrpSpPr/>
          <p:nvPr/>
        </p:nvGrpSpPr>
        <p:grpSpPr>
          <a:xfrm>
            <a:off x="7070872" y="2236621"/>
            <a:ext cx="398321" cy="371013"/>
            <a:chOff x="7070872" y="2410871"/>
            <a:chExt cx="398321" cy="371013"/>
          </a:xfrm>
        </p:grpSpPr>
        <p:sp>
          <p:nvSpPr>
            <p:cNvPr id="12058" name="Google Shape;12058;p8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2" name="Google Shape;12062;p80"/>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3" name="Google Shape;12063;p80"/>
          <p:cNvGrpSpPr/>
          <p:nvPr/>
        </p:nvGrpSpPr>
        <p:grpSpPr>
          <a:xfrm>
            <a:off x="5318259" y="2807861"/>
            <a:ext cx="371013" cy="220787"/>
            <a:chOff x="5318259" y="2982111"/>
            <a:chExt cx="371013" cy="220787"/>
          </a:xfrm>
        </p:grpSpPr>
        <p:sp>
          <p:nvSpPr>
            <p:cNvPr id="12064" name="Google Shape;12064;p8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80"/>
          <p:cNvGrpSpPr/>
          <p:nvPr/>
        </p:nvGrpSpPr>
        <p:grpSpPr>
          <a:xfrm>
            <a:off x="7073928" y="2731507"/>
            <a:ext cx="371395" cy="371809"/>
            <a:chOff x="7073928" y="2905757"/>
            <a:chExt cx="371395" cy="371809"/>
          </a:xfrm>
        </p:grpSpPr>
        <p:sp>
          <p:nvSpPr>
            <p:cNvPr id="12073" name="Google Shape;12073;p8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80"/>
          <p:cNvGrpSpPr/>
          <p:nvPr/>
        </p:nvGrpSpPr>
        <p:grpSpPr>
          <a:xfrm>
            <a:off x="6188327" y="2781158"/>
            <a:ext cx="371395" cy="272857"/>
            <a:chOff x="6188327" y="2955408"/>
            <a:chExt cx="371395" cy="272857"/>
          </a:xfrm>
        </p:grpSpPr>
        <p:sp>
          <p:nvSpPr>
            <p:cNvPr id="12077" name="Google Shape;12077;p8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80"/>
          <p:cNvGrpSpPr/>
          <p:nvPr/>
        </p:nvGrpSpPr>
        <p:grpSpPr>
          <a:xfrm>
            <a:off x="7521454" y="2731889"/>
            <a:ext cx="359651" cy="371013"/>
            <a:chOff x="7521454" y="2906139"/>
            <a:chExt cx="359651" cy="371013"/>
          </a:xfrm>
        </p:grpSpPr>
        <p:sp>
          <p:nvSpPr>
            <p:cNvPr id="12080" name="Google Shape;12080;p8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80"/>
          <p:cNvGrpSpPr/>
          <p:nvPr/>
        </p:nvGrpSpPr>
        <p:grpSpPr>
          <a:xfrm>
            <a:off x="5782845" y="2732271"/>
            <a:ext cx="301661" cy="371013"/>
            <a:chOff x="5782845" y="2906521"/>
            <a:chExt cx="301661" cy="371013"/>
          </a:xfrm>
        </p:grpSpPr>
        <p:sp>
          <p:nvSpPr>
            <p:cNvPr id="12086" name="Google Shape;12086;p8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80"/>
          <p:cNvGrpSpPr/>
          <p:nvPr/>
        </p:nvGrpSpPr>
        <p:grpSpPr>
          <a:xfrm>
            <a:off x="3539102" y="2253299"/>
            <a:ext cx="355099" cy="355481"/>
            <a:chOff x="3539102" y="2427549"/>
            <a:chExt cx="355099" cy="355481"/>
          </a:xfrm>
        </p:grpSpPr>
        <p:sp>
          <p:nvSpPr>
            <p:cNvPr id="12090" name="Google Shape;12090;p8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80"/>
          <p:cNvGrpSpPr/>
          <p:nvPr/>
        </p:nvGrpSpPr>
        <p:grpSpPr>
          <a:xfrm>
            <a:off x="6630539" y="2743252"/>
            <a:ext cx="371777" cy="349434"/>
            <a:chOff x="6630539" y="2917502"/>
            <a:chExt cx="371777" cy="349434"/>
          </a:xfrm>
        </p:grpSpPr>
        <p:sp>
          <p:nvSpPr>
            <p:cNvPr id="12093" name="Google Shape;12093;p8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80"/>
          <p:cNvGrpSpPr/>
          <p:nvPr/>
        </p:nvGrpSpPr>
        <p:grpSpPr>
          <a:xfrm>
            <a:off x="2171474" y="3194979"/>
            <a:ext cx="408156" cy="343737"/>
            <a:chOff x="2171474" y="3369229"/>
            <a:chExt cx="408156" cy="343737"/>
          </a:xfrm>
        </p:grpSpPr>
        <p:sp>
          <p:nvSpPr>
            <p:cNvPr id="12101" name="Google Shape;12101;p8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80"/>
          <p:cNvGrpSpPr/>
          <p:nvPr/>
        </p:nvGrpSpPr>
        <p:grpSpPr>
          <a:xfrm>
            <a:off x="4891198" y="2750858"/>
            <a:ext cx="334634" cy="334634"/>
            <a:chOff x="4891198" y="2925108"/>
            <a:chExt cx="334634" cy="334634"/>
          </a:xfrm>
        </p:grpSpPr>
        <p:sp>
          <p:nvSpPr>
            <p:cNvPr id="12106" name="Google Shape;12106;p8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80"/>
          <p:cNvGrpSpPr/>
          <p:nvPr/>
        </p:nvGrpSpPr>
        <p:grpSpPr>
          <a:xfrm>
            <a:off x="7976174" y="2750858"/>
            <a:ext cx="334666" cy="334634"/>
            <a:chOff x="7976174" y="2925108"/>
            <a:chExt cx="334666" cy="334634"/>
          </a:xfrm>
        </p:grpSpPr>
        <p:sp>
          <p:nvSpPr>
            <p:cNvPr id="12115" name="Google Shape;12115;p8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0"/>
          <p:cNvGrpSpPr/>
          <p:nvPr/>
        </p:nvGrpSpPr>
        <p:grpSpPr>
          <a:xfrm>
            <a:off x="3091957" y="3199881"/>
            <a:ext cx="354717" cy="332757"/>
            <a:chOff x="3091957" y="3374131"/>
            <a:chExt cx="354717" cy="332757"/>
          </a:xfrm>
        </p:grpSpPr>
        <p:sp>
          <p:nvSpPr>
            <p:cNvPr id="12125" name="Google Shape;12125;p8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80"/>
          <p:cNvGrpSpPr/>
          <p:nvPr/>
        </p:nvGrpSpPr>
        <p:grpSpPr>
          <a:xfrm>
            <a:off x="3988156" y="3205960"/>
            <a:ext cx="353954" cy="318880"/>
            <a:chOff x="3988156" y="3380210"/>
            <a:chExt cx="353954" cy="318880"/>
          </a:xfrm>
        </p:grpSpPr>
        <p:sp>
          <p:nvSpPr>
            <p:cNvPr id="12132" name="Google Shape;12132;p8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80"/>
          <p:cNvGrpSpPr/>
          <p:nvPr/>
        </p:nvGrpSpPr>
        <p:grpSpPr>
          <a:xfrm>
            <a:off x="3541011" y="3193070"/>
            <a:ext cx="348257" cy="346188"/>
            <a:chOff x="3541011" y="3367320"/>
            <a:chExt cx="348257" cy="346188"/>
          </a:xfrm>
        </p:grpSpPr>
        <p:sp>
          <p:nvSpPr>
            <p:cNvPr id="12138" name="Google Shape;12138;p8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80"/>
          <p:cNvGrpSpPr/>
          <p:nvPr/>
        </p:nvGrpSpPr>
        <p:grpSpPr>
          <a:xfrm>
            <a:off x="1314678" y="3183967"/>
            <a:ext cx="334666" cy="365348"/>
            <a:chOff x="1314678" y="3358217"/>
            <a:chExt cx="334666" cy="365348"/>
          </a:xfrm>
        </p:grpSpPr>
        <p:sp>
          <p:nvSpPr>
            <p:cNvPr id="12143" name="Google Shape;12143;p8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80"/>
          <p:cNvGrpSpPr/>
          <p:nvPr/>
        </p:nvGrpSpPr>
        <p:grpSpPr>
          <a:xfrm>
            <a:off x="1748582" y="3198385"/>
            <a:ext cx="359269" cy="335780"/>
            <a:chOff x="1748582" y="3372635"/>
            <a:chExt cx="359269" cy="335780"/>
          </a:xfrm>
        </p:grpSpPr>
        <p:sp>
          <p:nvSpPr>
            <p:cNvPr id="12149" name="Google Shape;12149;p8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0" name="Google Shape;12150;p80"/>
            <p:cNvGrpSpPr/>
            <p:nvPr/>
          </p:nvGrpSpPr>
          <p:grpSpPr>
            <a:xfrm>
              <a:off x="1748582" y="3372635"/>
              <a:ext cx="333520" cy="335780"/>
              <a:chOff x="1748582" y="3372635"/>
              <a:chExt cx="333520" cy="335780"/>
            </a:xfrm>
          </p:grpSpPr>
          <p:sp>
            <p:nvSpPr>
              <p:cNvPr id="12151" name="Google Shape;12151;p8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4" name="Google Shape;12154;p80"/>
          <p:cNvGrpSpPr/>
          <p:nvPr/>
        </p:nvGrpSpPr>
        <p:grpSpPr>
          <a:xfrm>
            <a:off x="2640993" y="3183585"/>
            <a:ext cx="365348" cy="364966"/>
            <a:chOff x="2640993" y="3357835"/>
            <a:chExt cx="365348" cy="364966"/>
          </a:xfrm>
        </p:grpSpPr>
        <p:sp>
          <p:nvSpPr>
            <p:cNvPr id="12155" name="Google Shape;12155;p8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80"/>
          <p:cNvGrpSpPr/>
          <p:nvPr/>
        </p:nvGrpSpPr>
        <p:grpSpPr>
          <a:xfrm>
            <a:off x="4886264" y="3191924"/>
            <a:ext cx="350548" cy="350198"/>
            <a:chOff x="4886264" y="3366174"/>
            <a:chExt cx="350548" cy="350198"/>
          </a:xfrm>
        </p:grpSpPr>
        <p:sp>
          <p:nvSpPr>
            <p:cNvPr id="12166" name="Google Shape;12166;p8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80"/>
          <p:cNvGrpSpPr/>
          <p:nvPr/>
        </p:nvGrpSpPr>
        <p:grpSpPr>
          <a:xfrm>
            <a:off x="5331913" y="3239697"/>
            <a:ext cx="347143" cy="254684"/>
            <a:chOff x="5331913" y="3413947"/>
            <a:chExt cx="347143" cy="254684"/>
          </a:xfrm>
        </p:grpSpPr>
        <p:sp>
          <p:nvSpPr>
            <p:cNvPr id="12180" name="Google Shape;12180;p8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80"/>
          <p:cNvGrpSpPr/>
          <p:nvPr/>
        </p:nvGrpSpPr>
        <p:grpSpPr>
          <a:xfrm>
            <a:off x="5776798" y="3235528"/>
            <a:ext cx="346379" cy="264518"/>
            <a:chOff x="5776798" y="3409778"/>
            <a:chExt cx="346379" cy="264518"/>
          </a:xfrm>
        </p:grpSpPr>
        <p:sp>
          <p:nvSpPr>
            <p:cNvPr id="12187" name="Google Shape;12187;p8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80"/>
          <p:cNvGrpSpPr/>
          <p:nvPr/>
        </p:nvGrpSpPr>
        <p:grpSpPr>
          <a:xfrm>
            <a:off x="7108015" y="3222255"/>
            <a:ext cx="344883" cy="290299"/>
            <a:chOff x="7108015" y="3396505"/>
            <a:chExt cx="344883" cy="290299"/>
          </a:xfrm>
        </p:grpSpPr>
        <p:sp>
          <p:nvSpPr>
            <p:cNvPr id="12194" name="Google Shape;12194;p8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80"/>
          <p:cNvGrpSpPr/>
          <p:nvPr/>
        </p:nvGrpSpPr>
        <p:grpSpPr>
          <a:xfrm>
            <a:off x="7551754" y="3216558"/>
            <a:ext cx="344883" cy="301311"/>
            <a:chOff x="7551754" y="3390808"/>
            <a:chExt cx="344883" cy="301311"/>
          </a:xfrm>
        </p:grpSpPr>
        <p:sp>
          <p:nvSpPr>
            <p:cNvPr id="12199" name="Google Shape;12199;p8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80"/>
          <p:cNvGrpSpPr/>
          <p:nvPr/>
        </p:nvGrpSpPr>
        <p:grpSpPr>
          <a:xfrm>
            <a:off x="6707084" y="3213153"/>
            <a:ext cx="261145" cy="308504"/>
            <a:chOff x="6707084" y="3387403"/>
            <a:chExt cx="261145" cy="308504"/>
          </a:xfrm>
        </p:grpSpPr>
        <p:sp>
          <p:nvSpPr>
            <p:cNvPr id="12211" name="Google Shape;12211;p8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80"/>
          <p:cNvGrpSpPr/>
          <p:nvPr/>
        </p:nvGrpSpPr>
        <p:grpSpPr>
          <a:xfrm>
            <a:off x="848978" y="4123387"/>
            <a:ext cx="377824" cy="324418"/>
            <a:chOff x="848978" y="4297637"/>
            <a:chExt cx="377824" cy="324418"/>
          </a:xfrm>
        </p:grpSpPr>
        <p:sp>
          <p:nvSpPr>
            <p:cNvPr id="12216" name="Google Shape;12216;p8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80"/>
          <p:cNvGrpSpPr/>
          <p:nvPr/>
        </p:nvGrpSpPr>
        <p:grpSpPr>
          <a:xfrm>
            <a:off x="1754279" y="4112343"/>
            <a:ext cx="351439" cy="345965"/>
            <a:chOff x="1754279" y="4286593"/>
            <a:chExt cx="351439" cy="345965"/>
          </a:xfrm>
        </p:grpSpPr>
        <p:sp>
          <p:nvSpPr>
            <p:cNvPr id="12219" name="Google Shape;12219;p8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80"/>
          <p:cNvGrpSpPr/>
          <p:nvPr/>
        </p:nvGrpSpPr>
        <p:grpSpPr>
          <a:xfrm>
            <a:off x="3996113" y="4116926"/>
            <a:ext cx="336512" cy="335048"/>
            <a:chOff x="3996113" y="4291176"/>
            <a:chExt cx="336512" cy="335048"/>
          </a:xfrm>
        </p:grpSpPr>
        <p:sp>
          <p:nvSpPr>
            <p:cNvPr id="12225" name="Google Shape;12225;p8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8" name="Google Shape;12228;p80"/>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9" name="Google Shape;12229;p80"/>
          <p:cNvGrpSpPr/>
          <p:nvPr/>
        </p:nvGrpSpPr>
        <p:grpSpPr>
          <a:xfrm>
            <a:off x="2179081" y="4111261"/>
            <a:ext cx="397525" cy="348670"/>
            <a:chOff x="2179081" y="4285511"/>
            <a:chExt cx="397525" cy="348670"/>
          </a:xfrm>
        </p:grpSpPr>
        <p:sp>
          <p:nvSpPr>
            <p:cNvPr id="12230" name="Google Shape;12230;p8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80"/>
          <p:cNvGrpSpPr/>
          <p:nvPr/>
        </p:nvGrpSpPr>
        <p:grpSpPr>
          <a:xfrm>
            <a:off x="3584201" y="4120746"/>
            <a:ext cx="267574" cy="329415"/>
            <a:chOff x="3584201" y="4294996"/>
            <a:chExt cx="267574" cy="329415"/>
          </a:xfrm>
        </p:grpSpPr>
        <p:sp>
          <p:nvSpPr>
            <p:cNvPr id="12233" name="Google Shape;12233;p8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80"/>
          <p:cNvGrpSpPr/>
          <p:nvPr/>
        </p:nvGrpSpPr>
        <p:grpSpPr>
          <a:xfrm>
            <a:off x="3082855" y="4121478"/>
            <a:ext cx="375946" cy="327823"/>
            <a:chOff x="3082855" y="4295728"/>
            <a:chExt cx="375946" cy="327823"/>
          </a:xfrm>
        </p:grpSpPr>
        <p:sp>
          <p:nvSpPr>
            <p:cNvPr id="12238" name="Google Shape;12238;p8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80"/>
          <p:cNvGrpSpPr/>
          <p:nvPr/>
        </p:nvGrpSpPr>
        <p:grpSpPr>
          <a:xfrm>
            <a:off x="2749016" y="4116926"/>
            <a:ext cx="150831" cy="336926"/>
            <a:chOff x="2749016" y="4291176"/>
            <a:chExt cx="150831" cy="336926"/>
          </a:xfrm>
        </p:grpSpPr>
        <p:sp>
          <p:nvSpPr>
            <p:cNvPr id="12250" name="Google Shape;12250;p8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0"/>
          <p:cNvGrpSpPr/>
          <p:nvPr/>
        </p:nvGrpSpPr>
        <p:grpSpPr>
          <a:xfrm>
            <a:off x="7127716" y="4105182"/>
            <a:ext cx="248254" cy="361942"/>
            <a:chOff x="7127716" y="4279432"/>
            <a:chExt cx="248254" cy="361942"/>
          </a:xfrm>
        </p:grpSpPr>
        <p:sp>
          <p:nvSpPr>
            <p:cNvPr id="12255" name="Google Shape;12255;p8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80"/>
          <p:cNvGrpSpPr/>
          <p:nvPr/>
        </p:nvGrpSpPr>
        <p:grpSpPr>
          <a:xfrm>
            <a:off x="7565408" y="4105182"/>
            <a:ext cx="248255" cy="361942"/>
            <a:chOff x="7565408" y="4279432"/>
            <a:chExt cx="248255" cy="361942"/>
          </a:xfrm>
        </p:grpSpPr>
        <p:sp>
          <p:nvSpPr>
            <p:cNvPr id="12265" name="Google Shape;12265;p8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80"/>
          <p:cNvGrpSpPr/>
          <p:nvPr/>
        </p:nvGrpSpPr>
        <p:grpSpPr>
          <a:xfrm>
            <a:off x="6264109" y="4105182"/>
            <a:ext cx="225498" cy="361560"/>
            <a:chOff x="6264109" y="4279432"/>
            <a:chExt cx="225498" cy="361560"/>
          </a:xfrm>
        </p:grpSpPr>
        <p:sp>
          <p:nvSpPr>
            <p:cNvPr id="12274" name="Google Shape;12274;p8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80"/>
          <p:cNvGrpSpPr/>
          <p:nvPr/>
        </p:nvGrpSpPr>
        <p:grpSpPr>
          <a:xfrm>
            <a:off x="7929578" y="4110115"/>
            <a:ext cx="395266" cy="351312"/>
            <a:chOff x="7929578" y="4284365"/>
            <a:chExt cx="395266" cy="351312"/>
          </a:xfrm>
        </p:grpSpPr>
        <p:sp>
          <p:nvSpPr>
            <p:cNvPr id="12277" name="Google Shape;12277;p8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80"/>
          <p:cNvGrpSpPr/>
          <p:nvPr/>
        </p:nvGrpSpPr>
        <p:grpSpPr>
          <a:xfrm>
            <a:off x="6595502" y="4149527"/>
            <a:ext cx="426315" cy="332826"/>
            <a:chOff x="6639652" y="4323777"/>
            <a:chExt cx="426315" cy="332826"/>
          </a:xfrm>
        </p:grpSpPr>
        <p:sp>
          <p:nvSpPr>
            <p:cNvPr id="12282" name="Google Shape;12282;p8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2" name="Google Shape;12292;p80"/>
          <p:cNvGrpSpPr/>
          <p:nvPr/>
        </p:nvGrpSpPr>
        <p:grpSpPr>
          <a:xfrm>
            <a:off x="5357662" y="4123387"/>
            <a:ext cx="287275" cy="326296"/>
            <a:chOff x="5357662" y="4297637"/>
            <a:chExt cx="287275" cy="326296"/>
          </a:xfrm>
        </p:grpSpPr>
        <p:sp>
          <p:nvSpPr>
            <p:cNvPr id="12293" name="Google Shape;12293;p8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8" name="Google Shape;12298;p80"/>
          <p:cNvGrpSpPr/>
          <p:nvPr/>
        </p:nvGrpSpPr>
        <p:grpSpPr>
          <a:xfrm>
            <a:off x="5774124" y="4120300"/>
            <a:ext cx="331611" cy="331674"/>
            <a:chOff x="5774124" y="4294550"/>
            <a:chExt cx="331611" cy="331674"/>
          </a:xfrm>
        </p:grpSpPr>
        <p:sp>
          <p:nvSpPr>
            <p:cNvPr id="12299" name="Google Shape;12299;p8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80"/>
          <p:cNvGrpSpPr/>
          <p:nvPr/>
        </p:nvGrpSpPr>
        <p:grpSpPr>
          <a:xfrm>
            <a:off x="4890434" y="4113139"/>
            <a:ext cx="345997" cy="346029"/>
            <a:chOff x="4890434" y="4287389"/>
            <a:chExt cx="345997" cy="346029"/>
          </a:xfrm>
        </p:grpSpPr>
        <p:sp>
          <p:nvSpPr>
            <p:cNvPr id="12302" name="Google Shape;12302;p8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80"/>
          <p:cNvGrpSpPr/>
          <p:nvPr/>
        </p:nvGrpSpPr>
        <p:grpSpPr>
          <a:xfrm>
            <a:off x="2165809" y="3636809"/>
            <a:ext cx="422542" cy="342973"/>
            <a:chOff x="2165809" y="3811059"/>
            <a:chExt cx="422542" cy="342973"/>
          </a:xfrm>
        </p:grpSpPr>
        <p:sp>
          <p:nvSpPr>
            <p:cNvPr id="12310" name="Google Shape;12310;p8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8" name="Google Shape;12328;p80"/>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9" name="Google Shape;12329;p80"/>
          <p:cNvGrpSpPr/>
          <p:nvPr/>
        </p:nvGrpSpPr>
        <p:grpSpPr>
          <a:xfrm>
            <a:off x="903530" y="3631875"/>
            <a:ext cx="264550" cy="353222"/>
            <a:chOff x="903530" y="3806125"/>
            <a:chExt cx="264550" cy="353222"/>
          </a:xfrm>
        </p:grpSpPr>
        <p:sp>
          <p:nvSpPr>
            <p:cNvPr id="12330" name="Google Shape;12330;p8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80"/>
          <p:cNvGrpSpPr/>
          <p:nvPr/>
        </p:nvGrpSpPr>
        <p:grpSpPr>
          <a:xfrm>
            <a:off x="850092" y="3178684"/>
            <a:ext cx="369517" cy="375660"/>
            <a:chOff x="850092" y="3352934"/>
            <a:chExt cx="369517" cy="375660"/>
          </a:xfrm>
        </p:grpSpPr>
        <p:sp>
          <p:nvSpPr>
            <p:cNvPr id="12335" name="Google Shape;12335;p8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80"/>
          <p:cNvGrpSpPr/>
          <p:nvPr/>
        </p:nvGrpSpPr>
        <p:grpSpPr>
          <a:xfrm>
            <a:off x="2611458" y="3642124"/>
            <a:ext cx="426329" cy="332375"/>
            <a:chOff x="2611458" y="3816374"/>
            <a:chExt cx="426329" cy="332375"/>
          </a:xfrm>
        </p:grpSpPr>
        <p:sp>
          <p:nvSpPr>
            <p:cNvPr id="12341" name="Google Shape;12341;p8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1" name="Google Shape;12351;p80"/>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2" name="Google Shape;12352;p80"/>
          <p:cNvGrpSpPr/>
          <p:nvPr/>
        </p:nvGrpSpPr>
        <p:grpSpPr>
          <a:xfrm>
            <a:off x="4019984" y="3631143"/>
            <a:ext cx="293704" cy="353954"/>
            <a:chOff x="4019984" y="3805393"/>
            <a:chExt cx="293704" cy="353954"/>
          </a:xfrm>
        </p:grpSpPr>
        <p:sp>
          <p:nvSpPr>
            <p:cNvPr id="12353" name="Google Shape;12353;p8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80"/>
          <p:cNvGrpSpPr/>
          <p:nvPr/>
        </p:nvGrpSpPr>
        <p:grpSpPr>
          <a:xfrm>
            <a:off x="8006505" y="3215794"/>
            <a:ext cx="323654" cy="303189"/>
            <a:chOff x="8006505" y="3390044"/>
            <a:chExt cx="323654" cy="303189"/>
          </a:xfrm>
        </p:grpSpPr>
        <p:sp>
          <p:nvSpPr>
            <p:cNvPr id="12356" name="Google Shape;12356;p8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80"/>
          <p:cNvGrpSpPr/>
          <p:nvPr/>
        </p:nvGrpSpPr>
        <p:grpSpPr>
          <a:xfrm>
            <a:off x="1299146" y="3632257"/>
            <a:ext cx="367990" cy="351312"/>
            <a:chOff x="1299146" y="3806507"/>
            <a:chExt cx="367990" cy="351312"/>
          </a:xfrm>
        </p:grpSpPr>
        <p:sp>
          <p:nvSpPr>
            <p:cNvPr id="12363" name="Google Shape;12363;p8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5" name="Google Shape;12365;p80"/>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6" name="Google Shape;12366;p80"/>
          <p:cNvGrpSpPr/>
          <p:nvPr/>
        </p:nvGrpSpPr>
        <p:grpSpPr>
          <a:xfrm>
            <a:off x="7550258" y="3658420"/>
            <a:ext cx="371395" cy="301279"/>
            <a:chOff x="7550258" y="3832670"/>
            <a:chExt cx="371395" cy="301279"/>
          </a:xfrm>
        </p:grpSpPr>
        <p:sp>
          <p:nvSpPr>
            <p:cNvPr id="12367" name="Google Shape;12367;p8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5" name="Google Shape;12385;p80"/>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6" name="Google Shape;12386;p80"/>
          <p:cNvGrpSpPr/>
          <p:nvPr/>
        </p:nvGrpSpPr>
        <p:grpSpPr>
          <a:xfrm>
            <a:off x="6659725" y="3633785"/>
            <a:ext cx="367608" cy="350548"/>
            <a:chOff x="6659725" y="3808035"/>
            <a:chExt cx="367608" cy="350548"/>
          </a:xfrm>
        </p:grpSpPr>
        <p:sp>
          <p:nvSpPr>
            <p:cNvPr id="12387" name="Google Shape;12387;p8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80"/>
          <p:cNvGrpSpPr/>
          <p:nvPr/>
        </p:nvGrpSpPr>
        <p:grpSpPr>
          <a:xfrm>
            <a:off x="6219391" y="3642506"/>
            <a:ext cx="356627" cy="334252"/>
            <a:chOff x="6219391" y="3816756"/>
            <a:chExt cx="356627" cy="334252"/>
          </a:xfrm>
        </p:grpSpPr>
        <p:sp>
          <p:nvSpPr>
            <p:cNvPr id="12390" name="Google Shape;12390;p8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80"/>
          <p:cNvGrpSpPr/>
          <p:nvPr/>
        </p:nvGrpSpPr>
        <p:grpSpPr>
          <a:xfrm>
            <a:off x="5778676" y="3652722"/>
            <a:ext cx="349052" cy="313055"/>
            <a:chOff x="5778676" y="3826972"/>
            <a:chExt cx="349052" cy="313055"/>
          </a:xfrm>
        </p:grpSpPr>
        <p:sp>
          <p:nvSpPr>
            <p:cNvPr id="12395" name="Google Shape;12395;p8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80"/>
          <p:cNvGrpSpPr/>
          <p:nvPr/>
        </p:nvGrpSpPr>
        <p:grpSpPr>
          <a:xfrm>
            <a:off x="5355784" y="3660297"/>
            <a:ext cx="299019" cy="297905"/>
            <a:chOff x="5355784" y="3834547"/>
            <a:chExt cx="299019" cy="297905"/>
          </a:xfrm>
        </p:grpSpPr>
        <p:sp>
          <p:nvSpPr>
            <p:cNvPr id="12401" name="Google Shape;12401;p8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80"/>
          <p:cNvGrpSpPr/>
          <p:nvPr/>
        </p:nvGrpSpPr>
        <p:grpSpPr>
          <a:xfrm>
            <a:off x="8036455" y="3633021"/>
            <a:ext cx="292176" cy="353985"/>
            <a:chOff x="8036455" y="3807271"/>
            <a:chExt cx="292176" cy="353985"/>
          </a:xfrm>
        </p:grpSpPr>
        <p:sp>
          <p:nvSpPr>
            <p:cNvPr id="12406" name="Google Shape;12406;p8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8" name="Google Shape;12408;p8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409" name="Google Shape;12409;p8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2410" name="Google Shape;12410;p80"/>
          <p:cNvGrpSpPr/>
          <p:nvPr/>
        </p:nvGrpSpPr>
        <p:grpSpPr>
          <a:xfrm>
            <a:off x="4874902" y="3634549"/>
            <a:ext cx="345615" cy="350835"/>
            <a:chOff x="4874902" y="3808799"/>
            <a:chExt cx="345615" cy="350835"/>
          </a:xfrm>
        </p:grpSpPr>
        <p:sp>
          <p:nvSpPr>
            <p:cNvPr id="12411" name="Google Shape;12411;p8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80"/>
          <p:cNvGrpSpPr/>
          <p:nvPr/>
        </p:nvGrpSpPr>
        <p:grpSpPr>
          <a:xfrm>
            <a:off x="3095745" y="3631143"/>
            <a:ext cx="352840" cy="354717"/>
            <a:chOff x="3095745" y="3805393"/>
            <a:chExt cx="352840" cy="354717"/>
          </a:xfrm>
        </p:grpSpPr>
        <p:sp>
          <p:nvSpPr>
            <p:cNvPr id="12429" name="Google Shape;12429;p8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38" name="Shape 12438"/>
        <p:cNvGrpSpPr/>
        <p:nvPr/>
      </p:nvGrpSpPr>
      <p:grpSpPr>
        <a:xfrm>
          <a:off x="0" y="0"/>
          <a:ext cx="0" cy="0"/>
          <a:chOff x="0" y="0"/>
          <a:chExt cx="0" cy="0"/>
        </a:xfrm>
      </p:grpSpPr>
      <p:grpSp>
        <p:nvGrpSpPr>
          <p:cNvPr id="12439" name="Google Shape;12439;p81"/>
          <p:cNvGrpSpPr/>
          <p:nvPr/>
        </p:nvGrpSpPr>
        <p:grpSpPr>
          <a:xfrm>
            <a:off x="2733780" y="4039081"/>
            <a:ext cx="342144" cy="362704"/>
            <a:chOff x="2704005" y="4258781"/>
            <a:chExt cx="342144" cy="362704"/>
          </a:xfrm>
        </p:grpSpPr>
        <p:sp>
          <p:nvSpPr>
            <p:cNvPr id="12440" name="Google Shape;12440;p8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81"/>
          <p:cNvGrpSpPr/>
          <p:nvPr/>
        </p:nvGrpSpPr>
        <p:grpSpPr>
          <a:xfrm>
            <a:off x="2157462" y="4083096"/>
            <a:ext cx="347435" cy="363370"/>
            <a:chOff x="2157462" y="4258496"/>
            <a:chExt cx="347435" cy="363370"/>
          </a:xfrm>
        </p:grpSpPr>
        <p:sp>
          <p:nvSpPr>
            <p:cNvPr id="12448" name="Google Shape;12448;p8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81"/>
          <p:cNvGrpSpPr/>
          <p:nvPr/>
        </p:nvGrpSpPr>
        <p:grpSpPr>
          <a:xfrm>
            <a:off x="4010963" y="3588381"/>
            <a:ext cx="343665" cy="363211"/>
            <a:chOff x="4010963" y="3763781"/>
            <a:chExt cx="343665" cy="363211"/>
          </a:xfrm>
        </p:grpSpPr>
        <p:sp>
          <p:nvSpPr>
            <p:cNvPr id="12452" name="Google Shape;12452;p8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81"/>
          <p:cNvGrpSpPr/>
          <p:nvPr/>
        </p:nvGrpSpPr>
        <p:grpSpPr>
          <a:xfrm>
            <a:off x="2214042" y="3635109"/>
            <a:ext cx="368153" cy="311193"/>
            <a:chOff x="2214042" y="3810509"/>
            <a:chExt cx="368153" cy="311193"/>
          </a:xfrm>
        </p:grpSpPr>
        <p:sp>
          <p:nvSpPr>
            <p:cNvPr id="12458" name="Google Shape;12458;p8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81"/>
          <p:cNvGrpSpPr/>
          <p:nvPr/>
        </p:nvGrpSpPr>
        <p:grpSpPr>
          <a:xfrm>
            <a:off x="1797413" y="3606819"/>
            <a:ext cx="367805" cy="367773"/>
            <a:chOff x="1768938" y="3782219"/>
            <a:chExt cx="367805" cy="367773"/>
          </a:xfrm>
        </p:grpSpPr>
        <p:sp>
          <p:nvSpPr>
            <p:cNvPr id="12461" name="Google Shape;12461;p8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81"/>
          <p:cNvGrpSpPr/>
          <p:nvPr/>
        </p:nvGrpSpPr>
        <p:grpSpPr>
          <a:xfrm>
            <a:off x="2681385" y="3623039"/>
            <a:ext cx="325544" cy="327413"/>
            <a:chOff x="2681385" y="3798439"/>
            <a:chExt cx="325544" cy="327413"/>
          </a:xfrm>
        </p:grpSpPr>
        <p:sp>
          <p:nvSpPr>
            <p:cNvPr id="12467" name="Google Shape;12467;p8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81"/>
          <p:cNvGrpSpPr/>
          <p:nvPr/>
        </p:nvGrpSpPr>
        <p:grpSpPr>
          <a:xfrm>
            <a:off x="6243928" y="4088102"/>
            <a:ext cx="274254" cy="350824"/>
            <a:chOff x="6243928" y="4263502"/>
            <a:chExt cx="274254" cy="350824"/>
          </a:xfrm>
        </p:grpSpPr>
        <p:sp>
          <p:nvSpPr>
            <p:cNvPr id="12475" name="Google Shape;12475;p8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81"/>
          <p:cNvGrpSpPr/>
          <p:nvPr/>
        </p:nvGrpSpPr>
        <p:grpSpPr>
          <a:xfrm>
            <a:off x="3560600" y="3587938"/>
            <a:ext cx="352345" cy="363655"/>
            <a:chOff x="3560600" y="3763338"/>
            <a:chExt cx="352345" cy="363655"/>
          </a:xfrm>
        </p:grpSpPr>
        <p:sp>
          <p:nvSpPr>
            <p:cNvPr id="12484" name="Google Shape;12484;p8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81"/>
          <p:cNvGrpSpPr/>
          <p:nvPr/>
        </p:nvGrpSpPr>
        <p:grpSpPr>
          <a:xfrm>
            <a:off x="5790556" y="4085852"/>
            <a:ext cx="279513" cy="356083"/>
            <a:chOff x="5790556" y="4261252"/>
            <a:chExt cx="279513" cy="356083"/>
          </a:xfrm>
        </p:grpSpPr>
        <p:sp>
          <p:nvSpPr>
            <p:cNvPr id="12488" name="Google Shape;12488;p8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81"/>
          <p:cNvGrpSpPr/>
          <p:nvPr/>
        </p:nvGrpSpPr>
        <p:grpSpPr>
          <a:xfrm>
            <a:off x="5341333" y="4085852"/>
            <a:ext cx="278752" cy="356463"/>
            <a:chOff x="5341333" y="4261252"/>
            <a:chExt cx="278752" cy="356463"/>
          </a:xfrm>
        </p:grpSpPr>
        <p:sp>
          <p:nvSpPr>
            <p:cNvPr id="12496" name="Google Shape;12496;p8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3" name="Google Shape;12503;p81"/>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4" name="Google Shape;12504;p81"/>
          <p:cNvGrpSpPr/>
          <p:nvPr/>
        </p:nvGrpSpPr>
        <p:grpSpPr>
          <a:xfrm>
            <a:off x="3103646" y="3590676"/>
            <a:ext cx="360233" cy="362451"/>
            <a:chOff x="3107608" y="3763401"/>
            <a:chExt cx="360233" cy="362451"/>
          </a:xfrm>
        </p:grpSpPr>
        <p:sp>
          <p:nvSpPr>
            <p:cNvPr id="12505" name="Google Shape;12505;p8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81"/>
          <p:cNvGrpSpPr/>
          <p:nvPr/>
        </p:nvGrpSpPr>
        <p:grpSpPr>
          <a:xfrm>
            <a:off x="889343" y="3625827"/>
            <a:ext cx="351585" cy="339705"/>
            <a:chOff x="889343" y="3801227"/>
            <a:chExt cx="351585" cy="339705"/>
          </a:xfrm>
        </p:grpSpPr>
        <p:sp>
          <p:nvSpPr>
            <p:cNvPr id="12509" name="Google Shape;12509;p8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81"/>
          <p:cNvGrpSpPr/>
          <p:nvPr/>
        </p:nvGrpSpPr>
        <p:grpSpPr>
          <a:xfrm>
            <a:off x="4896609" y="4085472"/>
            <a:ext cx="278784" cy="355323"/>
            <a:chOff x="4896609" y="4260872"/>
            <a:chExt cx="278784" cy="355323"/>
          </a:xfrm>
        </p:grpSpPr>
        <p:sp>
          <p:nvSpPr>
            <p:cNvPr id="12515" name="Google Shape;12515;p8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81"/>
          <p:cNvGrpSpPr/>
          <p:nvPr/>
        </p:nvGrpSpPr>
        <p:grpSpPr>
          <a:xfrm>
            <a:off x="7598438" y="4090731"/>
            <a:ext cx="260283" cy="345914"/>
            <a:chOff x="7598438" y="4266131"/>
            <a:chExt cx="260283" cy="345914"/>
          </a:xfrm>
        </p:grpSpPr>
        <p:sp>
          <p:nvSpPr>
            <p:cNvPr id="12522" name="Google Shape;12522;p8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81"/>
          <p:cNvGrpSpPr/>
          <p:nvPr/>
        </p:nvGrpSpPr>
        <p:grpSpPr>
          <a:xfrm>
            <a:off x="1767069" y="3184746"/>
            <a:ext cx="286324" cy="348163"/>
            <a:chOff x="1767069" y="3360146"/>
            <a:chExt cx="286324" cy="348163"/>
          </a:xfrm>
        </p:grpSpPr>
        <p:sp>
          <p:nvSpPr>
            <p:cNvPr id="12530" name="Google Shape;12530;p8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81"/>
          <p:cNvGrpSpPr/>
          <p:nvPr/>
        </p:nvGrpSpPr>
        <p:grpSpPr>
          <a:xfrm>
            <a:off x="7149944" y="4090731"/>
            <a:ext cx="260283" cy="345914"/>
            <a:chOff x="7149944" y="4266131"/>
            <a:chExt cx="260283" cy="345914"/>
          </a:xfrm>
        </p:grpSpPr>
        <p:sp>
          <p:nvSpPr>
            <p:cNvPr id="12538" name="Google Shape;12538;p8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81"/>
          <p:cNvGrpSpPr/>
          <p:nvPr/>
        </p:nvGrpSpPr>
        <p:grpSpPr>
          <a:xfrm>
            <a:off x="6695051" y="4083951"/>
            <a:ext cx="270104" cy="360233"/>
            <a:chOff x="6695051" y="4259351"/>
            <a:chExt cx="270104" cy="360233"/>
          </a:xfrm>
        </p:grpSpPr>
        <p:sp>
          <p:nvSpPr>
            <p:cNvPr id="12545" name="Google Shape;12545;p8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81"/>
          <p:cNvGrpSpPr/>
          <p:nvPr/>
        </p:nvGrpSpPr>
        <p:grpSpPr>
          <a:xfrm>
            <a:off x="8047661" y="4082051"/>
            <a:ext cx="277263" cy="362514"/>
            <a:chOff x="8047661" y="4257451"/>
            <a:chExt cx="277263" cy="362514"/>
          </a:xfrm>
        </p:grpSpPr>
        <p:sp>
          <p:nvSpPr>
            <p:cNvPr id="12550" name="Google Shape;12550;p8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81"/>
          <p:cNvGrpSpPr/>
          <p:nvPr/>
        </p:nvGrpSpPr>
        <p:grpSpPr>
          <a:xfrm>
            <a:off x="6248078" y="3609068"/>
            <a:ext cx="277263" cy="356115"/>
            <a:chOff x="6248078" y="3784468"/>
            <a:chExt cx="277263" cy="356115"/>
          </a:xfrm>
        </p:grpSpPr>
        <p:sp>
          <p:nvSpPr>
            <p:cNvPr id="12555" name="Google Shape;12555;p8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81"/>
          <p:cNvGrpSpPr/>
          <p:nvPr/>
        </p:nvGrpSpPr>
        <p:grpSpPr>
          <a:xfrm>
            <a:off x="5800725" y="3610589"/>
            <a:ext cx="277644" cy="354594"/>
            <a:chOff x="5800725" y="3785989"/>
            <a:chExt cx="277644" cy="354594"/>
          </a:xfrm>
        </p:grpSpPr>
        <p:sp>
          <p:nvSpPr>
            <p:cNvPr id="12561" name="Google Shape;12561;p8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81"/>
          <p:cNvGrpSpPr/>
          <p:nvPr/>
        </p:nvGrpSpPr>
        <p:grpSpPr>
          <a:xfrm>
            <a:off x="2206122" y="3185348"/>
            <a:ext cx="308183" cy="347561"/>
            <a:chOff x="2206122" y="3360748"/>
            <a:chExt cx="308183" cy="347561"/>
          </a:xfrm>
        </p:grpSpPr>
        <p:sp>
          <p:nvSpPr>
            <p:cNvPr id="12569" name="Google Shape;12569;p8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81"/>
          <p:cNvGrpSpPr/>
          <p:nvPr/>
        </p:nvGrpSpPr>
        <p:grpSpPr>
          <a:xfrm>
            <a:off x="5353403" y="3610209"/>
            <a:ext cx="277992" cy="354974"/>
            <a:chOff x="5353403" y="3785609"/>
            <a:chExt cx="277992" cy="354974"/>
          </a:xfrm>
        </p:grpSpPr>
        <p:sp>
          <p:nvSpPr>
            <p:cNvPr id="12575" name="Google Shape;12575;p8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81"/>
          <p:cNvGrpSpPr/>
          <p:nvPr/>
        </p:nvGrpSpPr>
        <p:grpSpPr>
          <a:xfrm>
            <a:off x="4896229" y="3610589"/>
            <a:ext cx="278784" cy="354594"/>
            <a:chOff x="4896229" y="3785989"/>
            <a:chExt cx="278784" cy="354594"/>
          </a:xfrm>
        </p:grpSpPr>
        <p:sp>
          <p:nvSpPr>
            <p:cNvPr id="12582" name="Google Shape;12582;p8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81"/>
          <p:cNvGrpSpPr/>
          <p:nvPr/>
        </p:nvGrpSpPr>
        <p:grpSpPr>
          <a:xfrm>
            <a:off x="7592387" y="3612458"/>
            <a:ext cx="273874" cy="351204"/>
            <a:chOff x="7592387" y="3787858"/>
            <a:chExt cx="273874" cy="351204"/>
          </a:xfrm>
        </p:grpSpPr>
        <p:sp>
          <p:nvSpPr>
            <p:cNvPr id="12589" name="Google Shape;12589;p8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81"/>
          <p:cNvGrpSpPr/>
          <p:nvPr/>
        </p:nvGrpSpPr>
        <p:grpSpPr>
          <a:xfrm>
            <a:off x="7145794" y="3612458"/>
            <a:ext cx="274254" cy="350444"/>
            <a:chOff x="7145794" y="3787858"/>
            <a:chExt cx="274254" cy="350444"/>
          </a:xfrm>
        </p:grpSpPr>
        <p:sp>
          <p:nvSpPr>
            <p:cNvPr id="12594" name="Google Shape;12594;p8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81"/>
          <p:cNvGrpSpPr/>
          <p:nvPr/>
        </p:nvGrpSpPr>
        <p:grpSpPr>
          <a:xfrm>
            <a:off x="8054060" y="3611698"/>
            <a:ext cx="266334" cy="353834"/>
            <a:chOff x="8054060" y="3787098"/>
            <a:chExt cx="266334" cy="353834"/>
          </a:xfrm>
        </p:grpSpPr>
        <p:sp>
          <p:nvSpPr>
            <p:cNvPr id="12601" name="Google Shape;12601;p8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81"/>
          <p:cNvGrpSpPr/>
          <p:nvPr/>
        </p:nvGrpSpPr>
        <p:grpSpPr>
          <a:xfrm>
            <a:off x="6702211" y="3607199"/>
            <a:ext cx="270104" cy="361754"/>
            <a:chOff x="6702211" y="3782599"/>
            <a:chExt cx="270104" cy="361754"/>
          </a:xfrm>
        </p:grpSpPr>
        <p:sp>
          <p:nvSpPr>
            <p:cNvPr id="12606" name="Google Shape;12606;p8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81"/>
          <p:cNvGrpSpPr/>
          <p:nvPr/>
        </p:nvGrpSpPr>
        <p:grpSpPr>
          <a:xfrm>
            <a:off x="3516886" y="3263327"/>
            <a:ext cx="391854" cy="269922"/>
            <a:chOff x="3516850" y="3406526"/>
            <a:chExt cx="369674" cy="254644"/>
          </a:xfrm>
        </p:grpSpPr>
        <p:sp>
          <p:nvSpPr>
            <p:cNvPr id="12612" name="Google Shape;12612;p8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81"/>
          <p:cNvGrpSpPr/>
          <p:nvPr/>
        </p:nvGrpSpPr>
        <p:grpSpPr>
          <a:xfrm>
            <a:off x="1310655" y="3185127"/>
            <a:ext cx="306314" cy="347403"/>
            <a:chOff x="1310655" y="3360527"/>
            <a:chExt cx="306314" cy="347403"/>
          </a:xfrm>
        </p:grpSpPr>
        <p:sp>
          <p:nvSpPr>
            <p:cNvPr id="12617" name="Google Shape;12617;p8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1"/>
          <p:cNvGrpSpPr/>
          <p:nvPr/>
        </p:nvGrpSpPr>
        <p:grpSpPr>
          <a:xfrm>
            <a:off x="3119678" y="3184746"/>
            <a:ext cx="269343" cy="348543"/>
            <a:chOff x="3119678" y="3360146"/>
            <a:chExt cx="269343" cy="348543"/>
          </a:xfrm>
        </p:grpSpPr>
        <p:sp>
          <p:nvSpPr>
            <p:cNvPr id="12623" name="Google Shape;12623;p8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81"/>
          <p:cNvGrpSpPr/>
          <p:nvPr/>
        </p:nvGrpSpPr>
        <p:grpSpPr>
          <a:xfrm>
            <a:off x="3967213" y="3181547"/>
            <a:ext cx="368185" cy="354753"/>
            <a:chOff x="3967213" y="3356947"/>
            <a:chExt cx="368185" cy="354753"/>
          </a:xfrm>
        </p:grpSpPr>
        <p:sp>
          <p:nvSpPr>
            <p:cNvPr id="12631" name="Google Shape;12631;p8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81"/>
          <p:cNvGrpSpPr/>
          <p:nvPr/>
        </p:nvGrpSpPr>
        <p:grpSpPr>
          <a:xfrm>
            <a:off x="871254" y="3184746"/>
            <a:ext cx="285183" cy="347023"/>
            <a:chOff x="871254" y="3360146"/>
            <a:chExt cx="285183" cy="347023"/>
          </a:xfrm>
        </p:grpSpPr>
        <p:sp>
          <p:nvSpPr>
            <p:cNvPr id="12637" name="Google Shape;12637;p8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81"/>
          <p:cNvGrpSpPr/>
          <p:nvPr/>
        </p:nvGrpSpPr>
        <p:grpSpPr>
          <a:xfrm>
            <a:off x="2665165" y="3184746"/>
            <a:ext cx="281794" cy="349684"/>
            <a:chOff x="2665165" y="3360146"/>
            <a:chExt cx="281794" cy="349684"/>
          </a:xfrm>
        </p:grpSpPr>
        <p:sp>
          <p:nvSpPr>
            <p:cNvPr id="12642" name="Google Shape;12642;p8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81"/>
          <p:cNvGrpSpPr/>
          <p:nvPr/>
        </p:nvGrpSpPr>
        <p:grpSpPr>
          <a:xfrm>
            <a:off x="7156344" y="3172296"/>
            <a:ext cx="264465" cy="353074"/>
            <a:chOff x="7156344" y="3347696"/>
            <a:chExt cx="264465" cy="353074"/>
          </a:xfrm>
        </p:grpSpPr>
        <p:sp>
          <p:nvSpPr>
            <p:cNvPr id="12648" name="Google Shape;12648;p8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81"/>
          <p:cNvGrpSpPr/>
          <p:nvPr/>
        </p:nvGrpSpPr>
        <p:grpSpPr>
          <a:xfrm>
            <a:off x="6703732" y="3171536"/>
            <a:ext cx="264813" cy="352693"/>
            <a:chOff x="6703732" y="3346936"/>
            <a:chExt cx="264813" cy="352693"/>
          </a:xfrm>
        </p:grpSpPr>
        <p:sp>
          <p:nvSpPr>
            <p:cNvPr id="12654" name="Google Shape;12654;p8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81"/>
          <p:cNvGrpSpPr/>
          <p:nvPr/>
        </p:nvGrpSpPr>
        <p:grpSpPr>
          <a:xfrm>
            <a:off x="6252228" y="3171536"/>
            <a:ext cx="265193" cy="352693"/>
            <a:chOff x="6252228" y="3346936"/>
            <a:chExt cx="265193" cy="352693"/>
          </a:xfrm>
        </p:grpSpPr>
        <p:sp>
          <p:nvSpPr>
            <p:cNvPr id="12660" name="Google Shape;12660;p8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81"/>
          <p:cNvGrpSpPr/>
          <p:nvPr/>
        </p:nvGrpSpPr>
        <p:grpSpPr>
          <a:xfrm>
            <a:off x="5801105" y="3172296"/>
            <a:ext cx="264813" cy="351933"/>
            <a:chOff x="5801105" y="3347696"/>
            <a:chExt cx="264813" cy="351933"/>
          </a:xfrm>
        </p:grpSpPr>
        <p:sp>
          <p:nvSpPr>
            <p:cNvPr id="12664" name="Google Shape;12664;p8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81"/>
          <p:cNvGrpSpPr/>
          <p:nvPr/>
        </p:nvGrpSpPr>
        <p:grpSpPr>
          <a:xfrm>
            <a:off x="5349253" y="3171536"/>
            <a:ext cx="265922" cy="352693"/>
            <a:chOff x="5349253" y="3346936"/>
            <a:chExt cx="265922" cy="352693"/>
          </a:xfrm>
        </p:grpSpPr>
        <p:sp>
          <p:nvSpPr>
            <p:cNvPr id="12669" name="Google Shape;12669;p8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81"/>
          <p:cNvGrpSpPr/>
          <p:nvPr/>
        </p:nvGrpSpPr>
        <p:grpSpPr>
          <a:xfrm>
            <a:off x="4907159" y="3171536"/>
            <a:ext cx="264845" cy="354214"/>
            <a:chOff x="4907159" y="3346936"/>
            <a:chExt cx="264845" cy="354214"/>
          </a:xfrm>
        </p:grpSpPr>
        <p:sp>
          <p:nvSpPr>
            <p:cNvPr id="12676" name="Google Shape;12676;p8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81"/>
          <p:cNvGrpSpPr/>
          <p:nvPr/>
        </p:nvGrpSpPr>
        <p:grpSpPr>
          <a:xfrm>
            <a:off x="8048421" y="3159086"/>
            <a:ext cx="276503" cy="369674"/>
            <a:chOff x="8048421" y="3334486"/>
            <a:chExt cx="276503" cy="369674"/>
          </a:xfrm>
        </p:grpSpPr>
        <p:sp>
          <p:nvSpPr>
            <p:cNvPr id="12679" name="Google Shape;12679;p8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81"/>
          <p:cNvGrpSpPr/>
          <p:nvPr/>
        </p:nvGrpSpPr>
        <p:grpSpPr>
          <a:xfrm>
            <a:off x="7575787" y="3154555"/>
            <a:ext cx="295384" cy="376834"/>
            <a:chOff x="7575787" y="3329955"/>
            <a:chExt cx="295384" cy="376834"/>
          </a:xfrm>
        </p:grpSpPr>
        <p:sp>
          <p:nvSpPr>
            <p:cNvPr id="12686" name="Google Shape;12686;p8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81"/>
          <p:cNvGrpSpPr/>
          <p:nvPr/>
        </p:nvGrpSpPr>
        <p:grpSpPr>
          <a:xfrm>
            <a:off x="864062" y="2709103"/>
            <a:ext cx="264084" cy="347783"/>
            <a:chOff x="864062" y="2884503"/>
            <a:chExt cx="264084" cy="347783"/>
          </a:xfrm>
        </p:grpSpPr>
        <p:sp>
          <p:nvSpPr>
            <p:cNvPr id="12693" name="Google Shape;12693;p8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81"/>
          <p:cNvGrpSpPr/>
          <p:nvPr/>
        </p:nvGrpSpPr>
        <p:grpSpPr>
          <a:xfrm>
            <a:off x="3978523" y="2709261"/>
            <a:ext cx="348955" cy="346516"/>
            <a:chOff x="3978523" y="2884661"/>
            <a:chExt cx="348955" cy="346516"/>
          </a:xfrm>
        </p:grpSpPr>
        <p:sp>
          <p:nvSpPr>
            <p:cNvPr id="12704" name="Google Shape;12704;p8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81"/>
          <p:cNvGrpSpPr/>
          <p:nvPr/>
        </p:nvGrpSpPr>
        <p:grpSpPr>
          <a:xfrm>
            <a:off x="3556255" y="2709863"/>
            <a:ext cx="347435" cy="345534"/>
            <a:chOff x="3527780" y="2885263"/>
            <a:chExt cx="347435" cy="345534"/>
          </a:xfrm>
        </p:grpSpPr>
        <p:sp>
          <p:nvSpPr>
            <p:cNvPr id="12713" name="Google Shape;12713;p8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81"/>
          <p:cNvGrpSpPr/>
          <p:nvPr/>
        </p:nvGrpSpPr>
        <p:grpSpPr>
          <a:xfrm>
            <a:off x="2239671" y="2709103"/>
            <a:ext cx="218053" cy="348543"/>
            <a:chOff x="2239671" y="2884503"/>
            <a:chExt cx="218053" cy="348543"/>
          </a:xfrm>
        </p:grpSpPr>
        <p:sp>
          <p:nvSpPr>
            <p:cNvPr id="12737" name="Google Shape;12737;p8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81"/>
          <p:cNvGrpSpPr/>
          <p:nvPr/>
        </p:nvGrpSpPr>
        <p:grpSpPr>
          <a:xfrm>
            <a:off x="2691555" y="2709103"/>
            <a:ext cx="215044" cy="348924"/>
            <a:chOff x="2691555" y="2884503"/>
            <a:chExt cx="215044" cy="348924"/>
          </a:xfrm>
        </p:grpSpPr>
        <p:sp>
          <p:nvSpPr>
            <p:cNvPr id="12743" name="Google Shape;12743;p8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81"/>
          <p:cNvGrpSpPr/>
          <p:nvPr/>
        </p:nvGrpSpPr>
        <p:grpSpPr>
          <a:xfrm>
            <a:off x="1770459" y="2709103"/>
            <a:ext cx="254644" cy="348828"/>
            <a:chOff x="1770459" y="2884503"/>
            <a:chExt cx="254644" cy="348828"/>
          </a:xfrm>
        </p:grpSpPr>
        <p:sp>
          <p:nvSpPr>
            <p:cNvPr id="12747" name="Google Shape;12747;p8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81"/>
          <p:cNvGrpSpPr/>
          <p:nvPr/>
        </p:nvGrpSpPr>
        <p:grpSpPr>
          <a:xfrm>
            <a:off x="1317466" y="2709483"/>
            <a:ext cx="258382" cy="348543"/>
            <a:chOff x="1317466" y="2884883"/>
            <a:chExt cx="258382" cy="348543"/>
          </a:xfrm>
        </p:grpSpPr>
        <p:sp>
          <p:nvSpPr>
            <p:cNvPr id="12756" name="Google Shape;12756;p8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81"/>
          <p:cNvGrpSpPr/>
          <p:nvPr/>
        </p:nvGrpSpPr>
        <p:grpSpPr>
          <a:xfrm>
            <a:off x="3121167" y="2709483"/>
            <a:ext cx="258414" cy="348543"/>
            <a:chOff x="3121167" y="2884883"/>
            <a:chExt cx="258414" cy="348543"/>
          </a:xfrm>
        </p:grpSpPr>
        <p:sp>
          <p:nvSpPr>
            <p:cNvPr id="12765" name="Google Shape;12765;p8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81"/>
          <p:cNvGrpSpPr/>
          <p:nvPr/>
        </p:nvGrpSpPr>
        <p:grpSpPr>
          <a:xfrm>
            <a:off x="4899999" y="2706695"/>
            <a:ext cx="271244" cy="346801"/>
            <a:chOff x="4899999" y="2882095"/>
            <a:chExt cx="271244" cy="346801"/>
          </a:xfrm>
        </p:grpSpPr>
        <p:sp>
          <p:nvSpPr>
            <p:cNvPr id="12774" name="Google Shape;12774;p8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81"/>
          <p:cNvGrpSpPr/>
          <p:nvPr/>
        </p:nvGrpSpPr>
        <p:grpSpPr>
          <a:xfrm>
            <a:off x="7162775" y="2705713"/>
            <a:ext cx="259523" cy="346294"/>
            <a:chOff x="7162775" y="2881113"/>
            <a:chExt cx="259523" cy="346294"/>
          </a:xfrm>
        </p:grpSpPr>
        <p:sp>
          <p:nvSpPr>
            <p:cNvPr id="12785" name="Google Shape;12785;p8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81"/>
          <p:cNvGrpSpPr/>
          <p:nvPr/>
        </p:nvGrpSpPr>
        <p:grpSpPr>
          <a:xfrm>
            <a:off x="6709751" y="2706442"/>
            <a:ext cx="261075" cy="347815"/>
            <a:chOff x="6709751" y="2881842"/>
            <a:chExt cx="261075" cy="347815"/>
          </a:xfrm>
        </p:grpSpPr>
        <p:sp>
          <p:nvSpPr>
            <p:cNvPr id="12792" name="Google Shape;12792;p8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1"/>
          <p:cNvGrpSpPr/>
          <p:nvPr/>
        </p:nvGrpSpPr>
        <p:grpSpPr>
          <a:xfrm>
            <a:off x="5807156" y="2705713"/>
            <a:ext cx="261043" cy="348163"/>
            <a:chOff x="5807156" y="2881113"/>
            <a:chExt cx="261043" cy="348163"/>
          </a:xfrm>
        </p:grpSpPr>
        <p:sp>
          <p:nvSpPr>
            <p:cNvPr id="12799" name="Google Shape;12799;p8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81"/>
          <p:cNvGrpSpPr/>
          <p:nvPr/>
        </p:nvGrpSpPr>
        <p:grpSpPr>
          <a:xfrm>
            <a:off x="5355653" y="2706093"/>
            <a:ext cx="262184" cy="346643"/>
            <a:chOff x="5355653" y="2881493"/>
            <a:chExt cx="262184" cy="346643"/>
          </a:xfrm>
        </p:grpSpPr>
        <p:sp>
          <p:nvSpPr>
            <p:cNvPr id="12805" name="Google Shape;12805;p8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81"/>
          <p:cNvGrpSpPr/>
          <p:nvPr/>
        </p:nvGrpSpPr>
        <p:grpSpPr>
          <a:xfrm>
            <a:off x="8055961" y="2706442"/>
            <a:ext cx="260283" cy="345914"/>
            <a:chOff x="8055961" y="2881842"/>
            <a:chExt cx="260283" cy="345914"/>
          </a:xfrm>
        </p:grpSpPr>
        <p:sp>
          <p:nvSpPr>
            <p:cNvPr id="12811" name="Google Shape;12811;p8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81"/>
          <p:cNvGrpSpPr/>
          <p:nvPr/>
        </p:nvGrpSpPr>
        <p:grpSpPr>
          <a:xfrm>
            <a:off x="7609368" y="2718512"/>
            <a:ext cx="264813" cy="353105"/>
            <a:chOff x="7609368" y="2893912"/>
            <a:chExt cx="264813" cy="353105"/>
          </a:xfrm>
        </p:grpSpPr>
        <p:sp>
          <p:nvSpPr>
            <p:cNvPr id="12816" name="Google Shape;12816;p8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81"/>
          <p:cNvGrpSpPr/>
          <p:nvPr/>
        </p:nvGrpSpPr>
        <p:grpSpPr>
          <a:xfrm>
            <a:off x="6248458" y="2694372"/>
            <a:ext cx="270864" cy="360645"/>
            <a:chOff x="6248458" y="2869772"/>
            <a:chExt cx="270864" cy="360645"/>
          </a:xfrm>
        </p:grpSpPr>
        <p:sp>
          <p:nvSpPr>
            <p:cNvPr id="12823" name="Google Shape;12823;p8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81"/>
          <p:cNvGrpSpPr/>
          <p:nvPr/>
        </p:nvGrpSpPr>
        <p:grpSpPr>
          <a:xfrm>
            <a:off x="3075928" y="2270398"/>
            <a:ext cx="363243" cy="300675"/>
            <a:chOff x="3075928" y="2445798"/>
            <a:chExt cx="363243" cy="300675"/>
          </a:xfrm>
        </p:grpSpPr>
        <p:sp>
          <p:nvSpPr>
            <p:cNvPr id="12829" name="Google Shape;12829;p8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81"/>
          <p:cNvGrpSpPr/>
          <p:nvPr/>
        </p:nvGrpSpPr>
        <p:grpSpPr>
          <a:xfrm>
            <a:off x="2633105" y="2256459"/>
            <a:ext cx="363243" cy="328585"/>
            <a:chOff x="2633105" y="2431859"/>
            <a:chExt cx="363243" cy="328585"/>
          </a:xfrm>
        </p:grpSpPr>
        <p:sp>
          <p:nvSpPr>
            <p:cNvPr id="12841" name="Google Shape;12841;p8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81"/>
          <p:cNvGrpSpPr/>
          <p:nvPr/>
        </p:nvGrpSpPr>
        <p:grpSpPr>
          <a:xfrm>
            <a:off x="2189142" y="2245910"/>
            <a:ext cx="365904" cy="350064"/>
            <a:chOff x="2189142" y="2421310"/>
            <a:chExt cx="365904" cy="350064"/>
          </a:xfrm>
        </p:grpSpPr>
        <p:sp>
          <p:nvSpPr>
            <p:cNvPr id="12850" name="Google Shape;12850;p8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9" name="Google Shape;12859;p81"/>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0" name="Google Shape;12860;p81"/>
          <p:cNvGrpSpPr/>
          <p:nvPr/>
        </p:nvGrpSpPr>
        <p:grpSpPr>
          <a:xfrm>
            <a:off x="3961923" y="2310917"/>
            <a:ext cx="364415" cy="220936"/>
            <a:chOff x="3961923" y="2486317"/>
            <a:chExt cx="364415" cy="220936"/>
          </a:xfrm>
        </p:grpSpPr>
        <p:sp>
          <p:nvSpPr>
            <p:cNvPr id="12861" name="Google Shape;12861;p8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5" name="Google Shape;12865;p81"/>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6" name="Google Shape;12866;p81"/>
          <p:cNvGrpSpPr/>
          <p:nvPr/>
        </p:nvGrpSpPr>
        <p:grpSpPr>
          <a:xfrm>
            <a:off x="1303876" y="2243977"/>
            <a:ext cx="363275" cy="354626"/>
            <a:chOff x="1303876" y="2419377"/>
            <a:chExt cx="363275" cy="354626"/>
          </a:xfrm>
        </p:grpSpPr>
        <p:sp>
          <p:nvSpPr>
            <p:cNvPr id="12867" name="Google Shape;12867;p8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81"/>
          <p:cNvGrpSpPr/>
          <p:nvPr/>
        </p:nvGrpSpPr>
        <p:grpSpPr>
          <a:xfrm>
            <a:off x="861053" y="2239510"/>
            <a:ext cx="362134" cy="363623"/>
            <a:chOff x="861053" y="2414910"/>
            <a:chExt cx="362134" cy="363623"/>
          </a:xfrm>
        </p:grpSpPr>
        <p:sp>
          <p:nvSpPr>
            <p:cNvPr id="12876" name="Google Shape;12876;p8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81"/>
          <p:cNvGrpSpPr/>
          <p:nvPr/>
        </p:nvGrpSpPr>
        <p:grpSpPr>
          <a:xfrm>
            <a:off x="7594288" y="2239859"/>
            <a:ext cx="279513" cy="355735"/>
            <a:chOff x="7594288" y="2415259"/>
            <a:chExt cx="279513" cy="355735"/>
          </a:xfrm>
        </p:grpSpPr>
        <p:sp>
          <p:nvSpPr>
            <p:cNvPr id="12882" name="Google Shape;12882;p8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81"/>
          <p:cNvGrpSpPr/>
          <p:nvPr/>
        </p:nvGrpSpPr>
        <p:grpSpPr>
          <a:xfrm>
            <a:off x="7145794" y="2240239"/>
            <a:ext cx="278784" cy="355735"/>
            <a:chOff x="7145794" y="2415639"/>
            <a:chExt cx="278784" cy="355735"/>
          </a:xfrm>
        </p:grpSpPr>
        <p:sp>
          <p:nvSpPr>
            <p:cNvPr id="12889" name="Google Shape;12889;p8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81"/>
          <p:cNvGrpSpPr/>
          <p:nvPr/>
        </p:nvGrpSpPr>
        <p:grpSpPr>
          <a:xfrm>
            <a:off x="6698441" y="2239130"/>
            <a:ext cx="277644" cy="357984"/>
            <a:chOff x="6698441" y="2414530"/>
            <a:chExt cx="277644" cy="357984"/>
          </a:xfrm>
        </p:grpSpPr>
        <p:sp>
          <p:nvSpPr>
            <p:cNvPr id="12900" name="Google Shape;12900;p8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81"/>
          <p:cNvGrpSpPr/>
          <p:nvPr/>
        </p:nvGrpSpPr>
        <p:grpSpPr>
          <a:xfrm>
            <a:off x="4897750" y="2240239"/>
            <a:ext cx="279513" cy="357255"/>
            <a:chOff x="4897750" y="2415639"/>
            <a:chExt cx="279513" cy="357255"/>
          </a:xfrm>
        </p:grpSpPr>
        <p:sp>
          <p:nvSpPr>
            <p:cNvPr id="12907" name="Google Shape;12907;p8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81"/>
          <p:cNvGrpSpPr/>
          <p:nvPr/>
        </p:nvGrpSpPr>
        <p:grpSpPr>
          <a:xfrm>
            <a:off x="5812066" y="2240619"/>
            <a:ext cx="264813" cy="353454"/>
            <a:chOff x="5812066" y="2416019"/>
            <a:chExt cx="264813" cy="353454"/>
          </a:xfrm>
        </p:grpSpPr>
        <p:sp>
          <p:nvSpPr>
            <p:cNvPr id="12916" name="Google Shape;12916;p8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81"/>
          <p:cNvGrpSpPr/>
          <p:nvPr/>
        </p:nvGrpSpPr>
        <p:grpSpPr>
          <a:xfrm>
            <a:off x="8054820" y="2240999"/>
            <a:ext cx="264433" cy="353454"/>
            <a:chOff x="8054820" y="2416399"/>
            <a:chExt cx="264433" cy="353454"/>
          </a:xfrm>
        </p:grpSpPr>
        <p:sp>
          <p:nvSpPr>
            <p:cNvPr id="12924" name="Google Shape;12924;p8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81"/>
          <p:cNvGrpSpPr/>
          <p:nvPr/>
        </p:nvGrpSpPr>
        <p:grpSpPr>
          <a:xfrm>
            <a:off x="5356413" y="2237990"/>
            <a:ext cx="271212" cy="361374"/>
            <a:chOff x="5356413" y="2413390"/>
            <a:chExt cx="271212" cy="361374"/>
          </a:xfrm>
        </p:grpSpPr>
        <p:sp>
          <p:nvSpPr>
            <p:cNvPr id="12931" name="Google Shape;12931;p8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81"/>
          <p:cNvGrpSpPr/>
          <p:nvPr/>
        </p:nvGrpSpPr>
        <p:grpSpPr>
          <a:xfrm>
            <a:off x="6255238" y="2236849"/>
            <a:ext cx="271244" cy="360994"/>
            <a:chOff x="6255238" y="2412249"/>
            <a:chExt cx="271244" cy="360994"/>
          </a:xfrm>
        </p:grpSpPr>
        <p:sp>
          <p:nvSpPr>
            <p:cNvPr id="12937" name="Google Shape;12937;p8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81"/>
          <p:cNvGrpSpPr/>
          <p:nvPr/>
        </p:nvGrpSpPr>
        <p:grpSpPr>
          <a:xfrm>
            <a:off x="2185372" y="1782399"/>
            <a:ext cx="366664" cy="366981"/>
            <a:chOff x="2185372" y="1957799"/>
            <a:chExt cx="366664" cy="366981"/>
          </a:xfrm>
        </p:grpSpPr>
        <p:sp>
          <p:nvSpPr>
            <p:cNvPr id="12944" name="Google Shape;12944;p8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81"/>
          <p:cNvGrpSpPr/>
          <p:nvPr/>
        </p:nvGrpSpPr>
        <p:grpSpPr>
          <a:xfrm>
            <a:off x="1737258" y="1812971"/>
            <a:ext cx="370814" cy="307359"/>
            <a:chOff x="1737258" y="1988371"/>
            <a:chExt cx="370814" cy="307359"/>
          </a:xfrm>
        </p:grpSpPr>
        <p:sp>
          <p:nvSpPr>
            <p:cNvPr id="12953" name="Google Shape;12953;p8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81"/>
          <p:cNvGrpSpPr/>
          <p:nvPr/>
        </p:nvGrpSpPr>
        <p:grpSpPr>
          <a:xfrm>
            <a:off x="848983" y="1814111"/>
            <a:ext cx="369294" cy="304350"/>
            <a:chOff x="848983" y="1989511"/>
            <a:chExt cx="369294" cy="304350"/>
          </a:xfrm>
        </p:grpSpPr>
        <p:sp>
          <p:nvSpPr>
            <p:cNvPr id="12958" name="Google Shape;12958;p8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81"/>
          <p:cNvGrpSpPr/>
          <p:nvPr/>
        </p:nvGrpSpPr>
        <p:grpSpPr>
          <a:xfrm>
            <a:off x="3074027" y="1808377"/>
            <a:ext cx="380604" cy="313854"/>
            <a:chOff x="3074027" y="1983777"/>
            <a:chExt cx="380604" cy="313854"/>
          </a:xfrm>
        </p:grpSpPr>
        <p:sp>
          <p:nvSpPr>
            <p:cNvPr id="12964" name="Google Shape;12964;p8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81"/>
          <p:cNvGrpSpPr/>
          <p:nvPr/>
        </p:nvGrpSpPr>
        <p:grpSpPr>
          <a:xfrm>
            <a:off x="3522521" y="1800457"/>
            <a:ext cx="367013" cy="331278"/>
            <a:chOff x="3522521" y="1975857"/>
            <a:chExt cx="367013" cy="331278"/>
          </a:xfrm>
        </p:grpSpPr>
        <p:sp>
          <p:nvSpPr>
            <p:cNvPr id="12970" name="Google Shape;12970;p8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81"/>
          <p:cNvGrpSpPr/>
          <p:nvPr/>
        </p:nvGrpSpPr>
        <p:grpSpPr>
          <a:xfrm>
            <a:off x="2630824" y="1801566"/>
            <a:ext cx="368185" cy="330454"/>
            <a:chOff x="2630824" y="1976966"/>
            <a:chExt cx="368185" cy="330454"/>
          </a:xfrm>
        </p:grpSpPr>
        <p:sp>
          <p:nvSpPr>
            <p:cNvPr id="12978" name="Google Shape;12978;p8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81"/>
          <p:cNvGrpSpPr/>
          <p:nvPr/>
        </p:nvGrpSpPr>
        <p:grpSpPr>
          <a:xfrm>
            <a:off x="1293706" y="1791016"/>
            <a:ext cx="369294" cy="350444"/>
            <a:chOff x="1293706" y="1966416"/>
            <a:chExt cx="369294" cy="350444"/>
          </a:xfrm>
        </p:grpSpPr>
        <p:sp>
          <p:nvSpPr>
            <p:cNvPr id="12987" name="Google Shape;12987;p8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81"/>
          <p:cNvGrpSpPr/>
          <p:nvPr/>
        </p:nvGrpSpPr>
        <p:grpSpPr>
          <a:xfrm>
            <a:off x="3967213" y="1800077"/>
            <a:ext cx="368185" cy="331816"/>
            <a:chOff x="3967213" y="1975477"/>
            <a:chExt cx="368185" cy="331816"/>
          </a:xfrm>
        </p:grpSpPr>
        <p:sp>
          <p:nvSpPr>
            <p:cNvPr id="12996" name="Google Shape;12996;p8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81"/>
          <p:cNvGrpSpPr/>
          <p:nvPr/>
        </p:nvGrpSpPr>
        <p:grpSpPr>
          <a:xfrm>
            <a:off x="8047661" y="1793646"/>
            <a:ext cx="279132" cy="356875"/>
            <a:chOff x="8047661" y="1969046"/>
            <a:chExt cx="279132" cy="356875"/>
          </a:xfrm>
        </p:grpSpPr>
        <p:sp>
          <p:nvSpPr>
            <p:cNvPr id="13000" name="Google Shape;13000;p8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81"/>
          <p:cNvGrpSpPr/>
          <p:nvPr/>
        </p:nvGrpSpPr>
        <p:grpSpPr>
          <a:xfrm>
            <a:off x="7596157" y="1792759"/>
            <a:ext cx="279544" cy="358142"/>
            <a:chOff x="7596157" y="1968159"/>
            <a:chExt cx="279544" cy="358142"/>
          </a:xfrm>
        </p:grpSpPr>
        <p:sp>
          <p:nvSpPr>
            <p:cNvPr id="13005" name="Google Shape;13005;p8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81"/>
          <p:cNvGrpSpPr/>
          <p:nvPr/>
        </p:nvGrpSpPr>
        <p:grpSpPr>
          <a:xfrm>
            <a:off x="7147315" y="1793646"/>
            <a:ext cx="279513" cy="357636"/>
            <a:chOff x="7147315" y="1969046"/>
            <a:chExt cx="279513" cy="357636"/>
          </a:xfrm>
        </p:grpSpPr>
        <p:sp>
          <p:nvSpPr>
            <p:cNvPr id="13012" name="Google Shape;13012;p8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81"/>
          <p:cNvGrpSpPr/>
          <p:nvPr/>
        </p:nvGrpSpPr>
        <p:grpSpPr>
          <a:xfrm>
            <a:off x="6697681" y="1792917"/>
            <a:ext cx="280305" cy="359093"/>
            <a:chOff x="6697681" y="1968317"/>
            <a:chExt cx="280305" cy="359093"/>
          </a:xfrm>
        </p:grpSpPr>
        <p:sp>
          <p:nvSpPr>
            <p:cNvPr id="13020" name="Google Shape;13020;p8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81"/>
          <p:cNvGrpSpPr/>
          <p:nvPr/>
        </p:nvGrpSpPr>
        <p:grpSpPr>
          <a:xfrm>
            <a:off x="6248839" y="1792537"/>
            <a:ext cx="280273" cy="358744"/>
            <a:chOff x="6248839" y="1967937"/>
            <a:chExt cx="280273" cy="358744"/>
          </a:xfrm>
        </p:grpSpPr>
        <p:sp>
          <p:nvSpPr>
            <p:cNvPr id="13028" name="Google Shape;13028;p8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81"/>
          <p:cNvGrpSpPr/>
          <p:nvPr/>
        </p:nvGrpSpPr>
        <p:grpSpPr>
          <a:xfrm>
            <a:off x="5801485" y="1793646"/>
            <a:ext cx="279164" cy="357794"/>
            <a:chOff x="5801485" y="1969046"/>
            <a:chExt cx="279164" cy="357794"/>
          </a:xfrm>
        </p:grpSpPr>
        <p:sp>
          <p:nvSpPr>
            <p:cNvPr id="13035" name="Google Shape;13035;p8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81"/>
          <p:cNvGrpSpPr/>
          <p:nvPr/>
        </p:nvGrpSpPr>
        <p:grpSpPr>
          <a:xfrm>
            <a:off x="5352643" y="1793646"/>
            <a:ext cx="278404" cy="358364"/>
            <a:chOff x="5352643" y="1969046"/>
            <a:chExt cx="278404" cy="358364"/>
          </a:xfrm>
        </p:grpSpPr>
        <p:sp>
          <p:nvSpPr>
            <p:cNvPr id="13049" name="Google Shape;13049;p8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1"/>
          <p:cNvGrpSpPr/>
          <p:nvPr/>
        </p:nvGrpSpPr>
        <p:grpSpPr>
          <a:xfrm>
            <a:off x="4897750" y="1792917"/>
            <a:ext cx="279132" cy="358364"/>
            <a:chOff x="4897750" y="1968317"/>
            <a:chExt cx="279132" cy="358364"/>
          </a:xfrm>
        </p:grpSpPr>
        <p:sp>
          <p:nvSpPr>
            <p:cNvPr id="13054" name="Google Shape;13054;p8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7" name="Google Shape;13067;p81"/>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8" name="Google Shape;13068;p81"/>
          <p:cNvGrpSpPr/>
          <p:nvPr/>
        </p:nvGrpSpPr>
        <p:grpSpPr>
          <a:xfrm>
            <a:off x="1767449" y="1337644"/>
            <a:ext cx="324403" cy="347783"/>
            <a:chOff x="1767449" y="1513044"/>
            <a:chExt cx="324403" cy="347783"/>
          </a:xfrm>
        </p:grpSpPr>
        <p:sp>
          <p:nvSpPr>
            <p:cNvPr id="13069" name="Google Shape;13069;p8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81"/>
          <p:cNvGrpSpPr/>
          <p:nvPr/>
        </p:nvGrpSpPr>
        <p:grpSpPr>
          <a:xfrm>
            <a:off x="4007193" y="1337327"/>
            <a:ext cx="320633" cy="348100"/>
            <a:chOff x="4007193" y="1512727"/>
            <a:chExt cx="320633" cy="348100"/>
          </a:xfrm>
        </p:grpSpPr>
        <p:sp>
          <p:nvSpPr>
            <p:cNvPr id="13079" name="Google Shape;13079;p8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4" name="Google Shape;13084;p81"/>
          <p:cNvGrpSpPr/>
          <p:nvPr/>
        </p:nvGrpSpPr>
        <p:grpSpPr>
          <a:xfrm>
            <a:off x="3530425" y="1333347"/>
            <a:ext cx="368175" cy="344594"/>
            <a:chOff x="3530425" y="1508747"/>
            <a:chExt cx="368175" cy="344594"/>
          </a:xfrm>
        </p:grpSpPr>
        <p:sp>
          <p:nvSpPr>
            <p:cNvPr id="13085" name="Google Shape;13085;p8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81"/>
          <p:cNvGrpSpPr/>
          <p:nvPr/>
        </p:nvGrpSpPr>
        <p:grpSpPr>
          <a:xfrm>
            <a:off x="3127598" y="1337834"/>
            <a:ext cx="289714" cy="347593"/>
            <a:chOff x="3127598" y="1513234"/>
            <a:chExt cx="289714" cy="347593"/>
          </a:xfrm>
        </p:grpSpPr>
        <p:sp>
          <p:nvSpPr>
            <p:cNvPr id="13090" name="Google Shape;13090;p8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81"/>
          <p:cNvGrpSpPr/>
          <p:nvPr/>
        </p:nvGrpSpPr>
        <p:grpSpPr>
          <a:xfrm>
            <a:off x="2662884" y="1337644"/>
            <a:ext cx="322914" cy="348543"/>
            <a:chOff x="2662884" y="1513044"/>
            <a:chExt cx="322914" cy="348543"/>
          </a:xfrm>
        </p:grpSpPr>
        <p:sp>
          <p:nvSpPr>
            <p:cNvPr id="13096" name="Google Shape;13096;p8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81"/>
          <p:cNvGrpSpPr/>
          <p:nvPr/>
        </p:nvGrpSpPr>
        <p:grpSpPr>
          <a:xfrm>
            <a:off x="2232511" y="1337359"/>
            <a:ext cx="299534" cy="348068"/>
            <a:chOff x="2232511" y="1512759"/>
            <a:chExt cx="299534" cy="348068"/>
          </a:xfrm>
        </p:grpSpPr>
        <p:sp>
          <p:nvSpPr>
            <p:cNvPr id="13107" name="Google Shape;13107;p8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81"/>
          <p:cNvGrpSpPr/>
          <p:nvPr/>
        </p:nvGrpSpPr>
        <p:grpSpPr>
          <a:xfrm>
            <a:off x="1331406" y="1337961"/>
            <a:ext cx="301784" cy="348607"/>
            <a:chOff x="1331406" y="1513361"/>
            <a:chExt cx="301784" cy="348607"/>
          </a:xfrm>
        </p:grpSpPr>
        <p:sp>
          <p:nvSpPr>
            <p:cNvPr id="13119" name="Google Shape;13119;p8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3" name="Google Shape;13123;p81"/>
          <p:cNvGrpSpPr/>
          <p:nvPr/>
        </p:nvGrpSpPr>
        <p:grpSpPr>
          <a:xfrm>
            <a:off x="7144274" y="1324814"/>
            <a:ext cx="282174" cy="355735"/>
            <a:chOff x="7144274" y="1500214"/>
            <a:chExt cx="282174" cy="355735"/>
          </a:xfrm>
        </p:grpSpPr>
        <p:sp>
          <p:nvSpPr>
            <p:cNvPr id="13124" name="Google Shape;13124;p8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81"/>
          <p:cNvGrpSpPr/>
          <p:nvPr/>
        </p:nvGrpSpPr>
        <p:grpSpPr>
          <a:xfrm>
            <a:off x="6685262" y="1324814"/>
            <a:ext cx="289682" cy="354594"/>
            <a:chOff x="6685262" y="1500214"/>
            <a:chExt cx="289682" cy="354594"/>
          </a:xfrm>
        </p:grpSpPr>
        <p:sp>
          <p:nvSpPr>
            <p:cNvPr id="13131" name="Google Shape;13131;p8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81"/>
          <p:cNvGrpSpPr/>
          <p:nvPr/>
        </p:nvGrpSpPr>
        <p:grpSpPr>
          <a:xfrm>
            <a:off x="6200938" y="1325194"/>
            <a:ext cx="322154" cy="355355"/>
            <a:chOff x="6200938" y="1500594"/>
            <a:chExt cx="322154" cy="355355"/>
          </a:xfrm>
        </p:grpSpPr>
        <p:sp>
          <p:nvSpPr>
            <p:cNvPr id="13136" name="Google Shape;13136;p8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81"/>
          <p:cNvGrpSpPr/>
          <p:nvPr/>
        </p:nvGrpSpPr>
        <p:grpSpPr>
          <a:xfrm>
            <a:off x="5289631" y="1324814"/>
            <a:ext cx="332355" cy="354974"/>
            <a:chOff x="5289631" y="1500214"/>
            <a:chExt cx="332355" cy="354974"/>
          </a:xfrm>
        </p:grpSpPr>
        <p:sp>
          <p:nvSpPr>
            <p:cNvPr id="13142" name="Google Shape;13142;p8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81"/>
          <p:cNvGrpSpPr/>
          <p:nvPr/>
        </p:nvGrpSpPr>
        <p:grpSpPr>
          <a:xfrm>
            <a:off x="5748295" y="1324433"/>
            <a:ext cx="323294" cy="356115"/>
            <a:chOff x="5748295" y="1499833"/>
            <a:chExt cx="323294" cy="356115"/>
          </a:xfrm>
        </p:grpSpPr>
        <p:sp>
          <p:nvSpPr>
            <p:cNvPr id="13149" name="Google Shape;13149;p8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81"/>
          <p:cNvGrpSpPr/>
          <p:nvPr/>
        </p:nvGrpSpPr>
        <p:grpSpPr>
          <a:xfrm>
            <a:off x="8047661" y="1325637"/>
            <a:ext cx="278404" cy="355260"/>
            <a:chOff x="8047661" y="1501037"/>
            <a:chExt cx="278404" cy="355260"/>
          </a:xfrm>
        </p:grpSpPr>
        <p:sp>
          <p:nvSpPr>
            <p:cNvPr id="13157" name="Google Shape;13157;p8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81"/>
          <p:cNvGrpSpPr/>
          <p:nvPr/>
        </p:nvGrpSpPr>
        <p:grpSpPr>
          <a:xfrm>
            <a:off x="4903389" y="1324814"/>
            <a:ext cx="267854" cy="355735"/>
            <a:chOff x="4903389" y="1500214"/>
            <a:chExt cx="267854" cy="355735"/>
          </a:xfrm>
        </p:grpSpPr>
        <p:sp>
          <p:nvSpPr>
            <p:cNvPr id="13162" name="Google Shape;13162;p8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81"/>
          <p:cNvGrpSpPr/>
          <p:nvPr/>
        </p:nvGrpSpPr>
        <p:grpSpPr>
          <a:xfrm>
            <a:off x="7613518" y="1325954"/>
            <a:ext cx="264433" cy="353074"/>
            <a:chOff x="7613518" y="1501354"/>
            <a:chExt cx="264433" cy="353074"/>
          </a:xfrm>
        </p:grpSpPr>
        <p:sp>
          <p:nvSpPr>
            <p:cNvPr id="13168" name="Google Shape;13168;p8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4" name="Google Shape;13174;p81"/>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175" name="Google Shape;13175;p81"/>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79" name="Shape 13179"/>
        <p:cNvGrpSpPr/>
        <p:nvPr/>
      </p:nvGrpSpPr>
      <p:grpSpPr>
        <a:xfrm>
          <a:off x="0" y="0"/>
          <a:ext cx="0" cy="0"/>
          <a:chOff x="0" y="0"/>
          <a:chExt cx="0" cy="0"/>
        </a:xfrm>
      </p:grpSpPr>
      <p:grpSp>
        <p:nvGrpSpPr>
          <p:cNvPr id="13180" name="Google Shape;13180;p82"/>
          <p:cNvGrpSpPr/>
          <p:nvPr/>
        </p:nvGrpSpPr>
        <p:grpSpPr>
          <a:xfrm>
            <a:off x="1757085" y="1325225"/>
            <a:ext cx="371069" cy="359396"/>
            <a:chOff x="1757085" y="1500675"/>
            <a:chExt cx="371069" cy="359396"/>
          </a:xfrm>
        </p:grpSpPr>
        <p:sp>
          <p:nvSpPr>
            <p:cNvPr id="13181" name="Google Shape;13181;p8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82"/>
          <p:cNvGrpSpPr/>
          <p:nvPr/>
        </p:nvGrpSpPr>
        <p:grpSpPr>
          <a:xfrm>
            <a:off x="2774209" y="1779241"/>
            <a:ext cx="116693" cy="374186"/>
            <a:chOff x="2774209" y="1954691"/>
            <a:chExt cx="116693" cy="374186"/>
          </a:xfrm>
        </p:grpSpPr>
        <p:sp>
          <p:nvSpPr>
            <p:cNvPr id="13211" name="Google Shape;13211;p8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2"/>
          <p:cNvGrpSpPr/>
          <p:nvPr/>
        </p:nvGrpSpPr>
        <p:grpSpPr>
          <a:xfrm>
            <a:off x="4017435" y="1324462"/>
            <a:ext cx="315092" cy="359397"/>
            <a:chOff x="4017435" y="1499912"/>
            <a:chExt cx="315092" cy="359397"/>
          </a:xfrm>
        </p:grpSpPr>
        <p:sp>
          <p:nvSpPr>
            <p:cNvPr id="13214" name="Google Shape;13214;p8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82"/>
          <p:cNvGrpSpPr/>
          <p:nvPr/>
        </p:nvGrpSpPr>
        <p:grpSpPr>
          <a:xfrm>
            <a:off x="3963652" y="1824309"/>
            <a:ext cx="374154" cy="284050"/>
            <a:chOff x="3963652" y="1999759"/>
            <a:chExt cx="374154" cy="284050"/>
          </a:xfrm>
        </p:grpSpPr>
        <p:sp>
          <p:nvSpPr>
            <p:cNvPr id="13217" name="Google Shape;13217;p8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82"/>
          <p:cNvGrpSpPr/>
          <p:nvPr/>
        </p:nvGrpSpPr>
        <p:grpSpPr>
          <a:xfrm>
            <a:off x="1777536" y="1839416"/>
            <a:ext cx="376444" cy="253772"/>
            <a:chOff x="1777536" y="2014866"/>
            <a:chExt cx="376444" cy="253772"/>
          </a:xfrm>
        </p:grpSpPr>
        <p:sp>
          <p:nvSpPr>
            <p:cNvPr id="13221" name="Google Shape;13221;p8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82"/>
          <p:cNvGrpSpPr/>
          <p:nvPr/>
        </p:nvGrpSpPr>
        <p:grpSpPr>
          <a:xfrm>
            <a:off x="1309875" y="1881876"/>
            <a:ext cx="374154" cy="169680"/>
            <a:chOff x="1309875" y="2057326"/>
            <a:chExt cx="374154" cy="169680"/>
          </a:xfrm>
        </p:grpSpPr>
        <p:sp>
          <p:nvSpPr>
            <p:cNvPr id="13227" name="Google Shape;13227;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8" name="Google Shape;13238;p82"/>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9" name="Google Shape;13239;p82"/>
          <p:cNvGrpSpPr/>
          <p:nvPr/>
        </p:nvGrpSpPr>
        <p:grpSpPr>
          <a:xfrm>
            <a:off x="2347450" y="1779114"/>
            <a:ext cx="113639" cy="373168"/>
            <a:chOff x="2347450" y="1954564"/>
            <a:chExt cx="113639" cy="373168"/>
          </a:xfrm>
        </p:grpSpPr>
        <p:sp>
          <p:nvSpPr>
            <p:cNvPr id="13240" name="Google Shape;13240;p8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2" name="Google Shape;13242;p82"/>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3" name="Google Shape;13243;p82"/>
          <p:cNvGrpSpPr/>
          <p:nvPr/>
        </p:nvGrpSpPr>
        <p:grpSpPr>
          <a:xfrm>
            <a:off x="3110102" y="1324430"/>
            <a:ext cx="330613" cy="358379"/>
            <a:chOff x="3110102" y="1499880"/>
            <a:chExt cx="330613" cy="358379"/>
          </a:xfrm>
        </p:grpSpPr>
        <p:sp>
          <p:nvSpPr>
            <p:cNvPr id="13244" name="Google Shape;13244;p8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1" name="Google Shape;13251;p82"/>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2" name="Google Shape;13252;p82"/>
          <p:cNvGrpSpPr/>
          <p:nvPr/>
        </p:nvGrpSpPr>
        <p:grpSpPr>
          <a:xfrm>
            <a:off x="3485575" y="1824309"/>
            <a:ext cx="373772" cy="284050"/>
            <a:chOff x="3531200" y="1999759"/>
            <a:chExt cx="373772" cy="284050"/>
          </a:xfrm>
        </p:grpSpPr>
        <p:sp>
          <p:nvSpPr>
            <p:cNvPr id="13253" name="Google Shape;13253;p8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7" name="Google Shape;13257;p82"/>
          <p:cNvGrpSpPr/>
          <p:nvPr/>
        </p:nvGrpSpPr>
        <p:grpSpPr>
          <a:xfrm>
            <a:off x="2667058" y="1324843"/>
            <a:ext cx="330231" cy="359015"/>
            <a:chOff x="2667058" y="1500293"/>
            <a:chExt cx="330231" cy="359015"/>
          </a:xfrm>
        </p:grpSpPr>
        <p:sp>
          <p:nvSpPr>
            <p:cNvPr id="13258" name="Google Shape;13258;p8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82"/>
          <p:cNvGrpSpPr/>
          <p:nvPr/>
        </p:nvGrpSpPr>
        <p:grpSpPr>
          <a:xfrm>
            <a:off x="3567553" y="1324462"/>
            <a:ext cx="320022" cy="359778"/>
            <a:chOff x="3567553" y="1499912"/>
            <a:chExt cx="320022" cy="359778"/>
          </a:xfrm>
        </p:grpSpPr>
        <p:sp>
          <p:nvSpPr>
            <p:cNvPr id="13277" name="Google Shape;13277;p8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3" name="Google Shape;13283;p82"/>
          <p:cNvGrpSpPr/>
          <p:nvPr/>
        </p:nvGrpSpPr>
        <p:grpSpPr>
          <a:xfrm>
            <a:off x="1309875" y="1324462"/>
            <a:ext cx="359015" cy="358633"/>
            <a:chOff x="1309875" y="1499912"/>
            <a:chExt cx="359015" cy="358633"/>
          </a:xfrm>
        </p:grpSpPr>
        <p:sp>
          <p:nvSpPr>
            <p:cNvPr id="13284" name="Google Shape;13284;p8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82"/>
          <p:cNvGrpSpPr/>
          <p:nvPr/>
        </p:nvGrpSpPr>
        <p:grpSpPr>
          <a:xfrm>
            <a:off x="2219466" y="1324843"/>
            <a:ext cx="330613" cy="359015"/>
            <a:chOff x="2219466" y="1500293"/>
            <a:chExt cx="330613" cy="359015"/>
          </a:xfrm>
        </p:grpSpPr>
        <p:sp>
          <p:nvSpPr>
            <p:cNvPr id="13294" name="Google Shape;13294;p8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82"/>
          <p:cNvGrpSpPr/>
          <p:nvPr/>
        </p:nvGrpSpPr>
        <p:grpSpPr>
          <a:xfrm>
            <a:off x="5343544" y="1333908"/>
            <a:ext cx="244676" cy="351095"/>
            <a:chOff x="5343544" y="1509358"/>
            <a:chExt cx="244676" cy="351095"/>
          </a:xfrm>
        </p:grpSpPr>
        <p:sp>
          <p:nvSpPr>
            <p:cNvPr id="13297" name="Google Shape;13297;p8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2"/>
          <p:cNvGrpSpPr/>
          <p:nvPr/>
        </p:nvGrpSpPr>
        <p:grpSpPr>
          <a:xfrm>
            <a:off x="4882340" y="1333908"/>
            <a:ext cx="246171" cy="351095"/>
            <a:chOff x="4882340" y="1509358"/>
            <a:chExt cx="246171" cy="351095"/>
          </a:xfrm>
        </p:grpSpPr>
        <p:sp>
          <p:nvSpPr>
            <p:cNvPr id="13301" name="Google Shape;13301;p8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82"/>
          <p:cNvGrpSpPr/>
          <p:nvPr/>
        </p:nvGrpSpPr>
        <p:grpSpPr>
          <a:xfrm>
            <a:off x="6273204" y="1333558"/>
            <a:ext cx="236343" cy="351445"/>
            <a:chOff x="6273204" y="1509008"/>
            <a:chExt cx="236343" cy="351445"/>
          </a:xfrm>
        </p:grpSpPr>
        <p:sp>
          <p:nvSpPr>
            <p:cNvPr id="13307" name="Google Shape;13307;p8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9" name="Google Shape;13309;p82"/>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0" name="Google Shape;13310;p82"/>
          <p:cNvGrpSpPr/>
          <p:nvPr/>
        </p:nvGrpSpPr>
        <p:grpSpPr>
          <a:xfrm>
            <a:off x="7219530" y="1332794"/>
            <a:ext cx="191625" cy="352209"/>
            <a:chOff x="7219530" y="1508244"/>
            <a:chExt cx="191625" cy="352209"/>
          </a:xfrm>
        </p:grpSpPr>
        <p:sp>
          <p:nvSpPr>
            <p:cNvPr id="13311" name="Google Shape;13311;p8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82"/>
          <p:cNvGrpSpPr/>
          <p:nvPr/>
        </p:nvGrpSpPr>
        <p:grpSpPr>
          <a:xfrm>
            <a:off x="7699309" y="1333176"/>
            <a:ext cx="154922" cy="351827"/>
            <a:chOff x="7699309" y="1508626"/>
            <a:chExt cx="154922" cy="351827"/>
          </a:xfrm>
        </p:grpSpPr>
        <p:sp>
          <p:nvSpPr>
            <p:cNvPr id="13314" name="Google Shape;13314;p8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82"/>
          <p:cNvGrpSpPr/>
          <p:nvPr/>
        </p:nvGrpSpPr>
        <p:grpSpPr>
          <a:xfrm>
            <a:off x="8161690" y="1333558"/>
            <a:ext cx="153396" cy="351064"/>
            <a:chOff x="8161690" y="1509008"/>
            <a:chExt cx="153396" cy="351064"/>
          </a:xfrm>
        </p:grpSpPr>
        <p:sp>
          <p:nvSpPr>
            <p:cNvPr id="13322" name="Google Shape;13322;p8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82"/>
          <p:cNvGrpSpPr/>
          <p:nvPr/>
        </p:nvGrpSpPr>
        <p:grpSpPr>
          <a:xfrm>
            <a:off x="6746940" y="1333431"/>
            <a:ext cx="213221" cy="352304"/>
            <a:chOff x="6746940" y="1508881"/>
            <a:chExt cx="213221" cy="352304"/>
          </a:xfrm>
        </p:grpSpPr>
        <p:sp>
          <p:nvSpPr>
            <p:cNvPr id="13327" name="Google Shape;13327;p8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82"/>
          <p:cNvGrpSpPr/>
          <p:nvPr/>
        </p:nvGrpSpPr>
        <p:grpSpPr>
          <a:xfrm>
            <a:off x="5770336" y="1832165"/>
            <a:ext cx="350682" cy="292097"/>
            <a:chOff x="5770336" y="2007615"/>
            <a:chExt cx="350682" cy="292097"/>
          </a:xfrm>
        </p:grpSpPr>
        <p:sp>
          <p:nvSpPr>
            <p:cNvPr id="13332" name="Google Shape;13332;p8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82"/>
          <p:cNvGrpSpPr/>
          <p:nvPr/>
        </p:nvGrpSpPr>
        <p:grpSpPr>
          <a:xfrm>
            <a:off x="5326878" y="1804908"/>
            <a:ext cx="350332" cy="346229"/>
            <a:chOff x="5326878" y="1980358"/>
            <a:chExt cx="350332" cy="346229"/>
          </a:xfrm>
        </p:grpSpPr>
        <p:sp>
          <p:nvSpPr>
            <p:cNvPr id="13337" name="Google Shape;13337;p8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1" name="Google Shape;13341;p82"/>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2" name="Google Shape;13342;p82"/>
          <p:cNvGrpSpPr/>
          <p:nvPr/>
        </p:nvGrpSpPr>
        <p:grpSpPr>
          <a:xfrm>
            <a:off x="4883835" y="1817121"/>
            <a:ext cx="350300" cy="323043"/>
            <a:chOff x="4883835" y="1992571"/>
            <a:chExt cx="350300" cy="323043"/>
          </a:xfrm>
        </p:grpSpPr>
        <p:sp>
          <p:nvSpPr>
            <p:cNvPr id="13343" name="Google Shape;13343;p8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82"/>
          <p:cNvGrpSpPr/>
          <p:nvPr/>
        </p:nvGrpSpPr>
        <p:grpSpPr>
          <a:xfrm>
            <a:off x="7548967" y="1803477"/>
            <a:ext cx="333285" cy="349950"/>
            <a:chOff x="7548967" y="1978927"/>
            <a:chExt cx="333285" cy="349950"/>
          </a:xfrm>
        </p:grpSpPr>
        <p:sp>
          <p:nvSpPr>
            <p:cNvPr id="13350" name="Google Shape;13350;p8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82"/>
          <p:cNvGrpSpPr/>
          <p:nvPr/>
        </p:nvGrpSpPr>
        <p:grpSpPr>
          <a:xfrm>
            <a:off x="6214142" y="1803477"/>
            <a:ext cx="346515" cy="350300"/>
            <a:chOff x="6214142" y="1978927"/>
            <a:chExt cx="346515" cy="350300"/>
          </a:xfrm>
        </p:grpSpPr>
        <p:sp>
          <p:nvSpPr>
            <p:cNvPr id="13358" name="Google Shape;13358;p8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82"/>
          <p:cNvGrpSpPr/>
          <p:nvPr/>
        </p:nvGrpSpPr>
        <p:grpSpPr>
          <a:xfrm>
            <a:off x="7105923" y="1803095"/>
            <a:ext cx="333285" cy="350682"/>
            <a:chOff x="7105923" y="1978545"/>
            <a:chExt cx="333285" cy="350682"/>
          </a:xfrm>
        </p:grpSpPr>
        <p:sp>
          <p:nvSpPr>
            <p:cNvPr id="13361" name="Google Shape;13361;p8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8" name="Google Shape;13368;p82"/>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2"/>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0" name="Google Shape;13370;p82"/>
          <p:cNvGrpSpPr/>
          <p:nvPr/>
        </p:nvGrpSpPr>
        <p:grpSpPr>
          <a:xfrm>
            <a:off x="3616406" y="2246902"/>
            <a:ext cx="203393" cy="351827"/>
            <a:chOff x="3616406" y="2422352"/>
            <a:chExt cx="203393" cy="351827"/>
          </a:xfrm>
        </p:grpSpPr>
        <p:sp>
          <p:nvSpPr>
            <p:cNvPr id="13371" name="Google Shape;13371;p8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82"/>
          <p:cNvGrpSpPr/>
          <p:nvPr/>
        </p:nvGrpSpPr>
        <p:grpSpPr>
          <a:xfrm>
            <a:off x="878187" y="2246520"/>
            <a:ext cx="272696" cy="351827"/>
            <a:chOff x="913012" y="2421970"/>
            <a:chExt cx="272696" cy="351827"/>
          </a:xfrm>
        </p:grpSpPr>
        <p:sp>
          <p:nvSpPr>
            <p:cNvPr id="13374" name="Google Shape;13374;p8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82"/>
          <p:cNvGrpSpPr/>
          <p:nvPr/>
        </p:nvGrpSpPr>
        <p:grpSpPr>
          <a:xfrm>
            <a:off x="2274743" y="2246902"/>
            <a:ext cx="255649" cy="351445"/>
            <a:chOff x="2274743" y="2422352"/>
            <a:chExt cx="255649" cy="351445"/>
          </a:xfrm>
        </p:grpSpPr>
        <p:sp>
          <p:nvSpPr>
            <p:cNvPr id="13379" name="Google Shape;13379;p8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82"/>
          <p:cNvGrpSpPr/>
          <p:nvPr/>
        </p:nvGrpSpPr>
        <p:grpSpPr>
          <a:xfrm>
            <a:off x="2708723" y="2245789"/>
            <a:ext cx="246552" cy="352558"/>
            <a:chOff x="2708723" y="2421239"/>
            <a:chExt cx="246552" cy="352558"/>
          </a:xfrm>
        </p:grpSpPr>
        <p:sp>
          <p:nvSpPr>
            <p:cNvPr id="13383" name="Google Shape;13383;p8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82"/>
          <p:cNvGrpSpPr/>
          <p:nvPr/>
        </p:nvGrpSpPr>
        <p:grpSpPr>
          <a:xfrm>
            <a:off x="1835485" y="2246902"/>
            <a:ext cx="259433" cy="350714"/>
            <a:chOff x="1835485" y="2422352"/>
            <a:chExt cx="259433" cy="350714"/>
          </a:xfrm>
        </p:grpSpPr>
        <p:sp>
          <p:nvSpPr>
            <p:cNvPr id="13386" name="Google Shape;13386;p8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82"/>
          <p:cNvGrpSpPr/>
          <p:nvPr/>
        </p:nvGrpSpPr>
        <p:grpSpPr>
          <a:xfrm>
            <a:off x="3150240" y="2246902"/>
            <a:ext cx="212489" cy="351445"/>
            <a:chOff x="3150240" y="2422352"/>
            <a:chExt cx="212489" cy="351445"/>
          </a:xfrm>
        </p:grpSpPr>
        <p:sp>
          <p:nvSpPr>
            <p:cNvPr id="13394" name="Google Shape;13394;p8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82"/>
          <p:cNvGrpSpPr/>
          <p:nvPr/>
        </p:nvGrpSpPr>
        <p:grpSpPr>
          <a:xfrm>
            <a:off x="1367060" y="2246679"/>
            <a:ext cx="269261" cy="352050"/>
            <a:chOff x="1367060" y="2422129"/>
            <a:chExt cx="269261" cy="352050"/>
          </a:xfrm>
        </p:grpSpPr>
        <p:sp>
          <p:nvSpPr>
            <p:cNvPr id="13397" name="Google Shape;13397;p8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1" name="Google Shape;13411;p82"/>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2" name="Google Shape;13412;p82"/>
          <p:cNvGrpSpPr/>
          <p:nvPr/>
        </p:nvGrpSpPr>
        <p:grpSpPr>
          <a:xfrm>
            <a:off x="4882690" y="2249955"/>
            <a:ext cx="274573" cy="350682"/>
            <a:chOff x="4882690" y="2425405"/>
            <a:chExt cx="274573" cy="350682"/>
          </a:xfrm>
        </p:grpSpPr>
        <p:sp>
          <p:nvSpPr>
            <p:cNvPr id="13413" name="Google Shape;13413;p8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82"/>
          <p:cNvGrpSpPr/>
          <p:nvPr/>
        </p:nvGrpSpPr>
        <p:grpSpPr>
          <a:xfrm>
            <a:off x="6627639" y="2268434"/>
            <a:ext cx="355993" cy="313247"/>
            <a:chOff x="6627639" y="2443884"/>
            <a:chExt cx="355993" cy="313247"/>
          </a:xfrm>
        </p:grpSpPr>
        <p:sp>
          <p:nvSpPr>
            <p:cNvPr id="13416" name="Google Shape;13416;p8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82"/>
          <p:cNvGrpSpPr/>
          <p:nvPr/>
        </p:nvGrpSpPr>
        <p:grpSpPr>
          <a:xfrm>
            <a:off x="6183451" y="2286690"/>
            <a:ext cx="351445" cy="277976"/>
            <a:chOff x="6183451" y="2462140"/>
            <a:chExt cx="351445" cy="277976"/>
          </a:xfrm>
        </p:grpSpPr>
        <p:sp>
          <p:nvSpPr>
            <p:cNvPr id="13420" name="Google Shape;13420;p8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82"/>
          <p:cNvGrpSpPr/>
          <p:nvPr/>
        </p:nvGrpSpPr>
        <p:grpSpPr>
          <a:xfrm>
            <a:off x="5735477" y="2254408"/>
            <a:ext cx="353354" cy="341299"/>
            <a:chOff x="5735477" y="2429858"/>
            <a:chExt cx="353354" cy="341299"/>
          </a:xfrm>
        </p:grpSpPr>
        <p:sp>
          <p:nvSpPr>
            <p:cNvPr id="13428" name="Google Shape;13428;p8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82"/>
          <p:cNvGrpSpPr/>
          <p:nvPr/>
        </p:nvGrpSpPr>
        <p:grpSpPr>
          <a:xfrm>
            <a:off x="5243735" y="2271523"/>
            <a:ext cx="405255" cy="275499"/>
            <a:chOff x="5283337" y="2478774"/>
            <a:chExt cx="358633" cy="243913"/>
          </a:xfrm>
        </p:grpSpPr>
        <p:sp>
          <p:nvSpPr>
            <p:cNvPr id="13435" name="Google Shape;13435;p8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82"/>
          <p:cNvGrpSpPr/>
          <p:nvPr/>
        </p:nvGrpSpPr>
        <p:grpSpPr>
          <a:xfrm>
            <a:off x="7964753" y="2295373"/>
            <a:ext cx="362068" cy="258670"/>
            <a:chOff x="7964753" y="2470823"/>
            <a:chExt cx="362068" cy="258670"/>
          </a:xfrm>
        </p:grpSpPr>
        <p:sp>
          <p:nvSpPr>
            <p:cNvPr id="13453" name="Google Shape;13453;p8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82"/>
          <p:cNvGrpSpPr/>
          <p:nvPr/>
        </p:nvGrpSpPr>
        <p:grpSpPr>
          <a:xfrm>
            <a:off x="7524349" y="2280997"/>
            <a:ext cx="350332" cy="288948"/>
            <a:chOff x="7524349" y="2456447"/>
            <a:chExt cx="350332" cy="288948"/>
          </a:xfrm>
        </p:grpSpPr>
        <p:sp>
          <p:nvSpPr>
            <p:cNvPr id="13463" name="Google Shape;13463;p8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8" name="Google Shape;13468;p82"/>
          <p:cNvGrpSpPr/>
          <p:nvPr/>
        </p:nvGrpSpPr>
        <p:grpSpPr>
          <a:xfrm>
            <a:off x="3972749" y="2719143"/>
            <a:ext cx="355230" cy="356725"/>
            <a:chOff x="3972749" y="2894211"/>
            <a:chExt cx="355230" cy="356725"/>
          </a:xfrm>
        </p:grpSpPr>
        <p:sp>
          <p:nvSpPr>
            <p:cNvPr id="13469" name="Google Shape;13469;p8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82"/>
          <p:cNvGrpSpPr/>
          <p:nvPr/>
        </p:nvGrpSpPr>
        <p:grpSpPr>
          <a:xfrm>
            <a:off x="3527797" y="2743553"/>
            <a:ext cx="355993" cy="307904"/>
            <a:chOff x="3527797" y="2918796"/>
            <a:chExt cx="355993" cy="307904"/>
          </a:xfrm>
        </p:grpSpPr>
        <p:sp>
          <p:nvSpPr>
            <p:cNvPr id="13475" name="Google Shape;13475;p8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82"/>
          <p:cNvGrpSpPr/>
          <p:nvPr/>
        </p:nvGrpSpPr>
        <p:grpSpPr>
          <a:xfrm>
            <a:off x="3082845" y="2746336"/>
            <a:ext cx="356375" cy="302338"/>
            <a:chOff x="3082845" y="2920959"/>
            <a:chExt cx="356375" cy="302338"/>
          </a:xfrm>
        </p:grpSpPr>
        <p:sp>
          <p:nvSpPr>
            <p:cNvPr id="13486" name="Google Shape;13486;p8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82"/>
          <p:cNvGrpSpPr/>
          <p:nvPr/>
        </p:nvGrpSpPr>
        <p:grpSpPr>
          <a:xfrm>
            <a:off x="2639038" y="2719699"/>
            <a:ext cx="355612" cy="355612"/>
            <a:chOff x="2639038" y="2894942"/>
            <a:chExt cx="355612" cy="355612"/>
          </a:xfrm>
        </p:grpSpPr>
        <p:sp>
          <p:nvSpPr>
            <p:cNvPr id="13489" name="Google Shape;13489;p8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82"/>
          <p:cNvGrpSpPr/>
          <p:nvPr/>
        </p:nvGrpSpPr>
        <p:grpSpPr>
          <a:xfrm>
            <a:off x="2194468" y="2763622"/>
            <a:ext cx="355993" cy="267766"/>
            <a:chOff x="2194468" y="2938865"/>
            <a:chExt cx="355993" cy="267766"/>
          </a:xfrm>
        </p:grpSpPr>
        <p:sp>
          <p:nvSpPr>
            <p:cNvPr id="13492" name="Google Shape;13492;p8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82"/>
          <p:cNvGrpSpPr/>
          <p:nvPr/>
        </p:nvGrpSpPr>
        <p:grpSpPr>
          <a:xfrm>
            <a:off x="1749897" y="2719699"/>
            <a:ext cx="355993" cy="355612"/>
            <a:chOff x="1749897" y="2894561"/>
            <a:chExt cx="355993" cy="355612"/>
          </a:xfrm>
        </p:grpSpPr>
        <p:sp>
          <p:nvSpPr>
            <p:cNvPr id="13513" name="Google Shape;13513;p8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82"/>
          <p:cNvGrpSpPr/>
          <p:nvPr/>
        </p:nvGrpSpPr>
        <p:grpSpPr>
          <a:xfrm>
            <a:off x="1305327" y="2718761"/>
            <a:ext cx="357520" cy="357488"/>
            <a:chOff x="1305327" y="2894211"/>
            <a:chExt cx="357520" cy="357488"/>
          </a:xfrm>
        </p:grpSpPr>
        <p:sp>
          <p:nvSpPr>
            <p:cNvPr id="13525" name="Google Shape;13525;p8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82"/>
          <p:cNvGrpSpPr/>
          <p:nvPr/>
        </p:nvGrpSpPr>
        <p:grpSpPr>
          <a:xfrm>
            <a:off x="853950" y="2720860"/>
            <a:ext cx="364104" cy="353290"/>
            <a:chOff x="853950" y="2894720"/>
            <a:chExt cx="364104" cy="353290"/>
          </a:xfrm>
        </p:grpSpPr>
        <p:sp>
          <p:nvSpPr>
            <p:cNvPr id="13531" name="Google Shape;13531;p8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82"/>
          <p:cNvGrpSpPr/>
          <p:nvPr/>
        </p:nvGrpSpPr>
        <p:grpSpPr>
          <a:xfrm>
            <a:off x="7066548" y="2737144"/>
            <a:ext cx="352209" cy="334938"/>
            <a:chOff x="7066548" y="2912594"/>
            <a:chExt cx="352209" cy="334938"/>
          </a:xfrm>
        </p:grpSpPr>
        <p:sp>
          <p:nvSpPr>
            <p:cNvPr id="13539" name="Google Shape;13539;p8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5" name="Google Shape;13545;p82"/>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2"/>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7" name="Google Shape;13547;p82"/>
          <p:cNvGrpSpPr/>
          <p:nvPr/>
        </p:nvGrpSpPr>
        <p:grpSpPr>
          <a:xfrm>
            <a:off x="7541397" y="2729352"/>
            <a:ext cx="318495" cy="352209"/>
            <a:chOff x="7541397" y="2904802"/>
            <a:chExt cx="318495" cy="352209"/>
          </a:xfrm>
        </p:grpSpPr>
        <p:sp>
          <p:nvSpPr>
            <p:cNvPr id="13548" name="Google Shape;13548;p8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82"/>
          <p:cNvGrpSpPr/>
          <p:nvPr/>
        </p:nvGrpSpPr>
        <p:grpSpPr>
          <a:xfrm>
            <a:off x="8003015" y="2728589"/>
            <a:ext cx="306759" cy="351445"/>
            <a:chOff x="8003015" y="2904039"/>
            <a:chExt cx="306759" cy="351445"/>
          </a:xfrm>
        </p:grpSpPr>
        <p:sp>
          <p:nvSpPr>
            <p:cNvPr id="13551" name="Google Shape;13551;p8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82"/>
          <p:cNvGrpSpPr/>
          <p:nvPr/>
        </p:nvGrpSpPr>
        <p:grpSpPr>
          <a:xfrm>
            <a:off x="5687770" y="2710046"/>
            <a:ext cx="369638" cy="369606"/>
            <a:chOff x="5687770" y="2885496"/>
            <a:chExt cx="369638" cy="369606"/>
          </a:xfrm>
        </p:grpSpPr>
        <p:sp>
          <p:nvSpPr>
            <p:cNvPr id="13558" name="Google Shape;13558;p8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82"/>
          <p:cNvGrpSpPr/>
          <p:nvPr/>
        </p:nvGrpSpPr>
        <p:grpSpPr>
          <a:xfrm>
            <a:off x="4881958" y="2729352"/>
            <a:ext cx="156417" cy="349537"/>
            <a:chOff x="4881958" y="2904802"/>
            <a:chExt cx="156417" cy="349537"/>
          </a:xfrm>
        </p:grpSpPr>
        <p:sp>
          <p:nvSpPr>
            <p:cNvPr id="13569" name="Google Shape;13569;p8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82"/>
          <p:cNvGrpSpPr/>
          <p:nvPr/>
        </p:nvGrpSpPr>
        <p:grpSpPr>
          <a:xfrm>
            <a:off x="5230318" y="2711064"/>
            <a:ext cx="371133" cy="367443"/>
            <a:chOff x="5230318" y="2886514"/>
            <a:chExt cx="371133" cy="367443"/>
          </a:xfrm>
        </p:grpSpPr>
        <p:sp>
          <p:nvSpPr>
            <p:cNvPr id="13577" name="Google Shape;13577;p8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6" name="Google Shape;13586;p82"/>
          <p:cNvGrpSpPr/>
          <p:nvPr/>
        </p:nvGrpSpPr>
        <p:grpSpPr>
          <a:xfrm>
            <a:off x="5748358" y="3259128"/>
            <a:ext cx="352590" cy="182561"/>
            <a:chOff x="5748358" y="3434578"/>
            <a:chExt cx="352590" cy="182561"/>
          </a:xfrm>
        </p:grpSpPr>
        <p:sp>
          <p:nvSpPr>
            <p:cNvPr id="13587" name="Google Shape;13587;p8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82"/>
          <p:cNvGrpSpPr/>
          <p:nvPr/>
        </p:nvGrpSpPr>
        <p:grpSpPr>
          <a:xfrm>
            <a:off x="862283" y="4099321"/>
            <a:ext cx="341204" cy="359301"/>
            <a:chOff x="862283" y="4274771"/>
            <a:chExt cx="341204" cy="359301"/>
          </a:xfrm>
        </p:grpSpPr>
        <p:sp>
          <p:nvSpPr>
            <p:cNvPr id="13594" name="Google Shape;13594;p8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82"/>
          <p:cNvGrpSpPr/>
          <p:nvPr/>
        </p:nvGrpSpPr>
        <p:grpSpPr>
          <a:xfrm>
            <a:off x="1396957" y="4111915"/>
            <a:ext cx="301861" cy="332871"/>
            <a:chOff x="1396957" y="4287365"/>
            <a:chExt cx="301861" cy="332871"/>
          </a:xfrm>
        </p:grpSpPr>
        <p:sp>
          <p:nvSpPr>
            <p:cNvPr id="13598" name="Google Shape;13598;p8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82"/>
          <p:cNvGrpSpPr/>
          <p:nvPr/>
        </p:nvGrpSpPr>
        <p:grpSpPr>
          <a:xfrm>
            <a:off x="1865381" y="4102056"/>
            <a:ext cx="396131" cy="355612"/>
            <a:chOff x="1865381" y="4277506"/>
            <a:chExt cx="396131" cy="355612"/>
          </a:xfrm>
        </p:grpSpPr>
        <p:sp>
          <p:nvSpPr>
            <p:cNvPr id="13614" name="Google Shape;13614;p8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82"/>
          <p:cNvGrpSpPr/>
          <p:nvPr/>
        </p:nvGrpSpPr>
        <p:grpSpPr>
          <a:xfrm>
            <a:off x="2411823" y="4128549"/>
            <a:ext cx="334398" cy="299953"/>
            <a:chOff x="2411823" y="4303999"/>
            <a:chExt cx="334398" cy="299953"/>
          </a:xfrm>
        </p:grpSpPr>
        <p:sp>
          <p:nvSpPr>
            <p:cNvPr id="13621" name="Google Shape;13621;p8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82"/>
          <p:cNvGrpSpPr/>
          <p:nvPr/>
        </p:nvGrpSpPr>
        <p:grpSpPr>
          <a:xfrm>
            <a:off x="2903337" y="4103582"/>
            <a:ext cx="382519" cy="350682"/>
            <a:chOff x="2903337" y="4279032"/>
            <a:chExt cx="382519" cy="350682"/>
          </a:xfrm>
        </p:grpSpPr>
        <p:sp>
          <p:nvSpPr>
            <p:cNvPr id="13629" name="Google Shape;13629;p8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82"/>
          <p:cNvGrpSpPr/>
          <p:nvPr/>
        </p:nvGrpSpPr>
        <p:grpSpPr>
          <a:xfrm>
            <a:off x="3933342" y="4140317"/>
            <a:ext cx="383632" cy="276449"/>
            <a:chOff x="3933342" y="4315767"/>
            <a:chExt cx="383632" cy="276449"/>
          </a:xfrm>
        </p:grpSpPr>
        <p:sp>
          <p:nvSpPr>
            <p:cNvPr id="13645" name="Google Shape;13645;p8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82"/>
          <p:cNvGrpSpPr/>
          <p:nvPr/>
        </p:nvGrpSpPr>
        <p:grpSpPr>
          <a:xfrm>
            <a:off x="3441065" y="4127055"/>
            <a:ext cx="337069" cy="302593"/>
            <a:chOff x="3441065" y="4302505"/>
            <a:chExt cx="337069" cy="302593"/>
          </a:xfrm>
        </p:grpSpPr>
        <p:sp>
          <p:nvSpPr>
            <p:cNvPr id="13652" name="Google Shape;13652;p8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82"/>
          <p:cNvGrpSpPr/>
          <p:nvPr/>
        </p:nvGrpSpPr>
        <p:grpSpPr>
          <a:xfrm>
            <a:off x="3532345" y="3187185"/>
            <a:ext cx="339328" cy="336274"/>
            <a:chOff x="3532345" y="3362635"/>
            <a:chExt cx="339328" cy="336274"/>
          </a:xfrm>
        </p:grpSpPr>
        <p:sp>
          <p:nvSpPr>
            <p:cNvPr id="13666" name="Google Shape;13666;p8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1" name="Google Shape;13671;p82"/>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2" name="Google Shape;13672;p82"/>
          <p:cNvGrpSpPr/>
          <p:nvPr/>
        </p:nvGrpSpPr>
        <p:grpSpPr>
          <a:xfrm>
            <a:off x="1883955" y="3633250"/>
            <a:ext cx="162873" cy="351445"/>
            <a:chOff x="1883955" y="3808700"/>
            <a:chExt cx="162873" cy="351445"/>
          </a:xfrm>
        </p:grpSpPr>
        <p:sp>
          <p:nvSpPr>
            <p:cNvPr id="13673" name="Google Shape;13673;p8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82"/>
          <p:cNvGrpSpPr/>
          <p:nvPr/>
        </p:nvGrpSpPr>
        <p:grpSpPr>
          <a:xfrm>
            <a:off x="939156" y="3633759"/>
            <a:ext cx="192007" cy="351318"/>
            <a:chOff x="939156" y="3809209"/>
            <a:chExt cx="192007" cy="351318"/>
          </a:xfrm>
        </p:grpSpPr>
        <p:sp>
          <p:nvSpPr>
            <p:cNvPr id="13676" name="Google Shape;13676;p8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82"/>
          <p:cNvGrpSpPr/>
          <p:nvPr/>
        </p:nvGrpSpPr>
        <p:grpSpPr>
          <a:xfrm>
            <a:off x="2306167" y="3634395"/>
            <a:ext cx="193915" cy="349155"/>
            <a:chOff x="2306167" y="3809845"/>
            <a:chExt cx="193915" cy="349155"/>
          </a:xfrm>
        </p:grpSpPr>
        <p:sp>
          <p:nvSpPr>
            <p:cNvPr id="13679" name="Google Shape;13679;p8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2"/>
          <p:cNvGrpSpPr/>
          <p:nvPr/>
        </p:nvGrpSpPr>
        <p:grpSpPr>
          <a:xfrm>
            <a:off x="1323901" y="3631723"/>
            <a:ext cx="356343" cy="356757"/>
            <a:chOff x="1323901" y="3807173"/>
            <a:chExt cx="356343" cy="356757"/>
          </a:xfrm>
        </p:grpSpPr>
        <p:sp>
          <p:nvSpPr>
            <p:cNvPr id="13687" name="Google Shape;13687;p8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1" name="Google Shape;13711;p82"/>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2" name="Google Shape;13712;p82"/>
          <p:cNvGrpSpPr/>
          <p:nvPr/>
        </p:nvGrpSpPr>
        <p:grpSpPr>
          <a:xfrm>
            <a:off x="859262" y="3178470"/>
            <a:ext cx="306759" cy="351445"/>
            <a:chOff x="859262" y="3353920"/>
            <a:chExt cx="306759" cy="351445"/>
          </a:xfrm>
        </p:grpSpPr>
        <p:sp>
          <p:nvSpPr>
            <p:cNvPr id="13713" name="Google Shape;13713;p8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8" name="Google Shape;13718;p82"/>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82"/>
          <p:cNvGrpSpPr/>
          <p:nvPr/>
        </p:nvGrpSpPr>
        <p:grpSpPr>
          <a:xfrm>
            <a:off x="3967437" y="3661652"/>
            <a:ext cx="364708" cy="295405"/>
            <a:chOff x="3967437" y="3837102"/>
            <a:chExt cx="364708" cy="295405"/>
          </a:xfrm>
        </p:grpSpPr>
        <p:sp>
          <p:nvSpPr>
            <p:cNvPr id="13720" name="Google Shape;13720;p8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5" name="Google Shape;13725;p82"/>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2"/>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2"/>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8" name="Google Shape;13728;p82"/>
          <p:cNvGrpSpPr/>
          <p:nvPr/>
        </p:nvGrpSpPr>
        <p:grpSpPr>
          <a:xfrm>
            <a:off x="5811827" y="3631001"/>
            <a:ext cx="283743" cy="308444"/>
            <a:chOff x="5964227" y="3858701"/>
            <a:chExt cx="283743" cy="308444"/>
          </a:xfrm>
        </p:grpSpPr>
        <p:sp>
          <p:nvSpPr>
            <p:cNvPr id="13729" name="Google Shape;13729;p8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82"/>
          <p:cNvGrpSpPr/>
          <p:nvPr/>
        </p:nvGrpSpPr>
        <p:grpSpPr>
          <a:xfrm>
            <a:off x="6243508" y="3697623"/>
            <a:ext cx="320372" cy="213602"/>
            <a:chOff x="6395908" y="3873073"/>
            <a:chExt cx="320372" cy="213602"/>
          </a:xfrm>
        </p:grpSpPr>
        <p:sp>
          <p:nvSpPr>
            <p:cNvPr id="13734" name="Google Shape;13734;p8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82"/>
          <p:cNvGrpSpPr/>
          <p:nvPr/>
        </p:nvGrpSpPr>
        <p:grpSpPr>
          <a:xfrm>
            <a:off x="7262890" y="3627366"/>
            <a:ext cx="357138" cy="352018"/>
            <a:chOff x="7415290" y="3802816"/>
            <a:chExt cx="357138" cy="352018"/>
          </a:xfrm>
        </p:grpSpPr>
        <p:sp>
          <p:nvSpPr>
            <p:cNvPr id="13745" name="Google Shape;13745;p8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2"/>
          <p:cNvGrpSpPr/>
          <p:nvPr/>
        </p:nvGrpSpPr>
        <p:grpSpPr>
          <a:xfrm>
            <a:off x="6737312" y="3657963"/>
            <a:ext cx="355230" cy="293401"/>
            <a:chOff x="6889712" y="3833413"/>
            <a:chExt cx="355230" cy="293401"/>
          </a:xfrm>
        </p:grpSpPr>
        <p:sp>
          <p:nvSpPr>
            <p:cNvPr id="13754" name="Google Shape;13754;p8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82"/>
          <p:cNvGrpSpPr/>
          <p:nvPr/>
        </p:nvGrpSpPr>
        <p:grpSpPr>
          <a:xfrm>
            <a:off x="7707152" y="3660420"/>
            <a:ext cx="282318" cy="337168"/>
            <a:chOff x="1635875" y="237775"/>
            <a:chExt cx="4370250" cy="5219325"/>
          </a:xfrm>
        </p:grpSpPr>
        <p:sp>
          <p:nvSpPr>
            <p:cNvPr id="13760" name="Google Shape;13760;p8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82"/>
          <p:cNvGrpSpPr/>
          <p:nvPr/>
        </p:nvGrpSpPr>
        <p:grpSpPr>
          <a:xfrm>
            <a:off x="3103963" y="3185690"/>
            <a:ext cx="297886" cy="337578"/>
            <a:chOff x="3103963" y="3361140"/>
            <a:chExt cx="297886" cy="337578"/>
          </a:xfrm>
        </p:grpSpPr>
        <p:sp>
          <p:nvSpPr>
            <p:cNvPr id="13763" name="Google Shape;13763;p8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7" name="Google Shape;13787;p82"/>
          <p:cNvGrpSpPr/>
          <p:nvPr/>
        </p:nvGrpSpPr>
        <p:grpSpPr>
          <a:xfrm>
            <a:off x="2667821" y="3185658"/>
            <a:ext cx="273046" cy="337801"/>
            <a:chOff x="2667821" y="3361108"/>
            <a:chExt cx="273046" cy="337801"/>
          </a:xfrm>
        </p:grpSpPr>
        <p:sp>
          <p:nvSpPr>
            <p:cNvPr id="13788" name="Google Shape;13788;p8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82"/>
          <p:cNvGrpSpPr/>
          <p:nvPr/>
        </p:nvGrpSpPr>
        <p:grpSpPr>
          <a:xfrm>
            <a:off x="2212469" y="3184863"/>
            <a:ext cx="282715" cy="338660"/>
            <a:chOff x="2212469" y="3360313"/>
            <a:chExt cx="282715" cy="338660"/>
          </a:xfrm>
        </p:grpSpPr>
        <p:sp>
          <p:nvSpPr>
            <p:cNvPr id="13808" name="Google Shape;13808;p8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82"/>
          <p:cNvGrpSpPr/>
          <p:nvPr/>
        </p:nvGrpSpPr>
        <p:grpSpPr>
          <a:xfrm>
            <a:off x="1768821" y="3185658"/>
            <a:ext cx="278739" cy="339073"/>
            <a:chOff x="1768821" y="3361108"/>
            <a:chExt cx="278739" cy="339073"/>
          </a:xfrm>
        </p:grpSpPr>
        <p:sp>
          <p:nvSpPr>
            <p:cNvPr id="13812" name="Google Shape;13812;p8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82"/>
          <p:cNvGrpSpPr/>
          <p:nvPr/>
        </p:nvGrpSpPr>
        <p:grpSpPr>
          <a:xfrm>
            <a:off x="5337883" y="3161423"/>
            <a:ext cx="307141" cy="376826"/>
            <a:chOff x="5337883" y="3336873"/>
            <a:chExt cx="307141" cy="376826"/>
          </a:xfrm>
        </p:grpSpPr>
        <p:sp>
          <p:nvSpPr>
            <p:cNvPr id="13824" name="Google Shape;13824;p8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82"/>
          <p:cNvGrpSpPr/>
          <p:nvPr/>
        </p:nvGrpSpPr>
        <p:grpSpPr>
          <a:xfrm>
            <a:off x="4883835" y="3161805"/>
            <a:ext cx="323425" cy="377557"/>
            <a:chOff x="4883835" y="3337255"/>
            <a:chExt cx="323425" cy="377557"/>
          </a:xfrm>
        </p:grpSpPr>
        <p:sp>
          <p:nvSpPr>
            <p:cNvPr id="13827" name="Google Shape;13827;p8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82"/>
          <p:cNvGrpSpPr/>
          <p:nvPr/>
        </p:nvGrpSpPr>
        <p:grpSpPr>
          <a:xfrm>
            <a:off x="6193310" y="3231839"/>
            <a:ext cx="352590" cy="237488"/>
            <a:chOff x="6193310" y="3407289"/>
            <a:chExt cx="352590" cy="237488"/>
          </a:xfrm>
        </p:grpSpPr>
        <p:sp>
          <p:nvSpPr>
            <p:cNvPr id="13831" name="Google Shape;13831;p8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82"/>
          <p:cNvGrpSpPr/>
          <p:nvPr/>
        </p:nvGrpSpPr>
        <p:grpSpPr>
          <a:xfrm>
            <a:off x="6637117" y="3222393"/>
            <a:ext cx="353735" cy="254504"/>
            <a:chOff x="6637117" y="3397843"/>
            <a:chExt cx="353735" cy="254504"/>
          </a:xfrm>
        </p:grpSpPr>
        <p:sp>
          <p:nvSpPr>
            <p:cNvPr id="13837" name="Google Shape;13837;p8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82"/>
          <p:cNvGrpSpPr/>
          <p:nvPr/>
        </p:nvGrpSpPr>
        <p:grpSpPr>
          <a:xfrm>
            <a:off x="7075994" y="3174081"/>
            <a:ext cx="360637" cy="352336"/>
            <a:chOff x="7075994" y="3349531"/>
            <a:chExt cx="360637" cy="352336"/>
          </a:xfrm>
        </p:grpSpPr>
        <p:sp>
          <p:nvSpPr>
            <p:cNvPr id="13844" name="Google Shape;13844;p8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82"/>
          <p:cNvGrpSpPr/>
          <p:nvPr/>
        </p:nvGrpSpPr>
        <p:grpSpPr>
          <a:xfrm>
            <a:off x="7651983" y="3173731"/>
            <a:ext cx="107183" cy="352399"/>
            <a:chOff x="7651983" y="3349181"/>
            <a:chExt cx="107183" cy="352399"/>
          </a:xfrm>
        </p:grpSpPr>
        <p:sp>
          <p:nvSpPr>
            <p:cNvPr id="13852" name="Google Shape;13852;p8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82"/>
          <p:cNvGrpSpPr/>
          <p:nvPr/>
        </p:nvGrpSpPr>
        <p:grpSpPr>
          <a:xfrm>
            <a:off x="7973468" y="3206872"/>
            <a:ext cx="352590" cy="287072"/>
            <a:chOff x="7973468" y="3382322"/>
            <a:chExt cx="352590" cy="287072"/>
          </a:xfrm>
        </p:grpSpPr>
        <p:sp>
          <p:nvSpPr>
            <p:cNvPr id="13855" name="Google Shape;13855;p8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7" name="Google Shape;13867;p8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868" name="Google Shape;13868;p8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72" name="Shape 13872"/>
        <p:cNvGrpSpPr/>
        <p:nvPr/>
      </p:nvGrpSpPr>
      <p:grpSpPr>
        <a:xfrm>
          <a:off x="0" y="0"/>
          <a:ext cx="0" cy="0"/>
          <a:chOff x="0" y="0"/>
          <a:chExt cx="0" cy="0"/>
        </a:xfrm>
      </p:grpSpPr>
      <p:grpSp>
        <p:nvGrpSpPr>
          <p:cNvPr id="13873" name="Google Shape;13873;p83"/>
          <p:cNvGrpSpPr/>
          <p:nvPr/>
        </p:nvGrpSpPr>
        <p:grpSpPr>
          <a:xfrm>
            <a:off x="821808" y="1576858"/>
            <a:ext cx="347872" cy="347488"/>
            <a:chOff x="849677" y="1500658"/>
            <a:chExt cx="347872" cy="347488"/>
          </a:xfrm>
        </p:grpSpPr>
        <p:sp>
          <p:nvSpPr>
            <p:cNvPr id="13874" name="Google Shape;13874;p8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83"/>
          <p:cNvGrpSpPr/>
          <p:nvPr/>
        </p:nvGrpSpPr>
        <p:grpSpPr>
          <a:xfrm>
            <a:off x="1387984" y="1576858"/>
            <a:ext cx="315872" cy="347488"/>
            <a:chOff x="1415853" y="1500658"/>
            <a:chExt cx="315872" cy="347488"/>
          </a:xfrm>
        </p:grpSpPr>
        <p:sp>
          <p:nvSpPr>
            <p:cNvPr id="13881" name="Google Shape;13881;p8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83"/>
          <p:cNvGrpSpPr/>
          <p:nvPr/>
        </p:nvGrpSpPr>
        <p:grpSpPr>
          <a:xfrm>
            <a:off x="4669520" y="1576858"/>
            <a:ext cx="347520" cy="347104"/>
            <a:chOff x="4697389" y="1500658"/>
            <a:chExt cx="347520" cy="347104"/>
          </a:xfrm>
        </p:grpSpPr>
        <p:sp>
          <p:nvSpPr>
            <p:cNvPr id="13886" name="Google Shape;13886;p8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83"/>
          <p:cNvGrpSpPr/>
          <p:nvPr/>
        </p:nvGrpSpPr>
        <p:grpSpPr>
          <a:xfrm>
            <a:off x="3575664" y="2041146"/>
            <a:ext cx="347520" cy="353760"/>
            <a:chOff x="3603533" y="1964946"/>
            <a:chExt cx="347520" cy="353760"/>
          </a:xfrm>
        </p:grpSpPr>
        <p:sp>
          <p:nvSpPr>
            <p:cNvPr id="13890" name="Google Shape;13890;p8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83"/>
          <p:cNvGrpSpPr/>
          <p:nvPr/>
        </p:nvGrpSpPr>
        <p:grpSpPr>
          <a:xfrm>
            <a:off x="1922896" y="2040538"/>
            <a:ext cx="357792" cy="352448"/>
            <a:chOff x="1950765" y="1964338"/>
            <a:chExt cx="357792" cy="352448"/>
          </a:xfrm>
        </p:grpSpPr>
        <p:sp>
          <p:nvSpPr>
            <p:cNvPr id="13894" name="Google Shape;13894;p8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83"/>
          <p:cNvGrpSpPr/>
          <p:nvPr/>
        </p:nvGrpSpPr>
        <p:grpSpPr>
          <a:xfrm>
            <a:off x="7407760" y="2040890"/>
            <a:ext cx="367712" cy="353248"/>
            <a:chOff x="7435629" y="1964690"/>
            <a:chExt cx="367712" cy="353248"/>
          </a:xfrm>
        </p:grpSpPr>
        <p:sp>
          <p:nvSpPr>
            <p:cNvPr id="13899" name="Google Shape;13899;p8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3" name="Google Shape;13903;p83"/>
          <p:cNvGrpSpPr/>
          <p:nvPr/>
        </p:nvGrpSpPr>
        <p:grpSpPr>
          <a:xfrm>
            <a:off x="2484880" y="2041242"/>
            <a:ext cx="333024" cy="352896"/>
            <a:chOff x="2512749" y="1965042"/>
            <a:chExt cx="333024" cy="352896"/>
          </a:xfrm>
        </p:grpSpPr>
        <p:sp>
          <p:nvSpPr>
            <p:cNvPr id="13904" name="Google Shape;13904;p8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83"/>
          <p:cNvGrpSpPr/>
          <p:nvPr/>
        </p:nvGrpSpPr>
        <p:grpSpPr>
          <a:xfrm>
            <a:off x="1370448" y="2057978"/>
            <a:ext cx="365792" cy="335392"/>
            <a:chOff x="1398317" y="1981778"/>
            <a:chExt cx="365792" cy="335392"/>
          </a:xfrm>
        </p:grpSpPr>
        <p:sp>
          <p:nvSpPr>
            <p:cNvPr id="13910" name="Google Shape;13910;p8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83"/>
          <p:cNvGrpSpPr/>
          <p:nvPr/>
        </p:nvGrpSpPr>
        <p:grpSpPr>
          <a:xfrm>
            <a:off x="3024368" y="2079770"/>
            <a:ext cx="353600" cy="314752"/>
            <a:chOff x="3052237" y="2003570"/>
            <a:chExt cx="353600" cy="314752"/>
          </a:xfrm>
        </p:grpSpPr>
        <p:sp>
          <p:nvSpPr>
            <p:cNvPr id="13917" name="Google Shape;13917;p8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83"/>
          <p:cNvGrpSpPr/>
          <p:nvPr/>
        </p:nvGrpSpPr>
        <p:grpSpPr>
          <a:xfrm>
            <a:off x="1376144" y="3034266"/>
            <a:ext cx="368096" cy="223968"/>
            <a:chOff x="1404013" y="2958066"/>
            <a:chExt cx="368096" cy="223968"/>
          </a:xfrm>
        </p:grpSpPr>
        <p:sp>
          <p:nvSpPr>
            <p:cNvPr id="13921" name="Google Shape;13921;p8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3" name="Google Shape;13923;p83"/>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3"/>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5" name="Google Shape;13925;p83"/>
          <p:cNvGrpSpPr/>
          <p:nvPr/>
        </p:nvGrpSpPr>
        <p:grpSpPr>
          <a:xfrm>
            <a:off x="1923280" y="2961402"/>
            <a:ext cx="370368" cy="367328"/>
            <a:chOff x="1951149" y="2885202"/>
            <a:chExt cx="370368" cy="367328"/>
          </a:xfrm>
        </p:grpSpPr>
        <p:sp>
          <p:nvSpPr>
            <p:cNvPr id="13926" name="Google Shape;13926;p8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83"/>
          <p:cNvGrpSpPr/>
          <p:nvPr/>
        </p:nvGrpSpPr>
        <p:grpSpPr>
          <a:xfrm>
            <a:off x="2473808" y="2982362"/>
            <a:ext cx="367328" cy="327296"/>
            <a:chOff x="2501677" y="2906162"/>
            <a:chExt cx="367328" cy="327296"/>
          </a:xfrm>
        </p:grpSpPr>
        <p:sp>
          <p:nvSpPr>
            <p:cNvPr id="13930" name="Google Shape;13930;p8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3" name="Google Shape;13933;p83"/>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4" name="Google Shape;13934;p83"/>
          <p:cNvGrpSpPr/>
          <p:nvPr/>
        </p:nvGrpSpPr>
        <p:grpSpPr>
          <a:xfrm>
            <a:off x="3022448" y="2969914"/>
            <a:ext cx="367712" cy="354240"/>
            <a:chOff x="3050317" y="2893714"/>
            <a:chExt cx="367712" cy="354240"/>
          </a:xfrm>
        </p:grpSpPr>
        <p:sp>
          <p:nvSpPr>
            <p:cNvPr id="13935" name="Google Shape;13935;p8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7" name="Google Shape;13937;p83"/>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3"/>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9" name="Google Shape;13939;p83"/>
          <p:cNvGrpSpPr/>
          <p:nvPr/>
        </p:nvGrpSpPr>
        <p:grpSpPr>
          <a:xfrm>
            <a:off x="7503408" y="2962554"/>
            <a:ext cx="185184" cy="367296"/>
            <a:chOff x="7531277" y="2886354"/>
            <a:chExt cx="185184" cy="367296"/>
          </a:xfrm>
        </p:grpSpPr>
        <p:sp>
          <p:nvSpPr>
            <p:cNvPr id="13940" name="Google Shape;13940;p8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83"/>
          <p:cNvGrpSpPr/>
          <p:nvPr/>
        </p:nvGrpSpPr>
        <p:grpSpPr>
          <a:xfrm>
            <a:off x="6898768" y="2962938"/>
            <a:ext cx="297184" cy="367296"/>
            <a:chOff x="6926637" y="2886738"/>
            <a:chExt cx="297184" cy="367296"/>
          </a:xfrm>
        </p:grpSpPr>
        <p:sp>
          <p:nvSpPr>
            <p:cNvPr id="13944" name="Google Shape;13944;p8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7" name="Google Shape;13947;p83"/>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3"/>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9" name="Google Shape;13949;p83"/>
          <p:cNvGrpSpPr/>
          <p:nvPr/>
        </p:nvGrpSpPr>
        <p:grpSpPr>
          <a:xfrm>
            <a:off x="6312784" y="2962554"/>
            <a:ext cx="370368" cy="368064"/>
            <a:chOff x="6340653" y="2886354"/>
            <a:chExt cx="370368" cy="368064"/>
          </a:xfrm>
        </p:grpSpPr>
        <p:sp>
          <p:nvSpPr>
            <p:cNvPr id="13950" name="Google Shape;13950;p8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83"/>
          <p:cNvGrpSpPr/>
          <p:nvPr/>
        </p:nvGrpSpPr>
        <p:grpSpPr>
          <a:xfrm>
            <a:off x="5218928" y="2057626"/>
            <a:ext cx="354752" cy="336512"/>
            <a:chOff x="5246797" y="1981426"/>
            <a:chExt cx="354752" cy="336512"/>
          </a:xfrm>
        </p:grpSpPr>
        <p:sp>
          <p:nvSpPr>
            <p:cNvPr id="13957" name="Google Shape;13957;p8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83"/>
          <p:cNvGrpSpPr/>
          <p:nvPr/>
        </p:nvGrpSpPr>
        <p:grpSpPr>
          <a:xfrm>
            <a:off x="4120880" y="2178266"/>
            <a:ext cx="355136" cy="216256"/>
            <a:chOff x="4148749" y="2102066"/>
            <a:chExt cx="355136" cy="216256"/>
          </a:xfrm>
        </p:grpSpPr>
        <p:sp>
          <p:nvSpPr>
            <p:cNvPr id="13960" name="Google Shape;13960;p8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83"/>
          <p:cNvGrpSpPr/>
          <p:nvPr/>
        </p:nvGrpSpPr>
        <p:grpSpPr>
          <a:xfrm>
            <a:off x="5766800" y="2077626"/>
            <a:ext cx="354752" cy="315360"/>
            <a:chOff x="5794669" y="2001426"/>
            <a:chExt cx="354752" cy="315360"/>
          </a:xfrm>
        </p:grpSpPr>
        <p:sp>
          <p:nvSpPr>
            <p:cNvPr id="13963" name="Google Shape;13963;p8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83"/>
          <p:cNvGrpSpPr/>
          <p:nvPr/>
        </p:nvGrpSpPr>
        <p:grpSpPr>
          <a:xfrm>
            <a:off x="6317360" y="2106042"/>
            <a:ext cx="352832" cy="289216"/>
            <a:chOff x="6345229" y="2029842"/>
            <a:chExt cx="352832" cy="289216"/>
          </a:xfrm>
        </p:grpSpPr>
        <p:sp>
          <p:nvSpPr>
            <p:cNvPr id="13966" name="Google Shape;13966;p8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8" name="Google Shape;13968;p83"/>
          <p:cNvGrpSpPr/>
          <p:nvPr/>
        </p:nvGrpSpPr>
        <p:grpSpPr>
          <a:xfrm>
            <a:off x="4669520" y="2112538"/>
            <a:ext cx="354752" cy="281984"/>
            <a:chOff x="4697389" y="2036338"/>
            <a:chExt cx="354752" cy="281984"/>
          </a:xfrm>
        </p:grpSpPr>
        <p:sp>
          <p:nvSpPr>
            <p:cNvPr id="13969" name="Google Shape;13969;p8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83"/>
          <p:cNvGrpSpPr/>
          <p:nvPr/>
        </p:nvGrpSpPr>
        <p:grpSpPr>
          <a:xfrm>
            <a:off x="1376144" y="2500954"/>
            <a:ext cx="353600" cy="354944"/>
            <a:chOff x="1404013" y="2424754"/>
            <a:chExt cx="353600" cy="354944"/>
          </a:xfrm>
        </p:grpSpPr>
        <p:sp>
          <p:nvSpPr>
            <p:cNvPr id="13972" name="Google Shape;13972;p8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83"/>
          <p:cNvGrpSpPr/>
          <p:nvPr/>
        </p:nvGrpSpPr>
        <p:grpSpPr>
          <a:xfrm>
            <a:off x="826384" y="2504474"/>
            <a:ext cx="355104" cy="351040"/>
            <a:chOff x="854253" y="2428274"/>
            <a:chExt cx="355104" cy="351040"/>
          </a:xfrm>
        </p:grpSpPr>
        <p:sp>
          <p:nvSpPr>
            <p:cNvPr id="13978" name="Google Shape;13978;p8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83"/>
          <p:cNvGrpSpPr/>
          <p:nvPr/>
        </p:nvGrpSpPr>
        <p:grpSpPr>
          <a:xfrm>
            <a:off x="6869040" y="2517146"/>
            <a:ext cx="354752" cy="275904"/>
            <a:chOff x="6896909" y="2440946"/>
            <a:chExt cx="354752" cy="275904"/>
          </a:xfrm>
        </p:grpSpPr>
        <p:sp>
          <p:nvSpPr>
            <p:cNvPr id="13981" name="Google Shape;13981;p8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3" name="Google Shape;13983;p83"/>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4" name="Google Shape;13984;p83"/>
          <p:cNvGrpSpPr/>
          <p:nvPr/>
        </p:nvGrpSpPr>
        <p:grpSpPr>
          <a:xfrm>
            <a:off x="5237200" y="2500954"/>
            <a:ext cx="321984" cy="354560"/>
            <a:chOff x="5265069" y="2424754"/>
            <a:chExt cx="321984" cy="354560"/>
          </a:xfrm>
        </p:grpSpPr>
        <p:sp>
          <p:nvSpPr>
            <p:cNvPr id="13985" name="Google Shape;13985;p8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83"/>
          <p:cNvGrpSpPr/>
          <p:nvPr/>
        </p:nvGrpSpPr>
        <p:grpSpPr>
          <a:xfrm>
            <a:off x="4122800" y="2542970"/>
            <a:ext cx="355104" cy="259584"/>
            <a:chOff x="4150669" y="2466770"/>
            <a:chExt cx="355104" cy="259584"/>
          </a:xfrm>
        </p:grpSpPr>
        <p:sp>
          <p:nvSpPr>
            <p:cNvPr id="13988" name="Google Shape;13988;p8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83"/>
          <p:cNvGrpSpPr/>
          <p:nvPr/>
        </p:nvGrpSpPr>
        <p:grpSpPr>
          <a:xfrm>
            <a:off x="4671824" y="2501146"/>
            <a:ext cx="354336" cy="353984"/>
            <a:chOff x="4699693" y="2424946"/>
            <a:chExt cx="354336" cy="353984"/>
          </a:xfrm>
        </p:grpSpPr>
        <p:sp>
          <p:nvSpPr>
            <p:cNvPr id="13993" name="Google Shape;13993;p8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5" name="Google Shape;13995;p83"/>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3"/>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7" name="Google Shape;13997;p83"/>
          <p:cNvGrpSpPr/>
          <p:nvPr/>
        </p:nvGrpSpPr>
        <p:grpSpPr>
          <a:xfrm>
            <a:off x="1925168" y="2628442"/>
            <a:ext cx="355136" cy="227072"/>
            <a:chOff x="1953037" y="2552242"/>
            <a:chExt cx="355136" cy="227072"/>
          </a:xfrm>
        </p:grpSpPr>
        <p:sp>
          <p:nvSpPr>
            <p:cNvPr id="13998" name="Google Shape;13998;p8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0" name="Google Shape;14000;p83"/>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1" name="Google Shape;14001;p83"/>
          <p:cNvGrpSpPr/>
          <p:nvPr/>
        </p:nvGrpSpPr>
        <p:grpSpPr>
          <a:xfrm>
            <a:off x="2473072" y="2603418"/>
            <a:ext cx="355104" cy="250944"/>
            <a:chOff x="2500941" y="2527218"/>
            <a:chExt cx="355104" cy="250944"/>
          </a:xfrm>
        </p:grpSpPr>
        <p:sp>
          <p:nvSpPr>
            <p:cNvPr id="14002" name="Google Shape;14002;p8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7" name="Google Shape;14007;p83"/>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8" name="Google Shape;14008;p83"/>
          <p:cNvGrpSpPr/>
          <p:nvPr/>
        </p:nvGrpSpPr>
        <p:grpSpPr>
          <a:xfrm>
            <a:off x="7965936" y="2503322"/>
            <a:ext cx="356256" cy="351808"/>
            <a:chOff x="7993805" y="2427122"/>
            <a:chExt cx="356256" cy="351808"/>
          </a:xfrm>
        </p:grpSpPr>
        <p:sp>
          <p:nvSpPr>
            <p:cNvPr id="14009" name="Google Shape;14009;p8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83"/>
          <p:cNvGrpSpPr/>
          <p:nvPr/>
        </p:nvGrpSpPr>
        <p:grpSpPr>
          <a:xfrm>
            <a:off x="850768" y="2041210"/>
            <a:ext cx="308640" cy="353312"/>
            <a:chOff x="878637" y="1965010"/>
            <a:chExt cx="308640" cy="353312"/>
          </a:xfrm>
        </p:grpSpPr>
        <p:sp>
          <p:nvSpPr>
            <p:cNvPr id="14013" name="Google Shape;14013;p8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83"/>
          <p:cNvGrpSpPr/>
          <p:nvPr/>
        </p:nvGrpSpPr>
        <p:grpSpPr>
          <a:xfrm>
            <a:off x="6868272" y="2040922"/>
            <a:ext cx="348256" cy="352448"/>
            <a:chOff x="6896141" y="1964722"/>
            <a:chExt cx="348256" cy="352448"/>
          </a:xfrm>
        </p:grpSpPr>
        <p:sp>
          <p:nvSpPr>
            <p:cNvPr id="14017" name="Google Shape;14017;p8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83"/>
          <p:cNvGrpSpPr/>
          <p:nvPr/>
        </p:nvGrpSpPr>
        <p:grpSpPr>
          <a:xfrm>
            <a:off x="7962128" y="2091578"/>
            <a:ext cx="355136" cy="303328"/>
            <a:chOff x="7989997" y="2015378"/>
            <a:chExt cx="355136" cy="303328"/>
          </a:xfrm>
        </p:grpSpPr>
        <p:sp>
          <p:nvSpPr>
            <p:cNvPr id="14021" name="Google Shape;14021;p8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83"/>
          <p:cNvGrpSpPr/>
          <p:nvPr/>
        </p:nvGrpSpPr>
        <p:grpSpPr>
          <a:xfrm>
            <a:off x="3570352" y="1585562"/>
            <a:ext cx="348640" cy="330784"/>
            <a:chOff x="3598221" y="1509362"/>
            <a:chExt cx="348640" cy="330784"/>
          </a:xfrm>
        </p:grpSpPr>
        <p:sp>
          <p:nvSpPr>
            <p:cNvPr id="14025" name="Google Shape;14025;p8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83"/>
          <p:cNvGrpSpPr/>
          <p:nvPr/>
        </p:nvGrpSpPr>
        <p:grpSpPr>
          <a:xfrm>
            <a:off x="5218928" y="1576858"/>
            <a:ext cx="347872" cy="347488"/>
            <a:chOff x="5246797" y="1500658"/>
            <a:chExt cx="347872" cy="347488"/>
          </a:xfrm>
        </p:grpSpPr>
        <p:sp>
          <p:nvSpPr>
            <p:cNvPr id="14030" name="Google Shape;14030;p8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83"/>
          <p:cNvGrpSpPr/>
          <p:nvPr/>
        </p:nvGrpSpPr>
        <p:grpSpPr>
          <a:xfrm>
            <a:off x="5768720" y="1576858"/>
            <a:ext cx="349024" cy="346752"/>
            <a:chOff x="5796589" y="1500658"/>
            <a:chExt cx="349024" cy="346752"/>
          </a:xfrm>
        </p:grpSpPr>
        <p:sp>
          <p:nvSpPr>
            <p:cNvPr id="14035" name="Google Shape;14035;p8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6" name="Google Shape;14036;p83"/>
            <p:cNvGrpSpPr/>
            <p:nvPr/>
          </p:nvGrpSpPr>
          <p:grpSpPr>
            <a:xfrm>
              <a:off x="5796589" y="1500658"/>
              <a:ext cx="349024" cy="346752"/>
              <a:chOff x="5796589" y="1500658"/>
              <a:chExt cx="349024" cy="346752"/>
            </a:xfrm>
          </p:grpSpPr>
          <p:sp>
            <p:nvSpPr>
              <p:cNvPr id="14037" name="Google Shape;14037;p8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41" name="Google Shape;14041;p83"/>
          <p:cNvGrpSpPr/>
          <p:nvPr/>
        </p:nvGrpSpPr>
        <p:grpSpPr>
          <a:xfrm>
            <a:off x="6867504" y="1578778"/>
            <a:ext cx="348640" cy="343296"/>
            <a:chOff x="6895373" y="1502578"/>
            <a:chExt cx="348640" cy="343296"/>
          </a:xfrm>
        </p:grpSpPr>
        <p:sp>
          <p:nvSpPr>
            <p:cNvPr id="14042" name="Google Shape;14042;p8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83"/>
          <p:cNvGrpSpPr/>
          <p:nvPr/>
        </p:nvGrpSpPr>
        <p:grpSpPr>
          <a:xfrm>
            <a:off x="4119728" y="1581658"/>
            <a:ext cx="347904" cy="336992"/>
            <a:chOff x="4147597" y="1505458"/>
            <a:chExt cx="347904" cy="336992"/>
          </a:xfrm>
        </p:grpSpPr>
        <p:sp>
          <p:nvSpPr>
            <p:cNvPr id="14046" name="Google Shape;14046;p8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83"/>
          <p:cNvGrpSpPr/>
          <p:nvPr/>
        </p:nvGrpSpPr>
        <p:grpSpPr>
          <a:xfrm>
            <a:off x="2471536" y="1576090"/>
            <a:ext cx="347488" cy="348256"/>
            <a:chOff x="2499405" y="1499890"/>
            <a:chExt cx="347488" cy="348256"/>
          </a:xfrm>
        </p:grpSpPr>
        <p:sp>
          <p:nvSpPr>
            <p:cNvPr id="14054" name="Google Shape;14054;p8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9" name="Google Shape;14059;p83"/>
          <p:cNvGrpSpPr/>
          <p:nvPr/>
        </p:nvGrpSpPr>
        <p:grpSpPr>
          <a:xfrm>
            <a:off x="1928976" y="1576698"/>
            <a:ext cx="331520" cy="348032"/>
            <a:chOff x="1956845" y="1500498"/>
            <a:chExt cx="331520" cy="348032"/>
          </a:xfrm>
        </p:grpSpPr>
        <p:sp>
          <p:nvSpPr>
            <p:cNvPr id="14060" name="Google Shape;14060;p8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2" name="Google Shape;14072;p83"/>
          <p:cNvGrpSpPr/>
          <p:nvPr/>
        </p:nvGrpSpPr>
        <p:grpSpPr>
          <a:xfrm>
            <a:off x="6317744" y="1626074"/>
            <a:ext cx="348640" cy="250656"/>
            <a:chOff x="6345613" y="1549874"/>
            <a:chExt cx="348640" cy="250656"/>
          </a:xfrm>
        </p:grpSpPr>
        <p:sp>
          <p:nvSpPr>
            <p:cNvPr id="14073" name="Google Shape;14073;p8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9" name="Google Shape;14079;p83"/>
          <p:cNvGrpSpPr/>
          <p:nvPr/>
        </p:nvGrpSpPr>
        <p:grpSpPr>
          <a:xfrm>
            <a:off x="7416912" y="1583226"/>
            <a:ext cx="348640" cy="334272"/>
            <a:chOff x="7444781" y="1507026"/>
            <a:chExt cx="348640" cy="334272"/>
          </a:xfrm>
        </p:grpSpPr>
        <p:sp>
          <p:nvSpPr>
            <p:cNvPr id="14080" name="Google Shape;14080;p8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83"/>
          <p:cNvGrpSpPr/>
          <p:nvPr/>
        </p:nvGrpSpPr>
        <p:grpSpPr>
          <a:xfrm>
            <a:off x="7967472" y="1582938"/>
            <a:ext cx="347872" cy="334944"/>
            <a:chOff x="7995341" y="1506738"/>
            <a:chExt cx="347872" cy="334944"/>
          </a:xfrm>
        </p:grpSpPr>
        <p:sp>
          <p:nvSpPr>
            <p:cNvPr id="14086" name="Google Shape;14086;p8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83"/>
          <p:cNvGrpSpPr/>
          <p:nvPr/>
        </p:nvGrpSpPr>
        <p:grpSpPr>
          <a:xfrm>
            <a:off x="3020176" y="1599130"/>
            <a:ext cx="347872" cy="303904"/>
            <a:chOff x="3048045" y="1522930"/>
            <a:chExt cx="347872" cy="303904"/>
          </a:xfrm>
        </p:grpSpPr>
        <p:sp>
          <p:nvSpPr>
            <p:cNvPr id="14093" name="Google Shape;14093;p8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4" name="Google Shape;14094;p83"/>
            <p:cNvGrpSpPr/>
            <p:nvPr/>
          </p:nvGrpSpPr>
          <p:grpSpPr>
            <a:xfrm>
              <a:off x="3048045" y="1522930"/>
              <a:ext cx="347872" cy="303904"/>
              <a:chOff x="3048045" y="1522930"/>
              <a:chExt cx="347872" cy="303904"/>
            </a:xfrm>
          </p:grpSpPr>
          <p:sp>
            <p:nvSpPr>
              <p:cNvPr id="14095" name="Google Shape;14095;p8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97" name="Google Shape;14097;p83"/>
          <p:cNvGrpSpPr/>
          <p:nvPr/>
        </p:nvGrpSpPr>
        <p:grpSpPr>
          <a:xfrm>
            <a:off x="1105264" y="3428122"/>
            <a:ext cx="313984" cy="358560"/>
            <a:chOff x="1133133" y="3351922"/>
            <a:chExt cx="313984" cy="358560"/>
          </a:xfrm>
        </p:grpSpPr>
        <p:sp>
          <p:nvSpPr>
            <p:cNvPr id="14098" name="Google Shape;14098;p8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4" name="Google Shape;14114;p83"/>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5" name="Google Shape;14115;p83"/>
          <p:cNvGrpSpPr/>
          <p:nvPr/>
        </p:nvGrpSpPr>
        <p:grpSpPr>
          <a:xfrm>
            <a:off x="2767184" y="3428794"/>
            <a:ext cx="288448" cy="357120"/>
            <a:chOff x="2795053" y="3352594"/>
            <a:chExt cx="288448" cy="357120"/>
          </a:xfrm>
        </p:grpSpPr>
        <p:sp>
          <p:nvSpPr>
            <p:cNvPr id="14116" name="Google Shape;14116;p8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83"/>
          <p:cNvGrpSpPr/>
          <p:nvPr/>
        </p:nvGrpSpPr>
        <p:grpSpPr>
          <a:xfrm>
            <a:off x="2208656" y="3429402"/>
            <a:ext cx="304832" cy="356512"/>
            <a:chOff x="2236525" y="3353202"/>
            <a:chExt cx="304832" cy="356512"/>
          </a:xfrm>
        </p:grpSpPr>
        <p:sp>
          <p:nvSpPr>
            <p:cNvPr id="14126" name="Google Shape;14126;p8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83"/>
          <p:cNvGrpSpPr/>
          <p:nvPr/>
        </p:nvGrpSpPr>
        <p:grpSpPr>
          <a:xfrm>
            <a:off x="3882768" y="3428890"/>
            <a:ext cx="256800" cy="357024"/>
            <a:chOff x="3910637" y="3352690"/>
            <a:chExt cx="256800" cy="357024"/>
          </a:xfrm>
        </p:grpSpPr>
        <p:sp>
          <p:nvSpPr>
            <p:cNvPr id="14130" name="Google Shape;14130;p8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83"/>
          <p:cNvGrpSpPr/>
          <p:nvPr/>
        </p:nvGrpSpPr>
        <p:grpSpPr>
          <a:xfrm>
            <a:off x="6028560" y="3428122"/>
            <a:ext cx="360064" cy="360096"/>
            <a:chOff x="6056429" y="3351922"/>
            <a:chExt cx="360064" cy="360096"/>
          </a:xfrm>
        </p:grpSpPr>
        <p:sp>
          <p:nvSpPr>
            <p:cNvPr id="14134" name="Google Shape;14134;p8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83"/>
          <p:cNvGrpSpPr/>
          <p:nvPr/>
        </p:nvGrpSpPr>
        <p:grpSpPr>
          <a:xfrm>
            <a:off x="6581008" y="3429274"/>
            <a:ext cx="357408" cy="357408"/>
            <a:chOff x="6608877" y="3353074"/>
            <a:chExt cx="357408" cy="357408"/>
          </a:xfrm>
        </p:grpSpPr>
        <p:sp>
          <p:nvSpPr>
            <p:cNvPr id="14138" name="Google Shape;14138;p8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5" name="Google Shape;14145;p83"/>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3"/>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7" name="Google Shape;14147;p83"/>
          <p:cNvGrpSpPr/>
          <p:nvPr/>
        </p:nvGrpSpPr>
        <p:grpSpPr>
          <a:xfrm>
            <a:off x="4931664" y="3446426"/>
            <a:ext cx="357408" cy="323488"/>
            <a:chOff x="4959533" y="3370226"/>
            <a:chExt cx="357408" cy="323488"/>
          </a:xfrm>
        </p:grpSpPr>
        <p:sp>
          <p:nvSpPr>
            <p:cNvPr id="14148" name="Google Shape;14148;p8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0" name="Google Shape;14150;p83"/>
          <p:cNvGrpSpPr/>
          <p:nvPr/>
        </p:nvGrpSpPr>
        <p:grpSpPr>
          <a:xfrm>
            <a:off x="7130768" y="3429274"/>
            <a:ext cx="357056" cy="357408"/>
            <a:chOff x="7158637" y="3353074"/>
            <a:chExt cx="357056" cy="357408"/>
          </a:xfrm>
        </p:grpSpPr>
        <p:sp>
          <p:nvSpPr>
            <p:cNvPr id="14151" name="Google Shape;14151;p8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83"/>
          <p:cNvGrpSpPr/>
          <p:nvPr/>
        </p:nvGrpSpPr>
        <p:grpSpPr>
          <a:xfrm>
            <a:off x="3288400" y="3428602"/>
            <a:ext cx="344832" cy="356544"/>
            <a:chOff x="3316269" y="3352402"/>
            <a:chExt cx="344832" cy="356544"/>
          </a:xfrm>
        </p:grpSpPr>
        <p:sp>
          <p:nvSpPr>
            <p:cNvPr id="14156" name="Google Shape;14156;p8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83"/>
          <p:cNvGrpSpPr/>
          <p:nvPr/>
        </p:nvGrpSpPr>
        <p:grpSpPr>
          <a:xfrm>
            <a:off x="5481040" y="3447706"/>
            <a:ext cx="358560" cy="319552"/>
            <a:chOff x="5508909" y="3371506"/>
            <a:chExt cx="358560" cy="319552"/>
          </a:xfrm>
        </p:grpSpPr>
        <p:sp>
          <p:nvSpPr>
            <p:cNvPr id="14160" name="Google Shape;14160;p8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0" name="Google Shape;14170;p8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74" name="Shape 14174"/>
        <p:cNvGrpSpPr/>
        <p:nvPr/>
      </p:nvGrpSpPr>
      <p:grpSpPr>
        <a:xfrm>
          <a:off x="0" y="0"/>
          <a:ext cx="0" cy="0"/>
          <a:chOff x="0" y="0"/>
          <a:chExt cx="0" cy="0"/>
        </a:xfrm>
      </p:grpSpPr>
      <p:sp>
        <p:nvSpPr>
          <p:cNvPr id="14175" name="Google Shape;14175;p84"/>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6" name="Google Shape;14176;p84"/>
          <p:cNvGrpSpPr/>
          <p:nvPr/>
        </p:nvGrpSpPr>
        <p:grpSpPr>
          <a:xfrm>
            <a:off x="3026217" y="3893352"/>
            <a:ext cx="346056" cy="345674"/>
            <a:chOff x="3303268" y="3817349"/>
            <a:chExt cx="346056" cy="345674"/>
          </a:xfrm>
        </p:grpSpPr>
        <p:sp>
          <p:nvSpPr>
            <p:cNvPr id="14177" name="Google Shape;14177;p8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84"/>
          <p:cNvGrpSpPr/>
          <p:nvPr/>
        </p:nvGrpSpPr>
        <p:grpSpPr>
          <a:xfrm>
            <a:off x="3475306" y="3893352"/>
            <a:ext cx="346056" cy="345674"/>
            <a:chOff x="3752358" y="3817349"/>
            <a:chExt cx="346056" cy="345674"/>
          </a:xfrm>
        </p:grpSpPr>
        <p:sp>
          <p:nvSpPr>
            <p:cNvPr id="14182" name="Google Shape;14182;p8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84"/>
          <p:cNvGrpSpPr/>
          <p:nvPr/>
        </p:nvGrpSpPr>
        <p:grpSpPr>
          <a:xfrm>
            <a:off x="4822956" y="3893352"/>
            <a:ext cx="346024" cy="345674"/>
            <a:chOff x="5100008" y="3817349"/>
            <a:chExt cx="346024" cy="345674"/>
          </a:xfrm>
        </p:grpSpPr>
        <p:sp>
          <p:nvSpPr>
            <p:cNvPr id="14187" name="Google Shape;14187;p8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84"/>
          <p:cNvGrpSpPr/>
          <p:nvPr/>
        </p:nvGrpSpPr>
        <p:grpSpPr>
          <a:xfrm>
            <a:off x="5721867" y="3893352"/>
            <a:ext cx="345674" cy="345674"/>
            <a:chOff x="5998919" y="3817349"/>
            <a:chExt cx="345674" cy="345674"/>
          </a:xfrm>
        </p:grpSpPr>
        <p:sp>
          <p:nvSpPr>
            <p:cNvPr id="14191" name="Google Shape;14191;p8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84"/>
          <p:cNvGrpSpPr/>
          <p:nvPr/>
        </p:nvGrpSpPr>
        <p:grpSpPr>
          <a:xfrm>
            <a:off x="3924396" y="3893352"/>
            <a:ext cx="346024" cy="345674"/>
            <a:chOff x="4201447" y="3817349"/>
            <a:chExt cx="346024" cy="345674"/>
          </a:xfrm>
        </p:grpSpPr>
        <p:sp>
          <p:nvSpPr>
            <p:cNvPr id="14195" name="Google Shape;14195;p8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7" name="Google Shape;14197;p84"/>
          <p:cNvGrpSpPr/>
          <p:nvPr/>
        </p:nvGrpSpPr>
        <p:grpSpPr>
          <a:xfrm>
            <a:off x="4373867" y="3893352"/>
            <a:ext cx="346024" cy="345674"/>
            <a:chOff x="4650919" y="3817349"/>
            <a:chExt cx="346024" cy="345674"/>
          </a:xfrm>
        </p:grpSpPr>
        <p:sp>
          <p:nvSpPr>
            <p:cNvPr id="14198" name="Google Shape;14198;p8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1" name="Google Shape;14201;p84"/>
          <p:cNvGrpSpPr/>
          <p:nvPr/>
        </p:nvGrpSpPr>
        <p:grpSpPr>
          <a:xfrm>
            <a:off x="5272810" y="3893352"/>
            <a:ext cx="345642" cy="345674"/>
            <a:chOff x="5549861" y="3817349"/>
            <a:chExt cx="345642" cy="345674"/>
          </a:xfrm>
        </p:grpSpPr>
        <p:sp>
          <p:nvSpPr>
            <p:cNvPr id="14202" name="Google Shape;14202;p8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84"/>
          <p:cNvGrpSpPr/>
          <p:nvPr/>
        </p:nvGrpSpPr>
        <p:grpSpPr>
          <a:xfrm>
            <a:off x="1281335" y="3474029"/>
            <a:ext cx="367255" cy="269855"/>
            <a:chOff x="1306445" y="3397829"/>
            <a:chExt cx="367255" cy="269855"/>
          </a:xfrm>
        </p:grpSpPr>
        <p:sp>
          <p:nvSpPr>
            <p:cNvPr id="14206" name="Google Shape;14206;p8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84"/>
          <p:cNvGrpSpPr/>
          <p:nvPr/>
        </p:nvGrpSpPr>
        <p:grpSpPr>
          <a:xfrm>
            <a:off x="1756207" y="3467600"/>
            <a:ext cx="367255" cy="282364"/>
            <a:chOff x="1781317" y="3391400"/>
            <a:chExt cx="367255" cy="282364"/>
          </a:xfrm>
        </p:grpSpPr>
        <p:sp>
          <p:nvSpPr>
            <p:cNvPr id="14213" name="Google Shape;14213;p8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84"/>
          <p:cNvGrpSpPr/>
          <p:nvPr/>
        </p:nvGrpSpPr>
        <p:grpSpPr>
          <a:xfrm>
            <a:off x="3653720" y="3447133"/>
            <a:ext cx="369164" cy="323297"/>
            <a:chOff x="3678830" y="3370933"/>
            <a:chExt cx="369164" cy="323297"/>
          </a:xfrm>
        </p:grpSpPr>
        <p:sp>
          <p:nvSpPr>
            <p:cNvPr id="14220" name="Google Shape;14220;p8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84"/>
          <p:cNvGrpSpPr/>
          <p:nvPr/>
        </p:nvGrpSpPr>
        <p:grpSpPr>
          <a:xfrm>
            <a:off x="834155" y="3424375"/>
            <a:ext cx="312316" cy="368400"/>
            <a:chOff x="859265" y="3348175"/>
            <a:chExt cx="312316" cy="368400"/>
          </a:xfrm>
        </p:grpSpPr>
        <p:sp>
          <p:nvSpPr>
            <p:cNvPr id="14232" name="Google Shape;14232;p8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7" name="Google Shape;14237;p84"/>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8" name="Google Shape;14238;p84"/>
          <p:cNvGrpSpPr/>
          <p:nvPr/>
        </p:nvGrpSpPr>
        <p:grpSpPr>
          <a:xfrm>
            <a:off x="2741264" y="3437213"/>
            <a:ext cx="330110" cy="308908"/>
            <a:chOff x="2766264" y="3394042"/>
            <a:chExt cx="294873" cy="275934"/>
          </a:xfrm>
        </p:grpSpPr>
        <p:sp>
          <p:nvSpPr>
            <p:cNvPr id="14239" name="Google Shape;14239;p8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84"/>
          <p:cNvGrpSpPr/>
          <p:nvPr/>
        </p:nvGrpSpPr>
        <p:grpSpPr>
          <a:xfrm>
            <a:off x="3189862" y="3435388"/>
            <a:ext cx="346406" cy="347552"/>
            <a:chOff x="3214972" y="3359188"/>
            <a:chExt cx="346406" cy="347552"/>
          </a:xfrm>
        </p:grpSpPr>
        <p:sp>
          <p:nvSpPr>
            <p:cNvPr id="14244" name="Google Shape;14244;p8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84"/>
          <p:cNvGrpSpPr/>
          <p:nvPr/>
        </p:nvGrpSpPr>
        <p:grpSpPr>
          <a:xfrm>
            <a:off x="4604196" y="3485393"/>
            <a:ext cx="367255" cy="244486"/>
            <a:chOff x="4629306" y="3409193"/>
            <a:chExt cx="367255" cy="244486"/>
          </a:xfrm>
        </p:grpSpPr>
        <p:sp>
          <p:nvSpPr>
            <p:cNvPr id="14259" name="Google Shape;14259;p8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84"/>
          <p:cNvGrpSpPr/>
          <p:nvPr/>
        </p:nvGrpSpPr>
        <p:grpSpPr>
          <a:xfrm>
            <a:off x="4168380" y="3426284"/>
            <a:ext cx="289939" cy="334661"/>
            <a:chOff x="4193490" y="3350084"/>
            <a:chExt cx="289939" cy="334661"/>
          </a:xfrm>
        </p:grpSpPr>
        <p:sp>
          <p:nvSpPr>
            <p:cNvPr id="14270" name="Google Shape;14270;p8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84"/>
          <p:cNvGrpSpPr/>
          <p:nvPr/>
        </p:nvGrpSpPr>
        <p:grpSpPr>
          <a:xfrm>
            <a:off x="6508171" y="3427430"/>
            <a:ext cx="357037" cy="357005"/>
            <a:chOff x="6533281" y="3351230"/>
            <a:chExt cx="357037" cy="357005"/>
          </a:xfrm>
        </p:grpSpPr>
        <p:sp>
          <p:nvSpPr>
            <p:cNvPr id="14281" name="Google Shape;14281;p8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84"/>
          <p:cNvGrpSpPr/>
          <p:nvPr/>
        </p:nvGrpSpPr>
        <p:grpSpPr>
          <a:xfrm>
            <a:off x="6033331" y="3427430"/>
            <a:ext cx="357387" cy="357005"/>
            <a:chOff x="6058441" y="3351230"/>
            <a:chExt cx="357387" cy="357005"/>
          </a:xfrm>
        </p:grpSpPr>
        <p:sp>
          <p:nvSpPr>
            <p:cNvPr id="14285" name="Google Shape;14285;p8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84"/>
          <p:cNvGrpSpPr/>
          <p:nvPr/>
        </p:nvGrpSpPr>
        <p:grpSpPr>
          <a:xfrm>
            <a:off x="7932373" y="3427048"/>
            <a:ext cx="357387" cy="357387"/>
            <a:chOff x="7957483" y="3350848"/>
            <a:chExt cx="357387" cy="357387"/>
          </a:xfrm>
        </p:grpSpPr>
        <p:sp>
          <p:nvSpPr>
            <p:cNvPr id="14288" name="Google Shape;14288;p8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84"/>
          <p:cNvGrpSpPr/>
          <p:nvPr/>
        </p:nvGrpSpPr>
        <p:grpSpPr>
          <a:xfrm>
            <a:off x="6982661" y="3427430"/>
            <a:ext cx="357387" cy="357005"/>
            <a:chOff x="7007771" y="3351230"/>
            <a:chExt cx="357387" cy="357005"/>
          </a:xfrm>
        </p:grpSpPr>
        <p:sp>
          <p:nvSpPr>
            <p:cNvPr id="14292" name="Google Shape;14292;p8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84"/>
          <p:cNvGrpSpPr/>
          <p:nvPr/>
        </p:nvGrpSpPr>
        <p:grpSpPr>
          <a:xfrm>
            <a:off x="5083620" y="3427430"/>
            <a:ext cx="357005" cy="357005"/>
            <a:chOff x="5108729" y="3351230"/>
            <a:chExt cx="357005" cy="357005"/>
          </a:xfrm>
        </p:grpSpPr>
        <p:sp>
          <p:nvSpPr>
            <p:cNvPr id="14298" name="Google Shape;14298;p8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84"/>
          <p:cNvGrpSpPr/>
          <p:nvPr/>
        </p:nvGrpSpPr>
        <p:grpSpPr>
          <a:xfrm>
            <a:off x="5558459" y="3427430"/>
            <a:ext cx="357419" cy="357005"/>
            <a:chOff x="5583569" y="3351230"/>
            <a:chExt cx="357419" cy="357005"/>
          </a:xfrm>
        </p:grpSpPr>
        <p:sp>
          <p:nvSpPr>
            <p:cNvPr id="14301" name="Google Shape;14301;p8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84"/>
          <p:cNvGrpSpPr/>
          <p:nvPr/>
        </p:nvGrpSpPr>
        <p:grpSpPr>
          <a:xfrm>
            <a:off x="7457119" y="3427430"/>
            <a:ext cx="357419" cy="357005"/>
            <a:chOff x="7482229" y="3351230"/>
            <a:chExt cx="357419" cy="357005"/>
          </a:xfrm>
        </p:grpSpPr>
        <p:sp>
          <p:nvSpPr>
            <p:cNvPr id="14304" name="Google Shape;14304;p8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84"/>
          <p:cNvGrpSpPr/>
          <p:nvPr/>
        </p:nvGrpSpPr>
        <p:grpSpPr>
          <a:xfrm>
            <a:off x="3739375" y="2966882"/>
            <a:ext cx="222874" cy="345737"/>
            <a:chOff x="3764485" y="2890682"/>
            <a:chExt cx="222874" cy="345737"/>
          </a:xfrm>
        </p:grpSpPr>
        <p:sp>
          <p:nvSpPr>
            <p:cNvPr id="14310" name="Google Shape;14310;p8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84"/>
          <p:cNvGrpSpPr/>
          <p:nvPr/>
        </p:nvGrpSpPr>
        <p:grpSpPr>
          <a:xfrm>
            <a:off x="2213507" y="2984331"/>
            <a:ext cx="422596" cy="310382"/>
            <a:chOff x="2278533" y="2937377"/>
            <a:chExt cx="346788" cy="254704"/>
          </a:xfrm>
        </p:grpSpPr>
        <p:sp>
          <p:nvSpPr>
            <p:cNvPr id="14314" name="Google Shape;14314;p8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6" name="Google Shape;14316;p84"/>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7" name="Google Shape;14317;p84"/>
          <p:cNvGrpSpPr/>
          <p:nvPr/>
        </p:nvGrpSpPr>
        <p:grpSpPr>
          <a:xfrm>
            <a:off x="1811527" y="2967710"/>
            <a:ext cx="286152" cy="346438"/>
            <a:chOff x="1836637" y="2891510"/>
            <a:chExt cx="286152" cy="346438"/>
          </a:xfrm>
        </p:grpSpPr>
        <p:sp>
          <p:nvSpPr>
            <p:cNvPr id="14318" name="Google Shape;14318;p8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84"/>
          <p:cNvGrpSpPr/>
          <p:nvPr/>
        </p:nvGrpSpPr>
        <p:grpSpPr>
          <a:xfrm>
            <a:off x="5560751" y="2982129"/>
            <a:ext cx="379764" cy="337684"/>
            <a:chOff x="5585861" y="2905929"/>
            <a:chExt cx="379764" cy="337684"/>
          </a:xfrm>
        </p:grpSpPr>
        <p:sp>
          <p:nvSpPr>
            <p:cNvPr id="14322" name="Google Shape;14322;p8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84"/>
          <p:cNvGrpSpPr/>
          <p:nvPr/>
        </p:nvGrpSpPr>
        <p:grpSpPr>
          <a:xfrm>
            <a:off x="1302566" y="2986680"/>
            <a:ext cx="347934" cy="310024"/>
            <a:chOff x="1327676" y="2910480"/>
            <a:chExt cx="347934" cy="310024"/>
          </a:xfrm>
        </p:grpSpPr>
        <p:sp>
          <p:nvSpPr>
            <p:cNvPr id="14327" name="Google Shape;14327;p8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2" name="Google Shape;14332;p84"/>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3" name="Google Shape;14333;p84"/>
          <p:cNvGrpSpPr/>
          <p:nvPr/>
        </p:nvGrpSpPr>
        <p:grpSpPr>
          <a:xfrm>
            <a:off x="2728291" y="2945764"/>
            <a:ext cx="382828" cy="358601"/>
            <a:chOff x="2753373" y="2902523"/>
            <a:chExt cx="347552" cy="325557"/>
          </a:xfrm>
        </p:grpSpPr>
        <p:sp>
          <p:nvSpPr>
            <p:cNvPr id="14334" name="Google Shape;14334;p8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84"/>
          <p:cNvGrpSpPr/>
          <p:nvPr/>
        </p:nvGrpSpPr>
        <p:grpSpPr>
          <a:xfrm>
            <a:off x="823906" y="2979455"/>
            <a:ext cx="356655" cy="335425"/>
            <a:chOff x="849016" y="2903255"/>
            <a:chExt cx="356655" cy="335425"/>
          </a:xfrm>
        </p:grpSpPr>
        <p:sp>
          <p:nvSpPr>
            <p:cNvPr id="14341" name="Google Shape;14341;p8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2" name="Google Shape;14352;p84"/>
          <p:cNvGrpSpPr/>
          <p:nvPr/>
        </p:nvGrpSpPr>
        <p:grpSpPr>
          <a:xfrm>
            <a:off x="4185823" y="3002977"/>
            <a:ext cx="280072" cy="275520"/>
            <a:chOff x="4210933" y="2926777"/>
            <a:chExt cx="280072" cy="275520"/>
          </a:xfrm>
        </p:grpSpPr>
        <p:sp>
          <p:nvSpPr>
            <p:cNvPr id="14353" name="Google Shape;14353;p8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6" name="Google Shape;14366;p84"/>
          <p:cNvGrpSpPr/>
          <p:nvPr/>
        </p:nvGrpSpPr>
        <p:grpSpPr>
          <a:xfrm>
            <a:off x="4642106" y="2991582"/>
            <a:ext cx="320273" cy="318395"/>
            <a:chOff x="4667216" y="2915382"/>
            <a:chExt cx="320273" cy="318395"/>
          </a:xfrm>
        </p:grpSpPr>
        <p:sp>
          <p:nvSpPr>
            <p:cNvPr id="14367" name="Google Shape;14367;p8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84"/>
          <p:cNvGrpSpPr/>
          <p:nvPr/>
        </p:nvGrpSpPr>
        <p:grpSpPr>
          <a:xfrm>
            <a:off x="5145370" y="3010839"/>
            <a:ext cx="261929" cy="280550"/>
            <a:chOff x="5170480" y="2934639"/>
            <a:chExt cx="261929" cy="280550"/>
          </a:xfrm>
        </p:grpSpPr>
        <p:sp>
          <p:nvSpPr>
            <p:cNvPr id="14372" name="Google Shape;14372;p8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84"/>
          <p:cNvGrpSpPr/>
          <p:nvPr/>
        </p:nvGrpSpPr>
        <p:grpSpPr>
          <a:xfrm>
            <a:off x="6044313" y="2968091"/>
            <a:ext cx="362321" cy="364231"/>
            <a:chOff x="6069423" y="2891892"/>
            <a:chExt cx="362321" cy="364231"/>
          </a:xfrm>
        </p:grpSpPr>
        <p:sp>
          <p:nvSpPr>
            <p:cNvPr id="14380" name="Google Shape;14380;p8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84"/>
          <p:cNvGrpSpPr/>
          <p:nvPr/>
        </p:nvGrpSpPr>
        <p:grpSpPr>
          <a:xfrm>
            <a:off x="6546845" y="2995370"/>
            <a:ext cx="308878" cy="311170"/>
            <a:chOff x="6571955" y="2919170"/>
            <a:chExt cx="308878" cy="311170"/>
          </a:xfrm>
        </p:grpSpPr>
        <p:sp>
          <p:nvSpPr>
            <p:cNvPr id="14387" name="Google Shape;14387;p8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84"/>
          <p:cNvGrpSpPr/>
          <p:nvPr/>
        </p:nvGrpSpPr>
        <p:grpSpPr>
          <a:xfrm>
            <a:off x="7474944" y="3010935"/>
            <a:ext cx="350576" cy="280454"/>
            <a:chOff x="7500054" y="2934735"/>
            <a:chExt cx="350576" cy="280454"/>
          </a:xfrm>
        </p:grpSpPr>
        <p:sp>
          <p:nvSpPr>
            <p:cNvPr id="14398" name="Google Shape;14398;p8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84"/>
          <p:cNvGrpSpPr/>
          <p:nvPr/>
        </p:nvGrpSpPr>
        <p:grpSpPr>
          <a:xfrm>
            <a:off x="6987570" y="2950862"/>
            <a:ext cx="332012" cy="355454"/>
            <a:chOff x="7055134" y="2919170"/>
            <a:chExt cx="290321" cy="310820"/>
          </a:xfrm>
        </p:grpSpPr>
        <p:sp>
          <p:nvSpPr>
            <p:cNvPr id="14407" name="Google Shape;14407;p8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84"/>
          <p:cNvGrpSpPr/>
          <p:nvPr/>
        </p:nvGrpSpPr>
        <p:grpSpPr>
          <a:xfrm>
            <a:off x="7960033" y="2976813"/>
            <a:ext cx="330109" cy="347552"/>
            <a:chOff x="7985143" y="2900613"/>
            <a:chExt cx="330109" cy="347552"/>
          </a:xfrm>
        </p:grpSpPr>
        <p:sp>
          <p:nvSpPr>
            <p:cNvPr id="14422" name="Google Shape;14422;p8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84"/>
          <p:cNvGrpSpPr/>
          <p:nvPr/>
        </p:nvGrpSpPr>
        <p:grpSpPr>
          <a:xfrm>
            <a:off x="7965731" y="2511426"/>
            <a:ext cx="354363" cy="353631"/>
            <a:chOff x="7990840" y="2435226"/>
            <a:chExt cx="354363" cy="353631"/>
          </a:xfrm>
        </p:grpSpPr>
        <p:sp>
          <p:nvSpPr>
            <p:cNvPr id="14431" name="Google Shape;14431;p8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4" name="Google Shape;14434;p84"/>
          <p:cNvGrpSpPr/>
          <p:nvPr/>
        </p:nvGrpSpPr>
        <p:grpSpPr>
          <a:xfrm>
            <a:off x="1792207" y="2556530"/>
            <a:ext cx="350958" cy="263043"/>
            <a:chOff x="1817317" y="2480330"/>
            <a:chExt cx="350958" cy="263043"/>
          </a:xfrm>
        </p:grpSpPr>
        <p:sp>
          <p:nvSpPr>
            <p:cNvPr id="14435" name="Google Shape;14435;p8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84"/>
          <p:cNvGrpSpPr/>
          <p:nvPr/>
        </p:nvGrpSpPr>
        <p:grpSpPr>
          <a:xfrm>
            <a:off x="1316617" y="2559549"/>
            <a:ext cx="419913" cy="308109"/>
            <a:chOff x="1341727" y="2483349"/>
            <a:chExt cx="419913" cy="308109"/>
          </a:xfrm>
        </p:grpSpPr>
        <p:sp>
          <p:nvSpPr>
            <p:cNvPr id="14441" name="Google Shape;14441;p8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4" name="Google Shape;14444;p84"/>
          <p:cNvGrpSpPr/>
          <p:nvPr/>
        </p:nvGrpSpPr>
        <p:grpSpPr>
          <a:xfrm>
            <a:off x="829222" y="2523936"/>
            <a:ext cx="376358" cy="330109"/>
            <a:chOff x="854332" y="2447736"/>
            <a:chExt cx="376358" cy="330109"/>
          </a:xfrm>
        </p:grpSpPr>
        <p:sp>
          <p:nvSpPr>
            <p:cNvPr id="14445" name="Google Shape;14445;p8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84"/>
          <p:cNvGrpSpPr/>
          <p:nvPr/>
        </p:nvGrpSpPr>
        <p:grpSpPr>
          <a:xfrm>
            <a:off x="4181653" y="2527151"/>
            <a:ext cx="322151" cy="322374"/>
            <a:chOff x="4206763" y="2450951"/>
            <a:chExt cx="322151" cy="322374"/>
          </a:xfrm>
        </p:grpSpPr>
        <p:sp>
          <p:nvSpPr>
            <p:cNvPr id="14454" name="Google Shape;14454;p8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84"/>
          <p:cNvGrpSpPr/>
          <p:nvPr/>
        </p:nvGrpSpPr>
        <p:grpSpPr>
          <a:xfrm>
            <a:off x="7491236" y="2526259"/>
            <a:ext cx="327976" cy="324316"/>
            <a:chOff x="7528096" y="2450059"/>
            <a:chExt cx="327976" cy="324316"/>
          </a:xfrm>
        </p:grpSpPr>
        <p:sp>
          <p:nvSpPr>
            <p:cNvPr id="14457" name="Google Shape;14457;p8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84"/>
          <p:cNvGrpSpPr/>
          <p:nvPr/>
        </p:nvGrpSpPr>
        <p:grpSpPr>
          <a:xfrm>
            <a:off x="7052019" y="2588742"/>
            <a:ext cx="282364" cy="198619"/>
            <a:chOff x="7077129" y="2512542"/>
            <a:chExt cx="282364" cy="198619"/>
          </a:xfrm>
        </p:grpSpPr>
        <p:sp>
          <p:nvSpPr>
            <p:cNvPr id="14463" name="Google Shape;14463;p8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9" name="Google Shape;14469;p84"/>
          <p:cNvGrpSpPr/>
          <p:nvPr/>
        </p:nvGrpSpPr>
        <p:grpSpPr>
          <a:xfrm>
            <a:off x="3700351" y="2520912"/>
            <a:ext cx="334279" cy="334661"/>
            <a:chOff x="3725461" y="2444712"/>
            <a:chExt cx="334279" cy="334661"/>
          </a:xfrm>
        </p:grpSpPr>
        <p:sp>
          <p:nvSpPr>
            <p:cNvPr id="14470" name="Google Shape;14470;p8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84"/>
          <p:cNvGrpSpPr/>
          <p:nvPr/>
        </p:nvGrpSpPr>
        <p:grpSpPr>
          <a:xfrm>
            <a:off x="6552128" y="2533421"/>
            <a:ext cx="332019" cy="310788"/>
            <a:chOff x="6577238" y="2457221"/>
            <a:chExt cx="332019" cy="310788"/>
          </a:xfrm>
        </p:grpSpPr>
        <p:sp>
          <p:nvSpPr>
            <p:cNvPr id="14478" name="Google Shape;14478;p8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84"/>
          <p:cNvGrpSpPr/>
          <p:nvPr/>
        </p:nvGrpSpPr>
        <p:grpSpPr>
          <a:xfrm>
            <a:off x="2793451" y="2515978"/>
            <a:ext cx="247892" cy="346024"/>
            <a:chOff x="2818561" y="2439778"/>
            <a:chExt cx="247892" cy="346024"/>
          </a:xfrm>
        </p:grpSpPr>
        <p:sp>
          <p:nvSpPr>
            <p:cNvPr id="14485" name="Google Shape;14485;p8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84"/>
          <p:cNvGrpSpPr/>
          <p:nvPr/>
        </p:nvGrpSpPr>
        <p:grpSpPr>
          <a:xfrm>
            <a:off x="3182668" y="2550832"/>
            <a:ext cx="419933" cy="275170"/>
            <a:chOff x="3207778" y="2474632"/>
            <a:chExt cx="419933" cy="275170"/>
          </a:xfrm>
        </p:grpSpPr>
        <p:sp>
          <p:nvSpPr>
            <p:cNvPr id="14498" name="Google Shape;14498;p8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84"/>
          <p:cNvGrpSpPr/>
          <p:nvPr/>
        </p:nvGrpSpPr>
        <p:grpSpPr>
          <a:xfrm>
            <a:off x="6074265" y="2532275"/>
            <a:ext cx="337684" cy="314194"/>
            <a:chOff x="6099375" y="2456075"/>
            <a:chExt cx="337684" cy="314194"/>
          </a:xfrm>
        </p:grpSpPr>
        <p:sp>
          <p:nvSpPr>
            <p:cNvPr id="14513" name="Google Shape;14513;p8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84"/>
          <p:cNvGrpSpPr/>
          <p:nvPr/>
        </p:nvGrpSpPr>
        <p:grpSpPr>
          <a:xfrm>
            <a:off x="2287513" y="2544784"/>
            <a:ext cx="312698" cy="286534"/>
            <a:chOff x="2312623" y="2468584"/>
            <a:chExt cx="312698" cy="286534"/>
          </a:xfrm>
        </p:grpSpPr>
        <p:sp>
          <p:nvSpPr>
            <p:cNvPr id="14516" name="Google Shape;14516;p8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84"/>
          <p:cNvGrpSpPr/>
          <p:nvPr/>
        </p:nvGrpSpPr>
        <p:grpSpPr>
          <a:xfrm>
            <a:off x="5593695" y="2517124"/>
            <a:ext cx="345292" cy="342618"/>
            <a:chOff x="5618805" y="2440924"/>
            <a:chExt cx="345292" cy="342618"/>
          </a:xfrm>
        </p:grpSpPr>
        <p:sp>
          <p:nvSpPr>
            <p:cNvPr id="14520" name="Google Shape;14520;p8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84"/>
          <p:cNvGrpSpPr/>
          <p:nvPr/>
        </p:nvGrpSpPr>
        <p:grpSpPr>
          <a:xfrm>
            <a:off x="4628069" y="2522790"/>
            <a:ext cx="377886" cy="331255"/>
            <a:chOff x="4653179" y="2446590"/>
            <a:chExt cx="377886" cy="331255"/>
          </a:xfrm>
        </p:grpSpPr>
        <p:sp>
          <p:nvSpPr>
            <p:cNvPr id="14526" name="Google Shape;14526;p8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84"/>
          <p:cNvGrpSpPr/>
          <p:nvPr/>
        </p:nvGrpSpPr>
        <p:grpSpPr>
          <a:xfrm>
            <a:off x="5159407" y="2535681"/>
            <a:ext cx="252062" cy="305122"/>
            <a:chOff x="5184517" y="2459481"/>
            <a:chExt cx="252062" cy="305122"/>
          </a:xfrm>
        </p:grpSpPr>
        <p:sp>
          <p:nvSpPr>
            <p:cNvPr id="14531" name="Google Shape;14531;p8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7" name="Google Shape;14537;p84"/>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8" name="Google Shape;14538;p84"/>
          <p:cNvGrpSpPr/>
          <p:nvPr/>
        </p:nvGrpSpPr>
        <p:grpSpPr>
          <a:xfrm>
            <a:off x="6130349" y="2045308"/>
            <a:ext cx="249770" cy="363849"/>
            <a:chOff x="6155459" y="1969108"/>
            <a:chExt cx="249770" cy="363849"/>
          </a:xfrm>
        </p:grpSpPr>
        <p:sp>
          <p:nvSpPr>
            <p:cNvPr id="14539" name="Google Shape;14539;p8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84"/>
          <p:cNvGrpSpPr/>
          <p:nvPr/>
        </p:nvGrpSpPr>
        <p:grpSpPr>
          <a:xfrm>
            <a:off x="2254919" y="2046804"/>
            <a:ext cx="353631" cy="354395"/>
            <a:chOff x="2280029" y="1970604"/>
            <a:chExt cx="353631" cy="354395"/>
          </a:xfrm>
        </p:grpSpPr>
        <p:sp>
          <p:nvSpPr>
            <p:cNvPr id="14549" name="Google Shape;14549;p8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84"/>
          <p:cNvGrpSpPr/>
          <p:nvPr/>
        </p:nvGrpSpPr>
        <p:grpSpPr>
          <a:xfrm>
            <a:off x="8039990" y="2076374"/>
            <a:ext cx="255086" cy="301685"/>
            <a:chOff x="8065100" y="2000174"/>
            <a:chExt cx="255086" cy="301685"/>
          </a:xfrm>
        </p:grpSpPr>
        <p:sp>
          <p:nvSpPr>
            <p:cNvPr id="14554" name="Google Shape;14554;p8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84"/>
          <p:cNvGrpSpPr/>
          <p:nvPr/>
        </p:nvGrpSpPr>
        <p:grpSpPr>
          <a:xfrm>
            <a:off x="6608595" y="2045308"/>
            <a:ext cx="249420" cy="363849"/>
            <a:chOff x="6633705" y="1969108"/>
            <a:chExt cx="249420" cy="363849"/>
          </a:xfrm>
        </p:grpSpPr>
        <p:sp>
          <p:nvSpPr>
            <p:cNvPr id="14559" name="Google Shape;14559;p8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84"/>
          <p:cNvGrpSpPr/>
          <p:nvPr/>
        </p:nvGrpSpPr>
        <p:grpSpPr>
          <a:xfrm>
            <a:off x="5185921" y="2045308"/>
            <a:ext cx="226661" cy="363467"/>
            <a:chOff x="5211031" y="1969108"/>
            <a:chExt cx="226661" cy="363467"/>
          </a:xfrm>
        </p:grpSpPr>
        <p:sp>
          <p:nvSpPr>
            <p:cNvPr id="14568" name="Google Shape;14568;p8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84"/>
          <p:cNvGrpSpPr/>
          <p:nvPr/>
        </p:nvGrpSpPr>
        <p:grpSpPr>
          <a:xfrm>
            <a:off x="3687842" y="2046804"/>
            <a:ext cx="354363" cy="354395"/>
            <a:chOff x="3712952" y="1970604"/>
            <a:chExt cx="354363" cy="354395"/>
          </a:xfrm>
        </p:grpSpPr>
        <p:sp>
          <p:nvSpPr>
            <p:cNvPr id="14571" name="Google Shape;14571;p8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84"/>
          <p:cNvGrpSpPr/>
          <p:nvPr/>
        </p:nvGrpSpPr>
        <p:grpSpPr>
          <a:xfrm>
            <a:off x="3210329" y="2046804"/>
            <a:ext cx="354363" cy="354745"/>
            <a:chOff x="3235438" y="1970604"/>
            <a:chExt cx="354363" cy="354745"/>
          </a:xfrm>
        </p:grpSpPr>
        <p:sp>
          <p:nvSpPr>
            <p:cNvPr id="14581" name="Google Shape;14581;p8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84"/>
          <p:cNvGrpSpPr/>
          <p:nvPr/>
        </p:nvGrpSpPr>
        <p:grpSpPr>
          <a:xfrm>
            <a:off x="1304475" y="2066125"/>
            <a:ext cx="341472" cy="335074"/>
            <a:chOff x="1329585" y="1989925"/>
            <a:chExt cx="341472" cy="335074"/>
          </a:xfrm>
        </p:grpSpPr>
        <p:sp>
          <p:nvSpPr>
            <p:cNvPr id="14595" name="Google Shape;14595;p8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84"/>
          <p:cNvGrpSpPr/>
          <p:nvPr/>
        </p:nvGrpSpPr>
        <p:grpSpPr>
          <a:xfrm>
            <a:off x="5566761" y="2066106"/>
            <a:ext cx="416649" cy="325597"/>
            <a:chOff x="5626763" y="2013829"/>
            <a:chExt cx="351722" cy="274788"/>
          </a:xfrm>
        </p:grpSpPr>
        <p:sp>
          <p:nvSpPr>
            <p:cNvPr id="14599" name="Google Shape;14599;p8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84"/>
          <p:cNvGrpSpPr/>
          <p:nvPr/>
        </p:nvGrpSpPr>
        <p:grpSpPr>
          <a:xfrm>
            <a:off x="7551495" y="2060077"/>
            <a:ext cx="276698" cy="333133"/>
            <a:chOff x="7576605" y="1983877"/>
            <a:chExt cx="276698" cy="333133"/>
          </a:xfrm>
        </p:grpSpPr>
        <p:sp>
          <p:nvSpPr>
            <p:cNvPr id="14610" name="Google Shape;14610;p8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84"/>
          <p:cNvGrpSpPr/>
          <p:nvPr/>
        </p:nvGrpSpPr>
        <p:grpSpPr>
          <a:xfrm>
            <a:off x="828458" y="2051738"/>
            <a:ext cx="337334" cy="353599"/>
            <a:chOff x="853568" y="1975538"/>
            <a:chExt cx="337334" cy="353599"/>
          </a:xfrm>
        </p:grpSpPr>
        <p:sp>
          <p:nvSpPr>
            <p:cNvPr id="14613" name="Google Shape;14613;p8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84"/>
          <p:cNvGrpSpPr/>
          <p:nvPr/>
        </p:nvGrpSpPr>
        <p:grpSpPr>
          <a:xfrm>
            <a:off x="2733192" y="2085828"/>
            <a:ext cx="327085" cy="277080"/>
            <a:chOff x="2770052" y="2009628"/>
            <a:chExt cx="327085" cy="277080"/>
          </a:xfrm>
        </p:grpSpPr>
        <p:sp>
          <p:nvSpPr>
            <p:cNvPr id="14618" name="Google Shape;14618;p8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0" name="Google Shape;14620;p84"/>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1" name="Google Shape;14621;p84"/>
          <p:cNvGrpSpPr/>
          <p:nvPr/>
        </p:nvGrpSpPr>
        <p:grpSpPr>
          <a:xfrm>
            <a:off x="4170289" y="2046804"/>
            <a:ext cx="344878" cy="343573"/>
            <a:chOff x="4195399" y="1970604"/>
            <a:chExt cx="344878" cy="343573"/>
          </a:xfrm>
        </p:grpSpPr>
        <p:sp>
          <p:nvSpPr>
            <p:cNvPr id="14622" name="Google Shape;14622;p8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84"/>
          <p:cNvGrpSpPr/>
          <p:nvPr/>
        </p:nvGrpSpPr>
        <p:grpSpPr>
          <a:xfrm>
            <a:off x="4649681" y="2053647"/>
            <a:ext cx="344528" cy="344114"/>
            <a:chOff x="4674791" y="1977447"/>
            <a:chExt cx="344528" cy="344114"/>
          </a:xfrm>
        </p:grpSpPr>
        <p:sp>
          <p:nvSpPr>
            <p:cNvPr id="14627" name="Google Shape;14627;p8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84"/>
          <p:cNvGrpSpPr/>
          <p:nvPr/>
        </p:nvGrpSpPr>
        <p:grpSpPr>
          <a:xfrm>
            <a:off x="6058700" y="1623497"/>
            <a:ext cx="382819" cy="310788"/>
            <a:chOff x="6083810" y="1547297"/>
            <a:chExt cx="382819" cy="310788"/>
          </a:xfrm>
        </p:grpSpPr>
        <p:sp>
          <p:nvSpPr>
            <p:cNvPr id="14654" name="Google Shape;14654;p8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2" name="Google Shape;14672;p84"/>
          <p:cNvGrpSpPr/>
          <p:nvPr/>
        </p:nvGrpSpPr>
        <p:grpSpPr>
          <a:xfrm>
            <a:off x="6533190" y="1614393"/>
            <a:ext cx="382788" cy="328613"/>
            <a:chOff x="6558300" y="1538193"/>
            <a:chExt cx="382788" cy="328613"/>
          </a:xfrm>
        </p:grpSpPr>
        <p:sp>
          <p:nvSpPr>
            <p:cNvPr id="14673" name="Google Shape;14673;p8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84"/>
          <p:cNvGrpSpPr/>
          <p:nvPr/>
        </p:nvGrpSpPr>
        <p:grpSpPr>
          <a:xfrm>
            <a:off x="5168892" y="1587497"/>
            <a:ext cx="259605" cy="346024"/>
            <a:chOff x="5194002" y="1511297"/>
            <a:chExt cx="259605" cy="346024"/>
          </a:xfrm>
        </p:grpSpPr>
        <p:sp>
          <p:nvSpPr>
            <p:cNvPr id="14676" name="Google Shape;14676;p8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84"/>
          <p:cNvGrpSpPr/>
          <p:nvPr/>
        </p:nvGrpSpPr>
        <p:grpSpPr>
          <a:xfrm>
            <a:off x="1369631" y="1588261"/>
            <a:ext cx="252444" cy="351722"/>
            <a:chOff x="1394741" y="1512061"/>
            <a:chExt cx="252444" cy="351722"/>
          </a:xfrm>
        </p:grpSpPr>
        <p:sp>
          <p:nvSpPr>
            <p:cNvPr id="14681" name="Google Shape;14681;p8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84"/>
          <p:cNvGrpSpPr/>
          <p:nvPr/>
        </p:nvGrpSpPr>
        <p:grpSpPr>
          <a:xfrm>
            <a:off x="829986" y="1580685"/>
            <a:ext cx="380910" cy="339594"/>
            <a:chOff x="855096" y="1504485"/>
            <a:chExt cx="380910" cy="339594"/>
          </a:xfrm>
        </p:grpSpPr>
        <p:sp>
          <p:nvSpPr>
            <p:cNvPr id="14699" name="Google Shape;14699;p8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84"/>
          <p:cNvGrpSpPr/>
          <p:nvPr/>
        </p:nvGrpSpPr>
        <p:grpSpPr>
          <a:xfrm>
            <a:off x="1794466" y="1587879"/>
            <a:ext cx="352103" cy="352103"/>
            <a:chOff x="1819576" y="1511679"/>
            <a:chExt cx="352103" cy="352103"/>
          </a:xfrm>
        </p:grpSpPr>
        <p:sp>
          <p:nvSpPr>
            <p:cNvPr id="14705" name="Google Shape;14705;p8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84"/>
          <p:cNvGrpSpPr/>
          <p:nvPr/>
        </p:nvGrpSpPr>
        <p:grpSpPr>
          <a:xfrm>
            <a:off x="5595987" y="1576961"/>
            <a:ext cx="371424" cy="355446"/>
            <a:chOff x="5621097" y="1500761"/>
            <a:chExt cx="371424" cy="355446"/>
          </a:xfrm>
        </p:grpSpPr>
        <p:sp>
          <p:nvSpPr>
            <p:cNvPr id="14710" name="Google Shape;14710;p8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84"/>
          <p:cNvGrpSpPr/>
          <p:nvPr/>
        </p:nvGrpSpPr>
        <p:grpSpPr>
          <a:xfrm>
            <a:off x="4645129" y="1617799"/>
            <a:ext cx="359679" cy="321833"/>
            <a:chOff x="4670239" y="1541599"/>
            <a:chExt cx="359679" cy="321833"/>
          </a:xfrm>
        </p:grpSpPr>
        <p:sp>
          <p:nvSpPr>
            <p:cNvPr id="14713" name="Google Shape;14713;p8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84"/>
          <p:cNvGrpSpPr/>
          <p:nvPr/>
        </p:nvGrpSpPr>
        <p:grpSpPr>
          <a:xfrm>
            <a:off x="4187319" y="1578585"/>
            <a:ext cx="321037" cy="353822"/>
            <a:chOff x="4212429" y="1502385"/>
            <a:chExt cx="321037" cy="353822"/>
          </a:xfrm>
        </p:grpSpPr>
        <p:sp>
          <p:nvSpPr>
            <p:cNvPr id="14719" name="Google Shape;14719;p8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84"/>
          <p:cNvGrpSpPr/>
          <p:nvPr/>
        </p:nvGrpSpPr>
        <p:grpSpPr>
          <a:xfrm>
            <a:off x="2277678" y="1582181"/>
            <a:ext cx="336188" cy="335425"/>
            <a:chOff x="2302788" y="1505981"/>
            <a:chExt cx="336188" cy="335425"/>
          </a:xfrm>
        </p:grpSpPr>
        <p:sp>
          <p:nvSpPr>
            <p:cNvPr id="14724" name="Google Shape;14724;p8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84"/>
          <p:cNvGrpSpPr/>
          <p:nvPr/>
        </p:nvGrpSpPr>
        <p:grpSpPr>
          <a:xfrm>
            <a:off x="2755191" y="1598096"/>
            <a:ext cx="333133" cy="321037"/>
            <a:chOff x="2780301" y="1521896"/>
            <a:chExt cx="333133" cy="321037"/>
          </a:xfrm>
        </p:grpSpPr>
        <p:sp>
          <p:nvSpPr>
            <p:cNvPr id="14742" name="Google Shape;14742;p8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84"/>
          <p:cNvGrpSpPr/>
          <p:nvPr/>
        </p:nvGrpSpPr>
        <p:grpSpPr>
          <a:xfrm>
            <a:off x="3291049" y="1591285"/>
            <a:ext cx="211892" cy="339594"/>
            <a:chOff x="3316159" y="1515085"/>
            <a:chExt cx="211892" cy="339594"/>
          </a:xfrm>
        </p:grpSpPr>
        <p:sp>
          <p:nvSpPr>
            <p:cNvPr id="14763" name="Google Shape;14763;p8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6" name="Google Shape;14766;p84"/>
            <p:cNvGrpSpPr/>
            <p:nvPr/>
          </p:nvGrpSpPr>
          <p:grpSpPr>
            <a:xfrm>
              <a:off x="3316159" y="1515085"/>
              <a:ext cx="211892" cy="339594"/>
              <a:chOff x="3316159" y="1515085"/>
              <a:chExt cx="211892" cy="339594"/>
            </a:xfrm>
          </p:grpSpPr>
          <p:sp>
            <p:nvSpPr>
              <p:cNvPr id="14767" name="Google Shape;14767;p8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73" name="Google Shape;14773;p84"/>
          <p:cNvGrpSpPr/>
          <p:nvPr/>
        </p:nvGrpSpPr>
        <p:grpSpPr>
          <a:xfrm>
            <a:off x="3691248" y="1620855"/>
            <a:ext cx="361971" cy="314958"/>
            <a:chOff x="3716358" y="1544655"/>
            <a:chExt cx="361971" cy="314958"/>
          </a:xfrm>
        </p:grpSpPr>
        <p:sp>
          <p:nvSpPr>
            <p:cNvPr id="14774" name="Google Shape;14774;p8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9" name="Google Shape;14779;p84"/>
            <p:cNvGrpSpPr/>
            <p:nvPr/>
          </p:nvGrpSpPr>
          <p:grpSpPr>
            <a:xfrm>
              <a:off x="3716358" y="1544655"/>
              <a:ext cx="361971" cy="314958"/>
              <a:chOff x="3716358" y="1544655"/>
              <a:chExt cx="361971" cy="314958"/>
            </a:xfrm>
          </p:grpSpPr>
          <p:sp>
            <p:nvSpPr>
              <p:cNvPr id="14780" name="Google Shape;14780;p8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85" name="Google Shape;14785;p84"/>
          <p:cNvGrpSpPr/>
          <p:nvPr/>
        </p:nvGrpSpPr>
        <p:grpSpPr>
          <a:xfrm>
            <a:off x="6986814" y="1633752"/>
            <a:ext cx="499533" cy="305136"/>
            <a:chOff x="7009649" y="1541981"/>
            <a:chExt cx="524940" cy="320655"/>
          </a:xfrm>
        </p:grpSpPr>
        <p:sp>
          <p:nvSpPr>
            <p:cNvPr id="14786" name="Google Shape;14786;p8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84"/>
          <p:cNvGrpSpPr/>
          <p:nvPr/>
        </p:nvGrpSpPr>
        <p:grpSpPr>
          <a:xfrm>
            <a:off x="8008924" y="1594309"/>
            <a:ext cx="282746" cy="340358"/>
            <a:chOff x="8034034" y="1518109"/>
            <a:chExt cx="282746" cy="340358"/>
          </a:xfrm>
        </p:grpSpPr>
        <p:sp>
          <p:nvSpPr>
            <p:cNvPr id="14795" name="Google Shape;14795;p8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84"/>
          <p:cNvGrpSpPr/>
          <p:nvPr/>
        </p:nvGrpSpPr>
        <p:grpSpPr>
          <a:xfrm>
            <a:off x="7557192" y="1576134"/>
            <a:ext cx="369133" cy="360411"/>
            <a:chOff x="7582302" y="1499934"/>
            <a:chExt cx="369133" cy="360411"/>
          </a:xfrm>
        </p:grpSpPr>
        <p:sp>
          <p:nvSpPr>
            <p:cNvPr id="14800" name="Google Shape;14800;p8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84"/>
          <p:cNvGrpSpPr/>
          <p:nvPr/>
        </p:nvGrpSpPr>
        <p:grpSpPr>
          <a:xfrm>
            <a:off x="6170979" y="3893352"/>
            <a:ext cx="346056" cy="345674"/>
            <a:chOff x="2238181" y="4120624"/>
            <a:chExt cx="346056" cy="345674"/>
          </a:xfrm>
        </p:grpSpPr>
        <p:grpSp>
          <p:nvGrpSpPr>
            <p:cNvPr id="14806" name="Google Shape;14806;p84"/>
            <p:cNvGrpSpPr/>
            <p:nvPr/>
          </p:nvGrpSpPr>
          <p:grpSpPr>
            <a:xfrm>
              <a:off x="2309155" y="4177413"/>
              <a:ext cx="203862" cy="231903"/>
              <a:chOff x="1512725" y="258500"/>
              <a:chExt cx="4570900" cy="5199625"/>
            </a:xfrm>
          </p:grpSpPr>
          <p:sp>
            <p:nvSpPr>
              <p:cNvPr id="14807" name="Google Shape;14807;p84"/>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4"/>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9" name="Google Shape;14809;p84"/>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0" name="Google Shape;14810;p8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14" name="Shape 14814"/>
        <p:cNvGrpSpPr/>
        <p:nvPr/>
      </p:nvGrpSpPr>
      <p:grpSpPr>
        <a:xfrm>
          <a:off x="0" y="0"/>
          <a:ext cx="0" cy="0"/>
          <a:chOff x="0" y="0"/>
          <a:chExt cx="0" cy="0"/>
        </a:xfrm>
      </p:grpSpPr>
      <p:pic>
        <p:nvPicPr>
          <p:cNvPr id="14815" name="Google Shape;14815;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